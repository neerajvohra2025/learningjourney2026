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Tomorrow Semi Bold"/>
      <p:regular r:id="rId15"/>
    </p:embeddedFont>
    <p:embeddedFont>
      <p:font typeface="Tomorrow Semi Bold"/>
      <p:regular r:id="rId16"/>
    </p:embeddedFon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"/>
      <p:regular r:id="rId19"/>
    </p:embeddedFont>
    <p:embeddedFont>
      <p:font typeface="Tomorrow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75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Unlocking AI Collaboration: The Agent-to-Agent (A2A) Protocol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962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Discover how A2A creates a universal language for AI agents. It enables seamless, secure communication between diverse AI systems. We will explore its core concepts and transformative potential.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0199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602753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6003012"/>
            <a:ext cx="233052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by Neeraj Vohra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4155"/>
            <a:ext cx="119280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Challenge: Fragmented AI Landscape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Current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71054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Today's AI agents operate in silos. They use disparate frameworks and APIs. This limits their ability to work together effectively. Imagine a world where every app spoke a different human language.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928" y="3118247"/>
            <a:ext cx="3978116" cy="27217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2067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72067" y="3671054"/>
            <a:ext cx="397811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This fragmentation creates significant barriers. It prevents true AI collaboration and scalability. Integrating different agents is complex and time-consuming. A unified approach is essential for progress.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1034534"/>
            <a:ext cx="8318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Introducing the A2A Protocol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4451390" y="20834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460" y="2125980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88506" y="2161342"/>
            <a:ext cx="2875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Universal Language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188506" y="2651760"/>
            <a:ext cx="38138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A2A provides a common communication standard. It allows agents to understand each other. This breaks down compatibility barriers.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9285803" y="20834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874" y="2125980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22919" y="2161342"/>
            <a:ext cx="37198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Seamless Interoperability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022919" y="2651760"/>
            <a:ext cx="38138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Agents from any platform can now collaborate. They can exchange information and tasks effortlessly. This streamlines complex workflows.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4451390" y="49199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460" y="4962406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88506" y="49977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188506" y="5488186"/>
            <a:ext cx="86481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protocol includes built-in security features. Agents communicate securely. This protects data integrity and privacy during interactions.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4451390" y="6469142"/>
            <a:ext cx="93852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Agent-to-Agent protocol acts as a translator and facilitator. It enables a new era of collaborative AI. Think of it as a universal translator for autonomous systems.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83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Concept 1: The Agent Card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66048"/>
            <a:ext cx="3664863" cy="2758559"/>
          </a:xfrm>
          <a:prstGeom prst="roundRect">
            <a:avLst>
              <a:gd name="adj" fmla="val 1233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Agent's Digital ID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383280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Agent Card is an agent's digital business card. It's a JSON document. It defines the agent's identity and capabilities.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666048"/>
            <a:ext cx="3664863" cy="2758559"/>
          </a:xfrm>
          <a:prstGeom prst="roundRect">
            <a:avLst>
              <a:gd name="adj" fmla="val 1233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Information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383280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It details what the agent can do. It specifies how other agents can interact. This includes available functions and data types.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51421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878235"/>
            <a:ext cx="3415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Discovery &amp; Interaction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3686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Other agents read this card. They learn how to initiate tasks. It simplifies agent discovery and communication setup.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236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Concept 2: The A2A Server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08133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87512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Live 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365546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A2A Server is the agent itself. It runs in the background. It listens for incoming A2A tasks.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308133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87512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Task Execution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365546"/>
            <a:ext cx="232981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Upon receiving a task, the server performs the work. It executes the required actions. Then it processes the data.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308133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87512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Result Delivery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4365546"/>
            <a:ext cx="232981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Once complete, the server returns the results. It sends them back to the requesting client. This completes the task cycle.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8805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Concept 3: The A2A Client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24870"/>
            <a:ext cx="378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A2A Client can be a user-facing application. It allows humans to interact with agents. It simplifies task submission.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717" y="3993237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098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Agent Proxy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589252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It can also be another AI agent. It acts as a bridge. It facilitates communication between agents.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326" y="2609612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369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Task Orchestration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4860369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client reads Agent Cards. It packages tasks for the server. It receives and processes server results.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326" y="5376863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A2A Client is the interface to the A2A network. It enables both human and AI agents to leverage the protocol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089" y="880348"/>
            <a:ext cx="7609880" cy="63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Concept 4: The A2A Task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44880" y="1825228"/>
            <a:ext cx="22860" cy="4313753"/>
          </a:xfrm>
          <a:prstGeom prst="roundRect">
            <a:avLst>
              <a:gd name="adj" fmla="val 134065"/>
            </a:avLst>
          </a:prstGeom>
          <a:solidFill>
            <a:srgbClr val="555553"/>
          </a:solidFill>
          <a:ln/>
        </p:spPr>
      </p:sp>
      <p:sp>
        <p:nvSpPr>
          <p:cNvPr id="5" name="Shape 2"/>
          <p:cNvSpPr/>
          <p:nvPr/>
        </p:nvSpPr>
        <p:spPr>
          <a:xfrm>
            <a:off x="1151870" y="2043589"/>
            <a:ext cx="612934" cy="22860"/>
          </a:xfrm>
          <a:prstGeom prst="roundRect">
            <a:avLst>
              <a:gd name="adj" fmla="val 134065"/>
            </a:avLst>
          </a:prstGeom>
          <a:solidFill>
            <a:srgbClr val="555553"/>
          </a:solidFill>
          <a:ln/>
        </p:spPr>
      </p:sp>
      <p:sp>
        <p:nvSpPr>
          <p:cNvPr id="6" name="Shape 3"/>
          <p:cNvSpPr/>
          <p:nvPr/>
        </p:nvSpPr>
        <p:spPr>
          <a:xfrm>
            <a:off x="715030" y="1825228"/>
            <a:ext cx="459700" cy="45970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7" y="1863507"/>
            <a:ext cx="306467" cy="383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6436" y="1895356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Submitted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966436" y="2337078"/>
            <a:ext cx="6462474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task is created and sent to an agent. It contains all necessary instructions. The agent acknowledges receipt.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151870" y="3617714"/>
            <a:ext cx="612934" cy="22860"/>
          </a:xfrm>
          <a:prstGeom prst="roundRect">
            <a:avLst>
              <a:gd name="adj" fmla="val 134065"/>
            </a:avLst>
          </a:prstGeom>
          <a:solidFill>
            <a:srgbClr val="555553"/>
          </a:solidFill>
          <a:ln/>
        </p:spPr>
      </p:sp>
      <p:sp>
        <p:nvSpPr>
          <p:cNvPr id="11" name="Shape 7"/>
          <p:cNvSpPr/>
          <p:nvPr/>
        </p:nvSpPr>
        <p:spPr>
          <a:xfrm>
            <a:off x="715030" y="3399353"/>
            <a:ext cx="459700" cy="45970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87" y="3437632"/>
            <a:ext cx="306467" cy="383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66436" y="3469481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1966436" y="3911203"/>
            <a:ext cx="6462474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agent begins processing the task. It performs the requested operations. The task status is updated.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151870" y="5191839"/>
            <a:ext cx="612934" cy="22860"/>
          </a:xfrm>
          <a:prstGeom prst="roundRect">
            <a:avLst>
              <a:gd name="adj" fmla="val 134065"/>
            </a:avLst>
          </a:prstGeom>
          <a:solidFill>
            <a:srgbClr val="555553"/>
          </a:solidFill>
          <a:ln/>
        </p:spPr>
      </p:sp>
      <p:sp>
        <p:nvSpPr>
          <p:cNvPr id="16" name="Shape 11"/>
          <p:cNvSpPr/>
          <p:nvPr/>
        </p:nvSpPr>
        <p:spPr>
          <a:xfrm>
            <a:off x="715030" y="4973479"/>
            <a:ext cx="459700" cy="45970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87" y="5011757"/>
            <a:ext cx="306467" cy="383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66436" y="5043607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Completed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966436" y="5485328"/>
            <a:ext cx="6462474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agent finishes the work. It sends back the results. The task lifecycle concludes successfully.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15089" y="6368772"/>
            <a:ext cx="7713821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A2A Task provides a standardized unit of work. This ensures clear communication and tracking. It facilitates efficient agent collaboration across various stages.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7914" y="633055"/>
            <a:ext cx="7780973" cy="1217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Future: Collaborative AI Ecosystem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914" y="2142173"/>
            <a:ext cx="973574" cy="14335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33548" y="2336840"/>
            <a:ext cx="2733318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Modular Development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433548" y="2757845"/>
            <a:ext cx="6515338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Developers can build specialized agents. They easily integrate diverse functionalities. This fosters innovation and efficiency.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914" y="3575685"/>
            <a:ext cx="973574" cy="14335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33548" y="3770352"/>
            <a:ext cx="2767370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Global Interoperability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433548" y="4191357"/>
            <a:ext cx="6515338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A2A enables agents to communicate globally. It breaks down vendor lock-in. A truly open AI ecosystem emerges.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14" y="5009198"/>
            <a:ext cx="973574" cy="14335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33548" y="5203865"/>
            <a:ext cx="2735937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Automated Workflows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433548" y="5624870"/>
            <a:ext cx="6515338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Complex tasks are broken down into sub-tasks. Different agents handle specific parts. This creates powerful automated workflows.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167914" y="6661666"/>
            <a:ext cx="7780973" cy="93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A2A protocol is pivotal for AI's next evolution. It unlocks unprecedented collaboration. Get ready for a new era of intelligent systems working together seamlessly.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2025-05-26T06:56:10Z</dcterms:created>
  <dcterms:modified xsi:type="dcterms:W3CDTF">2025-05-26T06:56:10Z</dcterms:modified>
</cp:coreProperties>
</file>