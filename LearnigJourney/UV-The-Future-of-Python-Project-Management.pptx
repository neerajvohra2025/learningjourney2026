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4630400" cy="8229600"/>
  <p:notesSz cx="8229600" cy="14630400"/>
  <p:embeddedFontLst>
    <p:embeddedFont>
      <p:font typeface="Montserrat"/>
      <p:regular r:id="rId15"/>
    </p:embeddedFont>
    <p:embeddedFont>
      <p:font typeface="Montserrat"/>
      <p:regular r:id="rId16"/>
    </p:embeddedFont>
    <p:embeddedFont>
      <p:font typeface="Montserrat"/>
      <p:regular r:id="rId17"/>
    </p:embeddedFont>
    <p:embeddedFont>
      <p:font typeface="Montserrat"/>
      <p:regular r:id="rId1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6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8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3798" y="2318385"/>
            <a:ext cx="7416403" cy="1402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UV: The Future of Python Project Management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63798" y="4091107"/>
            <a:ext cx="7416403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UV is an extremely fast Python package and project manager. It is written in Rust, delivering unparalleled speed. This presentation will cover its core features and benefits.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863798" y="5497711"/>
            <a:ext cx="394930" cy="394930"/>
          </a:xfrm>
          <a:prstGeom prst="roundRect">
            <a:avLst>
              <a:gd name="adj" fmla="val 23151155"/>
            </a:avLst>
          </a:prstGeom>
          <a:noFill/>
          <a:ln w="7620">
            <a:solidFill>
              <a:srgbClr val="4D4D51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418" y="5505331"/>
            <a:ext cx="379690" cy="37969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82078" y="5479256"/>
            <a:ext cx="2135386" cy="431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400" b="1" dirty="0">
                <a:solidFill>
                  <a:srgbClr val="E2E6E9"/>
                </a:solidFill>
                <a:latin typeface="Source Sans Pro Bold" pitchFamily="34" charset="0"/>
                <a:ea typeface="Source Sans Pro Bold" pitchFamily="34" charset="-122"/>
                <a:cs typeface="Source Sans Pro Bold" pitchFamily="34" charset="-120"/>
              </a:rPr>
              <a:t>by Neeraj Vohra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198" y="788432"/>
            <a:ext cx="7416403" cy="1402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Consolidate Your Python Toolchain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6350198" y="2561153"/>
            <a:ext cx="555308" cy="555308"/>
          </a:xfrm>
          <a:prstGeom prst="roundRect">
            <a:avLst>
              <a:gd name="adj" fmla="val 6667"/>
            </a:avLst>
          </a:prstGeom>
          <a:solidFill>
            <a:srgbClr val="303132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9617" y="2628483"/>
            <a:ext cx="336471" cy="42064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152323" y="2645926"/>
            <a:ext cx="2751892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All-in-One Utility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7152323" y="3144560"/>
            <a:ext cx="2751892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Replaces pip, pip-tools, pipx, poetry, and more.</a:t>
            </a:r>
            <a:endParaRPr lang="en-US" sz="1900" dirty="0"/>
          </a:p>
        </p:txBody>
      </p:sp>
      <p:sp>
        <p:nvSpPr>
          <p:cNvPr id="8" name="Shape 4"/>
          <p:cNvSpPr/>
          <p:nvPr/>
        </p:nvSpPr>
        <p:spPr>
          <a:xfrm>
            <a:off x="10212705" y="2561153"/>
            <a:ext cx="555308" cy="555308"/>
          </a:xfrm>
          <a:prstGeom prst="roundRect">
            <a:avLst>
              <a:gd name="adj" fmla="val 6667"/>
            </a:avLst>
          </a:prstGeom>
          <a:solidFill>
            <a:srgbClr val="303132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2123" y="2628483"/>
            <a:ext cx="336471" cy="42064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014829" y="2645926"/>
            <a:ext cx="2751892" cy="70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Streamlined Workflow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1014829" y="3495199"/>
            <a:ext cx="2751892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Simplifies dependency and environment management.</a:t>
            </a:r>
            <a:endParaRPr lang="en-US" sz="1900" dirty="0"/>
          </a:p>
        </p:txBody>
      </p:sp>
      <p:sp>
        <p:nvSpPr>
          <p:cNvPr id="12" name="Shape 7"/>
          <p:cNvSpPr/>
          <p:nvPr/>
        </p:nvSpPr>
        <p:spPr>
          <a:xfrm>
            <a:off x="6350198" y="5099328"/>
            <a:ext cx="555308" cy="555308"/>
          </a:xfrm>
          <a:prstGeom prst="roundRect">
            <a:avLst>
              <a:gd name="adj" fmla="val 6667"/>
            </a:avLst>
          </a:prstGeom>
          <a:solidFill>
            <a:srgbClr val="30313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9617" y="5166658"/>
            <a:ext cx="336471" cy="42064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152323" y="5184100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Unified Ecosystem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7152323" y="5682734"/>
            <a:ext cx="6614279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Integrates various functions into a single tool.</a:t>
            </a:r>
            <a:endParaRPr lang="en-US" sz="1900" dirty="0"/>
          </a:p>
        </p:txBody>
      </p:sp>
      <p:sp>
        <p:nvSpPr>
          <p:cNvPr id="16" name="Text 10"/>
          <p:cNvSpPr/>
          <p:nvPr/>
        </p:nvSpPr>
        <p:spPr>
          <a:xfrm>
            <a:off x="6350198" y="6330553"/>
            <a:ext cx="7416403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UV significantly reduces the number of tools Python developers need. It provides a comprehensive solution for package, project, and environment management.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93584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008" y="3582233"/>
            <a:ext cx="7214354" cy="667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Blazing Fast Performance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822008" y="4719042"/>
            <a:ext cx="6316980" cy="774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100"/>
              </a:lnSpc>
              <a:buNone/>
            </a:pPr>
            <a:r>
              <a:rPr lang="en-US" sz="61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10-100x</a:t>
            </a:r>
            <a:endParaRPr lang="en-US" sz="6100" dirty="0"/>
          </a:p>
        </p:txBody>
      </p:sp>
      <p:sp>
        <p:nvSpPr>
          <p:cNvPr id="5" name="Text 2"/>
          <p:cNvSpPr/>
          <p:nvPr/>
        </p:nvSpPr>
        <p:spPr>
          <a:xfrm>
            <a:off x="2646045" y="5787509"/>
            <a:ext cx="2668905" cy="333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Faster than Pip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822008" y="6261973"/>
            <a:ext cx="6316980" cy="352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Experience dramatically quicker dependency resolution.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491293" y="4719042"/>
            <a:ext cx="6317099" cy="774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100"/>
              </a:lnSpc>
              <a:buNone/>
            </a:pPr>
            <a:r>
              <a:rPr lang="en-US" sz="61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&lt;1s</a:t>
            </a:r>
            <a:endParaRPr lang="en-US" sz="6100" dirty="0"/>
          </a:p>
        </p:txBody>
      </p:sp>
      <p:sp>
        <p:nvSpPr>
          <p:cNvPr id="8" name="Text 5"/>
          <p:cNvSpPr/>
          <p:nvPr/>
        </p:nvSpPr>
        <p:spPr>
          <a:xfrm>
            <a:off x="9315331" y="5787509"/>
            <a:ext cx="2668905" cy="333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Rapid Installs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7491293" y="6261973"/>
            <a:ext cx="6317099" cy="352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Install complex dependency trees in under a second.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22008" y="6878479"/>
            <a:ext cx="12986385" cy="704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UV is engineered for speed, offering 10 to 100 times faster operations than pip. This performance boost is crucial for large-scale projects.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3937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70203" y="2921318"/>
            <a:ext cx="8516422" cy="544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5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Comprehensive Project Management</a:t>
            </a:r>
            <a:endParaRPr lang="en-US" sz="34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203" y="3752612"/>
            <a:ext cx="957501" cy="114895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914882" y="3944064"/>
            <a:ext cx="2176105" cy="272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Universal Lockfile</a:t>
            </a:r>
            <a:endParaRPr lang="en-US" sz="1700" dirty="0"/>
          </a:p>
        </p:txBody>
      </p:sp>
      <p:sp>
        <p:nvSpPr>
          <p:cNvPr id="6" name="Text 2"/>
          <p:cNvSpPr/>
          <p:nvPr/>
        </p:nvSpPr>
        <p:spPr>
          <a:xfrm>
            <a:off x="1914882" y="4331018"/>
            <a:ext cx="12045315" cy="287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Ensures consistent, reproducible builds across environments.</a:t>
            </a:r>
            <a:endParaRPr lang="en-US" sz="15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203" y="4901565"/>
            <a:ext cx="957501" cy="114895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914882" y="5093018"/>
            <a:ext cx="3012162" cy="272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Predictable Dependencies</a:t>
            </a:r>
            <a:endParaRPr lang="en-US" sz="1700" dirty="0"/>
          </a:p>
        </p:txBody>
      </p:sp>
      <p:sp>
        <p:nvSpPr>
          <p:cNvPr id="9" name="Text 4"/>
          <p:cNvSpPr/>
          <p:nvPr/>
        </p:nvSpPr>
        <p:spPr>
          <a:xfrm>
            <a:off x="1914882" y="5479971"/>
            <a:ext cx="12045315" cy="287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Manages project dependencies with precision.</a:t>
            </a:r>
            <a:endParaRPr lang="en-US" sz="15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203" y="6050518"/>
            <a:ext cx="957501" cy="114895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914882" y="6241971"/>
            <a:ext cx="2409111" cy="272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Scalable Workspaces</a:t>
            </a:r>
            <a:endParaRPr lang="en-US" sz="1700" dirty="0"/>
          </a:p>
        </p:txBody>
      </p:sp>
      <p:sp>
        <p:nvSpPr>
          <p:cNvPr id="12" name="Text 6"/>
          <p:cNvSpPr/>
          <p:nvPr/>
        </p:nvSpPr>
        <p:spPr>
          <a:xfrm>
            <a:off x="1914882" y="6628924"/>
            <a:ext cx="12045315" cy="287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Supports multi-project structures with Cargo-style workspaces.</a:t>
            </a:r>
            <a:endParaRPr lang="en-US" sz="1500" dirty="0"/>
          </a:p>
        </p:txBody>
      </p:sp>
      <p:sp>
        <p:nvSpPr>
          <p:cNvPr id="13" name="Text 7"/>
          <p:cNvSpPr/>
          <p:nvPr/>
        </p:nvSpPr>
        <p:spPr>
          <a:xfrm>
            <a:off x="670203" y="7414855"/>
            <a:ext cx="13289994" cy="287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UV brings robust project management capabilities. It utilizes a universal lockfile and supports workspaces for complex projects.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750332"/>
            <a:ext cx="11611927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Efficient Python Environment Handling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150263" y="3583662"/>
            <a:ext cx="341328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Python Version Control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3798" y="4082296"/>
            <a:ext cx="3699748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Installs and manages multiple Python versions.</a:t>
            </a:r>
            <a:endParaRPr lang="en-US" sz="1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57180" y="1945243"/>
            <a:ext cx="4515922" cy="4515922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3435" y="3700582"/>
            <a:ext cx="369213" cy="46160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43267" y="2362200"/>
            <a:ext cx="3268028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Isolates Environments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9943267" y="2860834"/>
            <a:ext cx="3823335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Creates virtual environments for project isolation.</a:t>
            </a:r>
            <a:endParaRPr lang="en-US" sz="19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7180" y="1945243"/>
            <a:ext cx="4515922" cy="4515922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4232" y="2759750"/>
            <a:ext cx="369213" cy="46160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943267" y="4805243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Manages Tooling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9943267" y="5303877"/>
            <a:ext cx="3823335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Runs and installs tools published as Python packages.</a:t>
            </a:r>
            <a:endParaRPr lang="en-US" sz="19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7180" y="1945243"/>
            <a:ext cx="4515922" cy="4515922"/>
          </a:xfrm>
          <a:prstGeom prst="rect">
            <a:avLst/>
          </a:prstGeom>
        </p:spPr>
      </p:pic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73578" y="5456634"/>
            <a:ext cx="369213" cy="461605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863798" y="6738818"/>
            <a:ext cx="12902803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UV simplifies Python environment management. It handles Python versions, virtual environments, and package-based tools efficiently.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3798" y="863441"/>
            <a:ext cx="7416403" cy="1402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Developer-Friendly Features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863798" y="2636163"/>
            <a:ext cx="3584853" cy="2102763"/>
          </a:xfrm>
          <a:prstGeom prst="roundRect">
            <a:avLst>
              <a:gd name="adj" fmla="val 1761"/>
            </a:avLst>
          </a:prstGeom>
          <a:solidFill>
            <a:srgbClr val="303132"/>
          </a:solidFill>
          <a:ln/>
        </p:spPr>
      </p:sp>
      <p:sp>
        <p:nvSpPr>
          <p:cNvPr id="5" name="Text 2"/>
          <p:cNvSpPr/>
          <p:nvPr/>
        </p:nvSpPr>
        <p:spPr>
          <a:xfrm>
            <a:off x="1110615" y="2882979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Script Execution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110615" y="3381613"/>
            <a:ext cx="3091220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Runs scripts with inline dependency metadata support.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4695468" y="2636163"/>
            <a:ext cx="3584853" cy="2102763"/>
          </a:xfrm>
          <a:prstGeom prst="roundRect">
            <a:avLst>
              <a:gd name="adj" fmla="val 1761"/>
            </a:avLst>
          </a:prstGeom>
          <a:solidFill>
            <a:srgbClr val="303132"/>
          </a:solidFill>
          <a:ln/>
        </p:spPr>
      </p:sp>
      <p:sp>
        <p:nvSpPr>
          <p:cNvPr id="8" name="Text 5"/>
          <p:cNvSpPr/>
          <p:nvPr/>
        </p:nvSpPr>
        <p:spPr>
          <a:xfrm>
            <a:off x="4942284" y="2882979"/>
            <a:ext cx="2839641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Pip-Compatible CLI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942284" y="3381613"/>
            <a:ext cx="3091220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Offers a familiar command-line interface for easy adoption.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863798" y="4985742"/>
            <a:ext cx="7416403" cy="1362432"/>
          </a:xfrm>
          <a:prstGeom prst="roundRect">
            <a:avLst>
              <a:gd name="adj" fmla="val 2718"/>
            </a:avLst>
          </a:prstGeom>
          <a:solidFill>
            <a:srgbClr val="303132"/>
          </a:solidFill>
          <a:ln/>
        </p:spPr>
      </p:sp>
      <p:sp>
        <p:nvSpPr>
          <p:cNvPr id="11" name="Text 8"/>
          <p:cNvSpPr/>
          <p:nvPr/>
        </p:nvSpPr>
        <p:spPr>
          <a:xfrm>
            <a:off x="1110615" y="5232559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Global Cache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110615" y="5731193"/>
            <a:ext cx="6922770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Ensures disk-space efficiency via dependency deduplication.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863798" y="6625828"/>
            <a:ext cx="7416403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UV is designed with developers in mind. It includes script execution, a pip-compatible interface, and an efficient global cache.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3798" y="795457"/>
            <a:ext cx="7416403" cy="1402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Broad Compatibility and Accessibility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1141452" y="2568178"/>
            <a:ext cx="30480" cy="3847981"/>
          </a:xfrm>
          <a:prstGeom prst="roundRect">
            <a:avLst>
              <a:gd name="adj" fmla="val 121472"/>
            </a:avLst>
          </a:prstGeom>
          <a:solidFill>
            <a:srgbClr val="494A4B"/>
          </a:solidFill>
          <a:ln/>
        </p:spPr>
      </p:sp>
      <p:sp>
        <p:nvSpPr>
          <p:cNvPr id="5" name="Shape 2"/>
          <p:cNvSpPr/>
          <p:nvPr/>
        </p:nvSpPr>
        <p:spPr>
          <a:xfrm>
            <a:off x="1388626" y="2830592"/>
            <a:ext cx="740450" cy="30480"/>
          </a:xfrm>
          <a:prstGeom prst="roundRect">
            <a:avLst>
              <a:gd name="adj" fmla="val 121472"/>
            </a:avLst>
          </a:prstGeom>
          <a:solidFill>
            <a:srgbClr val="494A4B"/>
          </a:solidFill>
          <a:ln/>
        </p:spPr>
      </p:sp>
      <p:sp>
        <p:nvSpPr>
          <p:cNvPr id="6" name="Shape 3"/>
          <p:cNvSpPr/>
          <p:nvPr/>
        </p:nvSpPr>
        <p:spPr>
          <a:xfrm>
            <a:off x="863798" y="2568178"/>
            <a:ext cx="555308" cy="555308"/>
          </a:xfrm>
          <a:prstGeom prst="roundRect">
            <a:avLst>
              <a:gd name="adj" fmla="val 6667"/>
            </a:avLst>
          </a:prstGeom>
          <a:solidFill>
            <a:srgbClr val="303132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217" y="2635508"/>
            <a:ext cx="336471" cy="42064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375535" y="2652951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macOS Support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2375535" y="3151584"/>
            <a:ext cx="5904667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Fully functional on Apple's operating system.</a:t>
            </a:r>
            <a:endParaRPr lang="en-US" sz="1900" dirty="0"/>
          </a:p>
        </p:txBody>
      </p:sp>
      <p:sp>
        <p:nvSpPr>
          <p:cNvPr id="10" name="Shape 6"/>
          <p:cNvSpPr/>
          <p:nvPr/>
        </p:nvSpPr>
        <p:spPr>
          <a:xfrm>
            <a:off x="1388626" y="4277797"/>
            <a:ext cx="740450" cy="30480"/>
          </a:xfrm>
          <a:prstGeom prst="roundRect">
            <a:avLst>
              <a:gd name="adj" fmla="val 121472"/>
            </a:avLst>
          </a:prstGeom>
          <a:solidFill>
            <a:srgbClr val="494A4B"/>
          </a:solidFill>
          <a:ln/>
        </p:spPr>
      </p:sp>
      <p:sp>
        <p:nvSpPr>
          <p:cNvPr id="11" name="Shape 7"/>
          <p:cNvSpPr/>
          <p:nvPr/>
        </p:nvSpPr>
        <p:spPr>
          <a:xfrm>
            <a:off x="863798" y="4015383"/>
            <a:ext cx="555308" cy="555308"/>
          </a:xfrm>
          <a:prstGeom prst="roundRect">
            <a:avLst>
              <a:gd name="adj" fmla="val 6667"/>
            </a:avLst>
          </a:prstGeom>
          <a:solidFill>
            <a:srgbClr val="30313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217" y="4082713"/>
            <a:ext cx="336471" cy="42064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375535" y="4100155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Linux Compatible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2375535" y="4598789"/>
            <a:ext cx="5904667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Seamless integration with various Linux distributions.</a:t>
            </a:r>
            <a:endParaRPr lang="en-US" sz="1900" dirty="0"/>
          </a:p>
        </p:txBody>
      </p:sp>
      <p:sp>
        <p:nvSpPr>
          <p:cNvPr id="15" name="Shape 10"/>
          <p:cNvSpPr/>
          <p:nvPr/>
        </p:nvSpPr>
        <p:spPr>
          <a:xfrm>
            <a:off x="1388626" y="5725001"/>
            <a:ext cx="740450" cy="30480"/>
          </a:xfrm>
          <a:prstGeom prst="roundRect">
            <a:avLst>
              <a:gd name="adj" fmla="val 121472"/>
            </a:avLst>
          </a:prstGeom>
          <a:solidFill>
            <a:srgbClr val="494A4B"/>
          </a:solidFill>
          <a:ln/>
        </p:spPr>
      </p:sp>
      <p:sp>
        <p:nvSpPr>
          <p:cNvPr id="16" name="Shape 11"/>
          <p:cNvSpPr/>
          <p:nvPr/>
        </p:nvSpPr>
        <p:spPr>
          <a:xfrm>
            <a:off x="863798" y="5462588"/>
            <a:ext cx="555308" cy="555308"/>
          </a:xfrm>
          <a:prstGeom prst="roundRect">
            <a:avLst>
              <a:gd name="adj" fmla="val 6667"/>
            </a:avLst>
          </a:prstGeom>
          <a:solidFill>
            <a:srgbClr val="303132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217" y="5529917"/>
            <a:ext cx="336471" cy="42064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2375535" y="5547360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Windows Ready</a:t>
            </a:r>
            <a:endParaRPr lang="en-US" sz="2200" dirty="0"/>
          </a:p>
        </p:txBody>
      </p:sp>
      <p:sp>
        <p:nvSpPr>
          <p:cNvPr id="19" name="Text 13"/>
          <p:cNvSpPr/>
          <p:nvPr/>
        </p:nvSpPr>
        <p:spPr>
          <a:xfrm>
            <a:off x="2375535" y="6045994"/>
            <a:ext cx="5904667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Robust performance on Windows environments.</a:t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863798" y="6693813"/>
            <a:ext cx="7416403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UV ensures wide accessibility, supporting macOS, Linux, and Windows. It can be installed without Rust or Python, using curl or pip.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198" y="860941"/>
            <a:ext cx="7416403" cy="1402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Conclusion: Transform Your Python Workflow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6350198" y="2633663"/>
            <a:ext cx="185023" cy="868799"/>
          </a:xfrm>
          <a:prstGeom prst="roundRect">
            <a:avLst>
              <a:gd name="adj" fmla="val 20011"/>
            </a:avLst>
          </a:prstGeom>
          <a:solidFill>
            <a:srgbClr val="303132"/>
          </a:solidFill>
          <a:ln/>
        </p:spPr>
      </p:sp>
      <p:sp>
        <p:nvSpPr>
          <p:cNvPr id="5" name="Text 2"/>
          <p:cNvSpPr/>
          <p:nvPr/>
        </p:nvSpPr>
        <p:spPr>
          <a:xfrm>
            <a:off x="6905387" y="2633663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Boost Productivity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905387" y="3132296"/>
            <a:ext cx="6861215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Leverage UV's speed to accelerate development cycles.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6720364" y="3749278"/>
            <a:ext cx="185023" cy="868799"/>
          </a:xfrm>
          <a:prstGeom prst="roundRect">
            <a:avLst>
              <a:gd name="adj" fmla="val 20011"/>
            </a:avLst>
          </a:prstGeom>
          <a:solidFill>
            <a:srgbClr val="303132"/>
          </a:solidFill>
          <a:ln/>
        </p:spPr>
      </p:sp>
      <p:sp>
        <p:nvSpPr>
          <p:cNvPr id="8" name="Text 5"/>
          <p:cNvSpPr/>
          <p:nvPr/>
        </p:nvSpPr>
        <p:spPr>
          <a:xfrm>
            <a:off x="7275552" y="3749278"/>
            <a:ext cx="3245048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Simplify Management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275552" y="4247912"/>
            <a:ext cx="6491049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Consolidate tools and streamline project workflows.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7090648" y="4864894"/>
            <a:ext cx="185023" cy="868799"/>
          </a:xfrm>
          <a:prstGeom prst="roundRect">
            <a:avLst>
              <a:gd name="adj" fmla="val 20011"/>
            </a:avLst>
          </a:prstGeom>
          <a:solidFill>
            <a:srgbClr val="303132"/>
          </a:solidFill>
          <a:ln/>
        </p:spPr>
      </p:sp>
      <p:sp>
        <p:nvSpPr>
          <p:cNvPr id="11" name="Text 8"/>
          <p:cNvSpPr/>
          <p:nvPr/>
        </p:nvSpPr>
        <p:spPr>
          <a:xfrm>
            <a:off x="7645837" y="4864894"/>
            <a:ext cx="2827020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Embrace Efficiency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645837" y="5363528"/>
            <a:ext cx="6120765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Benefit from disk-space savings and reliable environments.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6350198" y="6258163"/>
            <a:ext cx="7416403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UV offers a transformative solution for Python development. Its speed, unified features, and broad compatibility make it indispensable for modern projects.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2025-05-26T08:22:47Z</dcterms:created>
  <dcterms:modified xsi:type="dcterms:W3CDTF">2025-05-26T08:22:47Z</dcterms:modified>
</cp:coreProperties>
</file>