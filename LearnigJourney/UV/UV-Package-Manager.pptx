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6A68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UV Package Manager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Revolutionizing Python package management with speed, reliability, and modern tooling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154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Problem with Traditional Package Management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68040"/>
            <a:ext cx="3664744" cy="2047994"/>
          </a:xfrm>
          <a:prstGeom prst="roundRect">
            <a:avLst>
              <a:gd name="adj" fmla="val 4652"/>
            </a:avLst>
          </a:prstGeom>
          <a:solidFill>
            <a:srgbClr val="26A688"/>
          </a:solidFill>
          <a:ln w="7620">
            <a:solidFill>
              <a:srgbClr val="3FBFA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602474"/>
            <a:ext cx="29827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Slow Installation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092893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tools like pip can be painfully slow, especially with large dependency trees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3368040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26A688"/>
          </a:solidFill>
          <a:ln w="7620">
            <a:solidFill>
              <a:srgbClr val="3FBF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3602474"/>
            <a:ext cx="2934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Dependency Hell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4092893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Conflicting package versions and resolution issues plague development workflows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42848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26A688"/>
          </a:solidFill>
          <a:ln w="7620">
            <a:solidFill>
              <a:srgbClr val="3FBF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877282"/>
            <a:ext cx="4826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Inconsistent Environments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36770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machines often end up with different package versions, causing bugs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2629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is UV?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280190" y="515814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UV is an extremely fast Python package installer and resolver, written in Rust. It's designed as a drop-in replacement for pip and pip-tools, offering 10-100x faster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8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1824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Blazing Fast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10-100x faster than pip thanks to Rust implementation and parallel processing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11824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3348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Reliable Resolution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dependency resolver prevents conflicts and ensures consistent installs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057418"/>
            <a:ext cx="37167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Drop-in Replacement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54783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Compatible with existing pip workflows - just replace 'pip' with 'uv'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057418"/>
            <a:ext cx="310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Memory Efficient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54783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memory usage and better caching for improved performance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6554986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Performance Comparison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213" y="1264920"/>
            <a:ext cx="13505974" cy="7563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UV dramatically outperforms traditional package managers, completing installations in seconds rather than minutes.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309"/>
            <a:ext cx="7027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Installation &amp; Setup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34064"/>
            <a:ext cx="3131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Quick Installation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643545"/>
            <a:ext cx="7604284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643545"/>
            <a:ext cx="7626906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09293" y="2813566"/>
            <a:ext cx="71732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 -LsSf https://astral.sh/uv/install.sh | sh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60164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 install via pip: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4219694"/>
            <a:ext cx="7604284" cy="702945"/>
          </a:xfrm>
          <a:prstGeom prst="roundRect">
            <a:avLst>
              <a:gd name="adj" fmla="val 13553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782479" y="4219694"/>
            <a:ext cx="7626906" cy="70294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09293" y="4389715"/>
            <a:ext cx="71732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uv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177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Basic Usage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5787271"/>
            <a:ext cx="7604284" cy="1428750"/>
          </a:xfrm>
          <a:prstGeom prst="roundRect">
            <a:avLst>
              <a:gd name="adj" fmla="val 6668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782479" y="5787271"/>
            <a:ext cx="7626906" cy="142875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293" y="5957292"/>
            <a:ext cx="71732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 pip install requestsuv pip install -r requirements.txtuv pip freeze &gt; requirements.txt</a:t>
            </a:r>
            <a:endParaRPr lang="en-US" sz="1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062401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827" y="560070"/>
            <a:ext cx="6309479" cy="63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Features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2827" y="1501973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2827" y="1825228"/>
            <a:ext cx="771834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712827" y="1972747"/>
            <a:ext cx="5453420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Virtual Environment Management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2827" y="2413040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and manage virtual environments with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 venv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2827" y="309514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2827" y="3418403"/>
            <a:ext cx="771834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712827" y="3565922"/>
            <a:ext cx="3246120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Lock File Generation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12827" y="4006215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precise lock files for reproducible builds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2827" y="4688324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2827" y="5011579"/>
            <a:ext cx="771834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712827" y="5159097"/>
            <a:ext cx="388274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Cross-platform Support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2827" y="5599390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seamlessly across Windows, macOS, and Linux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2827" y="6281499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2827" y="6604754"/>
            <a:ext cx="7718346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5"/>
          <p:cNvSpPr/>
          <p:nvPr/>
        </p:nvSpPr>
        <p:spPr>
          <a:xfrm>
            <a:off x="712827" y="6752273"/>
            <a:ext cx="317968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Cache Optimization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2827" y="7192566"/>
            <a:ext cx="7718346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caching reduces redundant downloads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8676"/>
            <a:ext cx="6579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Real-World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443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95%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096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Time Saved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866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 in package installation time for large projects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06443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50%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096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Memory Usage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5866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 memory consumption compared to traditional tools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06443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0962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Compatibility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5866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Drop-in replacement for existing pip workflows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822752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"UV has transformed our CI/CD pipeline. What used to take 10 minutes now takes 30 seconds."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567601"/>
            <a:ext cx="30480" cy="873204"/>
          </a:xfrm>
          <a:prstGeom prst="rect">
            <a:avLst/>
          </a:prstGeom>
          <a:solidFill>
            <a:srgbClr val="26A68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Getting Started Today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Install UV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66950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installation via curl or pip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539972"/>
            <a:ext cx="41862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Replace pip Commands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503039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Simply replace 'pip' with 'uv' in your existing workflows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900857"/>
            <a:ext cx="38207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Experience the Speed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39127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your package installations complete in seconds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9708" y="321231"/>
            <a:ext cx="11690866" cy="1095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600"/>
              </a:lnSpc>
              <a:buNone/>
            </a:pPr>
            <a:r>
              <a:rPr lang="en-US" sz="685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Ready to Accelerate?</a:t>
            </a:r>
            <a:endParaRPr lang="en-US" sz="6850" dirty="0"/>
          </a:p>
        </p:txBody>
      </p:sp>
      <p:sp>
        <p:nvSpPr>
          <p:cNvPr id="3" name="Text 1"/>
          <p:cNvSpPr/>
          <p:nvPr/>
        </p:nvSpPr>
        <p:spPr>
          <a:xfrm>
            <a:off x="408861" y="1650206"/>
            <a:ext cx="13812679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thousands of developers who have already made the switch to UV for faster, more reliable Python package management.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08861" y="2099667"/>
            <a:ext cx="6763822" cy="1186577"/>
          </a:xfrm>
          <a:prstGeom prst="roundRect">
            <a:avLst>
              <a:gd name="adj" fmla="val 4136"/>
            </a:avLst>
          </a:prstGeom>
          <a:solidFill>
            <a:srgbClr val="DDF8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661" y="2255044"/>
            <a:ext cx="182523" cy="1459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4984" y="2245638"/>
            <a:ext cx="1460421" cy="182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4984" y="2544961"/>
            <a:ext cx="623089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 UV today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4984" y="2772608"/>
            <a:ext cx="623089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it on your current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4984" y="3000256"/>
            <a:ext cx="6230898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the speed with your team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338" y="2099667"/>
            <a:ext cx="6763822" cy="6763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2025-09-11T16:38:31Z</dcterms:created>
  <dcterms:modified xsi:type="dcterms:W3CDTF">2025-09-11T16:38:31Z</dcterms:modified>
</cp:coreProperties>
</file>