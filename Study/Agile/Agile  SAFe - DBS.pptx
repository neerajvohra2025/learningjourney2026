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80" r:id="rId2"/>
  </p:sldMasterIdLst>
  <p:notesMasterIdLst>
    <p:notesMasterId r:id="rId71"/>
  </p:notesMasterIdLst>
  <p:handoutMasterIdLst>
    <p:handoutMasterId r:id="rId72"/>
  </p:handoutMasterIdLst>
  <p:sldIdLst>
    <p:sldId id="830" r:id="rId3"/>
    <p:sldId id="1029" r:id="rId4"/>
    <p:sldId id="1097" r:id="rId5"/>
    <p:sldId id="1094" r:id="rId6"/>
    <p:sldId id="1095" r:id="rId7"/>
    <p:sldId id="1096" r:id="rId8"/>
    <p:sldId id="1098" r:id="rId9"/>
    <p:sldId id="1099" r:id="rId10"/>
    <p:sldId id="1100" r:id="rId11"/>
    <p:sldId id="859" r:id="rId12"/>
    <p:sldId id="737" r:id="rId13"/>
    <p:sldId id="738" r:id="rId14"/>
    <p:sldId id="1101" r:id="rId15"/>
    <p:sldId id="1102" r:id="rId16"/>
    <p:sldId id="864" r:id="rId17"/>
    <p:sldId id="1105" r:id="rId18"/>
    <p:sldId id="831" r:id="rId19"/>
    <p:sldId id="807" r:id="rId20"/>
    <p:sldId id="1103" r:id="rId21"/>
    <p:sldId id="1104" r:id="rId22"/>
    <p:sldId id="832" r:id="rId23"/>
    <p:sldId id="870" r:id="rId24"/>
    <p:sldId id="871" r:id="rId25"/>
    <p:sldId id="872" r:id="rId26"/>
    <p:sldId id="873" r:id="rId27"/>
    <p:sldId id="835" r:id="rId28"/>
    <p:sldId id="709" r:id="rId29"/>
    <p:sldId id="710" r:id="rId30"/>
    <p:sldId id="775" r:id="rId31"/>
    <p:sldId id="796" r:id="rId32"/>
    <p:sldId id="711" r:id="rId33"/>
    <p:sldId id="759" r:id="rId34"/>
    <p:sldId id="770" r:id="rId35"/>
    <p:sldId id="771" r:id="rId36"/>
    <p:sldId id="816" r:id="rId37"/>
    <p:sldId id="817" r:id="rId38"/>
    <p:sldId id="818" r:id="rId39"/>
    <p:sldId id="819" r:id="rId40"/>
    <p:sldId id="820" r:id="rId41"/>
    <p:sldId id="821" r:id="rId42"/>
    <p:sldId id="772" r:id="rId43"/>
    <p:sldId id="774" r:id="rId44"/>
    <p:sldId id="773" r:id="rId45"/>
    <p:sldId id="760" r:id="rId46"/>
    <p:sldId id="761" r:id="rId47"/>
    <p:sldId id="762" r:id="rId48"/>
    <p:sldId id="764" r:id="rId49"/>
    <p:sldId id="763" r:id="rId50"/>
    <p:sldId id="768" r:id="rId51"/>
    <p:sldId id="712" r:id="rId52"/>
    <p:sldId id="776" r:id="rId53"/>
    <p:sldId id="778" r:id="rId54"/>
    <p:sldId id="779" r:id="rId55"/>
    <p:sldId id="780" r:id="rId56"/>
    <p:sldId id="793" r:id="rId57"/>
    <p:sldId id="781" r:id="rId58"/>
    <p:sldId id="782" r:id="rId59"/>
    <p:sldId id="783" r:id="rId60"/>
    <p:sldId id="785" r:id="rId61"/>
    <p:sldId id="786" r:id="rId62"/>
    <p:sldId id="788" r:id="rId63"/>
    <p:sldId id="789" r:id="rId64"/>
    <p:sldId id="790" r:id="rId65"/>
    <p:sldId id="791" r:id="rId66"/>
    <p:sldId id="792" r:id="rId67"/>
    <p:sldId id="720" r:id="rId68"/>
    <p:sldId id="721" r:id="rId69"/>
    <p:sldId id="477"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90">
          <p15:clr>
            <a:srgbClr val="A4A3A4"/>
          </p15:clr>
        </p15:guide>
        <p15:guide id="3" orient="horz" pos="904">
          <p15:clr>
            <a:srgbClr val="A4A3A4"/>
          </p15:clr>
        </p15:guide>
      </p15:sldGuideLst>
    </p:ext>
    <p:ext uri="{2D200454-40CA-4A62-9FC3-DE9A4176ACB9}">
      <p15:notesGuideLst xmlns:p15="http://schemas.microsoft.com/office/powerpoint/2012/main">
        <p15:guide id="1" orient="horz" pos="2879">
          <p15:clr>
            <a:srgbClr val="A4A3A4"/>
          </p15:clr>
        </p15:guide>
        <p15:guide id="2" pos="209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BF"/>
    <a:srgbClr val="F99B0C"/>
    <a:srgbClr val="5BBFFF"/>
    <a:srgbClr val="E6EDF6"/>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38" autoAdjust="0"/>
    <p:restoredTop sz="95930" autoAdjust="0"/>
  </p:normalViewPr>
  <p:slideViewPr>
    <p:cSldViewPr>
      <p:cViewPr varScale="1">
        <p:scale>
          <a:sx n="68" d="100"/>
          <a:sy n="68" d="100"/>
        </p:scale>
        <p:origin x="1770" y="60"/>
      </p:cViewPr>
      <p:guideLst>
        <p:guide orient="horz" pos="2160"/>
        <p:guide pos="2790"/>
        <p:guide orient="horz" pos="904"/>
      </p:guideLst>
    </p:cSldViewPr>
  </p:slideViewPr>
  <p:notesTextViewPr>
    <p:cViewPr>
      <p:scale>
        <a:sx n="3" d="2"/>
        <a:sy n="3" d="2"/>
      </p:scale>
      <p:origin x="0" y="0"/>
    </p:cViewPr>
  </p:notesTextViewPr>
  <p:sorterViewPr>
    <p:cViewPr>
      <p:scale>
        <a:sx n="70" d="100"/>
        <a:sy n="70" d="100"/>
      </p:scale>
      <p:origin x="0" y="0"/>
    </p:cViewPr>
  </p:sorterViewPr>
  <p:notesViewPr>
    <p:cSldViewPr>
      <p:cViewPr varScale="1">
        <p:scale>
          <a:sx n="56" d="100"/>
          <a:sy n="56" d="100"/>
        </p:scale>
        <p:origin x="-2532" y="-96"/>
      </p:cViewPr>
      <p:guideLst>
        <p:guide orient="horz" pos="2879"/>
        <p:guide pos="209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F7C5FB5-36AD-47E6-8467-FAF3C473C7E3}" type="datetimeFigureOut">
              <a:rPr lang="en-US" smtClean="0"/>
              <a:t>11/11/2020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42E8494-3717-4572-B6A2-26675B8846CF}"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4C05F5-65D5-46E0-84F9-6B1CF31312AA}" type="datetimeFigureOut">
              <a:rPr lang="en-US" smtClean="0"/>
              <a:t>11/11/2020</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7290E-E346-40A1-952C-ADD1B108B2A9}"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1EB433-7141-46EB-B919-A4A6B3DAC21C}" type="slidenum">
              <a:rPr lang="en-US" smtClean="0"/>
              <a:t>66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1EB433-7141-46EB-B919-A4A6B3DAC21C}" type="slidenum">
              <a:rPr lang="en-US" smtClean="0"/>
              <a:t>67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3"/>
          <p:cNvSpPr txBox="1"/>
          <p:nvPr userDrawn="1"/>
        </p:nvSpPr>
        <p:spPr bwMode="auto">
          <a:xfrm>
            <a:off x="323850" y="6553200"/>
            <a:ext cx="3352800" cy="228600"/>
          </a:xfrm>
          <a:prstGeom prst="rect">
            <a:avLst/>
          </a:prstGeom>
          <a:noFill/>
          <a:ln>
            <a:noFill/>
          </a:ln>
        </p:spPr>
        <p:txBody>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900" dirty="0">
                <a:solidFill>
                  <a:prstClr val="white">
                    <a:lumMod val="50000"/>
                  </a:prstClr>
                </a:solidFill>
              </a:rPr>
              <a:t>© 2015 NIIT Technologies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382000" cy="762003"/>
          </a:xfrm>
        </p:spPr>
        <p:txBody>
          <a:bodyPr/>
          <a:lstStyle>
            <a:lvl1pPr>
              <a:defRPr b="1">
                <a:solidFill>
                  <a:srgbClr val="0070C0"/>
                </a:solidFill>
              </a:defRPr>
            </a:lvl1pPr>
          </a:lstStyle>
          <a:p>
            <a:r>
              <a:rPr lang="en-US" dirty="0"/>
              <a:t>Click to edit Master title style</a:t>
            </a:r>
            <a:endParaRPr lang="en-IN" dirty="0"/>
          </a:p>
        </p:txBody>
      </p:sp>
      <p:sp>
        <p:nvSpPr>
          <p:cNvPr id="5" name="Content Placeholder 2"/>
          <p:cNvSpPr txBox="1"/>
          <p:nvPr userDrawn="1"/>
        </p:nvSpPr>
        <p:spPr>
          <a:xfrm>
            <a:off x="398463" y="1524000"/>
            <a:ext cx="8229600" cy="4525962"/>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endParaRPr lang="en-US" dirty="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906713"/>
            <a:ext cx="7772400" cy="1500187"/>
          </a:xfrm>
          <a:prstGeom prst="rect">
            <a:avLst/>
          </a:prstGeo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Footer Placeholder 4"/>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endParaRPr lang="en-IN" dirty="0"/>
          </a:p>
        </p:txBody>
      </p:sp>
      <p:sp>
        <p:nvSpPr>
          <p:cNvPr id="3" name="Content Placeholder 2"/>
          <p:cNvSpPr>
            <a:spLocks noGrp="1"/>
          </p:cNvSpPr>
          <p:nvPr>
            <p:ph sz="half" idx="1"/>
          </p:nvPr>
        </p:nvSpPr>
        <p:spPr>
          <a:xfrm>
            <a:off x="457200" y="1600204"/>
            <a:ext cx="4038600" cy="4525963"/>
          </a:xfrm>
          <a:prstGeom prst="rect">
            <a:avLst/>
          </a:prstGeom>
        </p:spPr>
        <p:txBody>
          <a:bodyPr/>
          <a:lstStyle>
            <a:lvl1pPr>
              <a:defRPr sz="1800"/>
            </a:lvl1pPr>
            <a:lvl2pPr marL="742950" indent="-285750" fontAlgn="auto">
              <a:spcAft>
                <a:spcPts val="0"/>
              </a:spcAft>
              <a:buFont typeface="Wingdings" panose="05000000000000000000" pitchFamily="2" charset="2"/>
              <a:buChar char="q"/>
              <a:defRPr sz="1600"/>
            </a:lvl2pPr>
            <a:lvl3pPr marL="1143000" indent="-228600" fontAlgn="auto">
              <a:spcAft>
                <a:spcPts val="0"/>
              </a:spcAft>
              <a:buClr>
                <a:srgbClr val="0066B3"/>
              </a:buClr>
              <a:buFont typeface="Wingdings" panose="05000000000000000000" pitchFamily="2" charset="2"/>
              <a:buChar char="§"/>
              <a:defRPr sz="1400"/>
            </a:lvl3pPr>
            <a:lvl4pPr>
              <a:defRPr sz="1200"/>
            </a:lvl4pPr>
            <a:lvl5pPr>
              <a:defRPr sz="1000"/>
            </a:lvl5pPr>
            <a:lvl6pPr>
              <a:defRPr sz="1800"/>
            </a:lvl6pPr>
            <a:lvl7pPr>
              <a:defRPr sz="1800"/>
            </a:lvl7pPr>
            <a:lvl8pPr>
              <a:defRPr sz="1800"/>
            </a:lvl8pPr>
            <a:lvl9pPr>
              <a:defRPr sz="18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9" name="Content Placeholder 2"/>
          <p:cNvSpPr>
            <a:spLocks noGrp="1"/>
          </p:cNvSpPr>
          <p:nvPr>
            <p:ph sz="half" idx="14"/>
          </p:nvPr>
        </p:nvSpPr>
        <p:spPr>
          <a:xfrm>
            <a:off x="4649190" y="1600204"/>
            <a:ext cx="4038600" cy="4525963"/>
          </a:xfrm>
          <a:prstGeom prst="rect">
            <a:avLst/>
          </a:prstGeom>
        </p:spPr>
        <p:txBody>
          <a:bodyPr/>
          <a:lstStyle>
            <a:lvl1pPr>
              <a:defRPr sz="1800"/>
            </a:lvl1pPr>
            <a:lvl2pPr marL="742950" indent="-285750" fontAlgn="auto">
              <a:spcAft>
                <a:spcPts val="0"/>
              </a:spcAft>
              <a:buFont typeface="Wingdings" panose="05000000000000000000" pitchFamily="2" charset="2"/>
              <a:buChar char="q"/>
              <a:defRPr sz="1600"/>
            </a:lvl2pPr>
            <a:lvl3pPr marL="1143000" indent="-228600" fontAlgn="auto">
              <a:spcAft>
                <a:spcPts val="0"/>
              </a:spcAft>
              <a:buClr>
                <a:srgbClr val="0066B3"/>
              </a:buClr>
              <a:buFont typeface="Wingdings" panose="05000000000000000000" pitchFamily="2" charset="2"/>
              <a:buChar char="§"/>
              <a:defRPr sz="1400"/>
            </a:lvl3pPr>
            <a:lvl4pPr>
              <a:defRPr sz="1200"/>
            </a:lvl4pPr>
            <a:lvl5pPr>
              <a:defRPr sz="1000"/>
            </a:lvl5pPr>
            <a:lvl6pPr>
              <a:defRPr sz="1800"/>
            </a:lvl6pPr>
            <a:lvl7pPr>
              <a:defRPr sz="1800"/>
            </a:lvl7pPr>
            <a:lvl8pPr>
              <a:defRPr sz="1800"/>
            </a:lvl8pPr>
            <a:lvl9pPr>
              <a:defRPr sz="18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5" name="Footer Placeholder 5"/>
          <p:cNvSpPr>
            <a:spLocks noGrp="1"/>
          </p:cNvSpPr>
          <p:nvPr>
            <p:ph type="ftr" sz="quarter" idx="15"/>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endParaRPr lang="en-IN" dirty="0"/>
          </a:p>
        </p:txBody>
      </p:sp>
      <p:sp>
        <p:nvSpPr>
          <p:cNvPr id="7" name="Text Placeholder 3"/>
          <p:cNvSpPr>
            <a:spLocks noGrp="1"/>
          </p:cNvSpPr>
          <p:nvPr>
            <p:ph type="body" sz="half" idx="13"/>
          </p:nvPr>
        </p:nvSpPr>
        <p:spPr>
          <a:xfrm>
            <a:off x="457202" y="1435101"/>
            <a:ext cx="3008313" cy="697756"/>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Text Placeholder 3"/>
          <p:cNvSpPr>
            <a:spLocks noGrp="1"/>
          </p:cNvSpPr>
          <p:nvPr>
            <p:ph type="body" sz="half" idx="14"/>
          </p:nvPr>
        </p:nvSpPr>
        <p:spPr>
          <a:xfrm>
            <a:off x="457202" y="2527631"/>
            <a:ext cx="3008313" cy="697756"/>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3"/>
          <p:cNvSpPr>
            <a:spLocks noGrp="1"/>
          </p:cNvSpPr>
          <p:nvPr>
            <p:ph type="body" sz="half" idx="15"/>
          </p:nvPr>
        </p:nvSpPr>
        <p:spPr>
          <a:xfrm>
            <a:off x="457202" y="3537034"/>
            <a:ext cx="3008313" cy="697756"/>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16"/>
          </p:nvPr>
        </p:nvSpPr>
        <p:spPr>
          <a:xfrm>
            <a:off x="457202" y="4688941"/>
            <a:ext cx="3008313" cy="697756"/>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3"/>
          <p:cNvSpPr>
            <a:spLocks noGrp="1"/>
          </p:cNvSpPr>
          <p:nvPr>
            <p:ph type="body" sz="half" idx="17"/>
          </p:nvPr>
        </p:nvSpPr>
        <p:spPr>
          <a:xfrm>
            <a:off x="4340433" y="1435100"/>
            <a:ext cx="3327913" cy="4010123"/>
          </a:xfrm>
          <a:prstGeom prst="rect">
            <a:avLst/>
          </a:prstGeom>
        </p:spPr>
        <p:txBody>
          <a:bodyPr/>
          <a:lstStyle>
            <a:lvl1pPr marL="0" indent="0" fontAlgn="auto">
              <a:spcAft>
                <a:spcPts val="0"/>
              </a:spcAft>
              <a:buNone/>
              <a:defRPr sz="16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12" name="Footer Placeholder 3"/>
          <p:cNvSpPr>
            <a:spLocks noGrp="1"/>
          </p:cNvSpPr>
          <p:nvPr>
            <p:ph type="ftr" sz="quarter" idx="18"/>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p:nvPr>
        </p:nvSpPr>
        <p:spPr>
          <a:xfrm>
            <a:off x="0" y="-1"/>
            <a:ext cx="8553128" cy="758952"/>
          </a:xfrm>
        </p:spPr>
        <p:txBody>
          <a:bodyPr/>
          <a:lstStyle/>
          <a:p>
            <a:r>
              <a:rPr lang="en-US" dirty="0"/>
              <a:t>Click to edit Master title style</a:t>
            </a:r>
            <a:endParaRPr lang="en-IN" dirty="0"/>
          </a:p>
        </p:txBody>
      </p:sp>
      <p:sp>
        <p:nvSpPr>
          <p:cNvPr id="7" name="Text Placeholder 3"/>
          <p:cNvSpPr>
            <a:spLocks noGrp="1"/>
          </p:cNvSpPr>
          <p:nvPr>
            <p:ph type="body" sz="half" idx="13"/>
          </p:nvPr>
        </p:nvSpPr>
        <p:spPr>
          <a:xfrm>
            <a:off x="457201" y="1435101"/>
            <a:ext cx="8075240" cy="697756"/>
          </a:xfrm>
          <a:prstGeom prst="rect">
            <a:avLst/>
          </a:prstGeom>
        </p:spPr>
        <p:txBody>
          <a:bodyPr/>
          <a:lstStyle>
            <a:lvl1pPr marL="0" indent="0">
              <a:buNone/>
              <a:defRPr sz="2000" b="1">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Text Placeholder 3"/>
          <p:cNvSpPr>
            <a:spLocks noGrp="1"/>
          </p:cNvSpPr>
          <p:nvPr>
            <p:ph type="body" sz="half" idx="14"/>
          </p:nvPr>
        </p:nvSpPr>
        <p:spPr>
          <a:xfrm>
            <a:off x="457201" y="2527631"/>
            <a:ext cx="8075240" cy="697756"/>
          </a:xfrm>
          <a:prstGeom prst="rect">
            <a:avLst/>
          </a:prstGeom>
        </p:spPr>
        <p:txBody>
          <a:bodyPr/>
          <a:lstStyle>
            <a:lvl1pPr marL="0" indent="0">
              <a:buNone/>
              <a:defRPr sz="2000" b="1">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3"/>
          <p:cNvSpPr>
            <a:spLocks noGrp="1"/>
          </p:cNvSpPr>
          <p:nvPr>
            <p:ph type="body" sz="half" idx="15"/>
          </p:nvPr>
        </p:nvSpPr>
        <p:spPr>
          <a:xfrm>
            <a:off x="457201" y="3537034"/>
            <a:ext cx="8075240" cy="697756"/>
          </a:xfrm>
          <a:prstGeom prst="rect">
            <a:avLst/>
          </a:prstGeom>
        </p:spPr>
        <p:txBody>
          <a:bodyPr/>
          <a:lstStyle>
            <a:lvl1pPr marL="0" indent="0">
              <a:buNone/>
              <a:defRPr sz="2000" b="1">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16"/>
          </p:nvPr>
        </p:nvSpPr>
        <p:spPr>
          <a:xfrm>
            <a:off x="457201" y="4688941"/>
            <a:ext cx="8075240" cy="697756"/>
          </a:xfrm>
          <a:prstGeom prst="rect">
            <a:avLst/>
          </a:prstGeom>
        </p:spPr>
        <p:txBody>
          <a:bodyPr/>
          <a:lstStyle>
            <a:lvl1pPr marL="0" indent="0">
              <a:buNone/>
              <a:defRPr sz="2000" b="1">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Footer Placeholder 2"/>
          <p:cNvSpPr>
            <a:spLocks noGrp="1"/>
          </p:cNvSpPr>
          <p:nvPr>
            <p:ph type="ftr" sz="quarter" idx="17"/>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1628800"/>
            <a:ext cx="3008313" cy="1162050"/>
          </a:xfrm>
        </p:spPr>
        <p:txBody>
          <a:bodyPr anchor="b"/>
          <a:lstStyle>
            <a:lvl1pPr algn="l">
              <a:defRPr sz="2000" b="1"/>
            </a:lvl1pPr>
          </a:lstStyle>
          <a:p>
            <a:r>
              <a:rPr lang="en-US" dirty="0"/>
              <a:t>Click to edit Master title style</a:t>
            </a:r>
            <a:endParaRPr lang="en-IN" dirty="0"/>
          </a:p>
        </p:txBody>
      </p:sp>
      <p:sp>
        <p:nvSpPr>
          <p:cNvPr id="3" name="Content Placeholder 2"/>
          <p:cNvSpPr>
            <a:spLocks noGrp="1"/>
          </p:cNvSpPr>
          <p:nvPr>
            <p:ph idx="1"/>
          </p:nvPr>
        </p:nvSpPr>
        <p:spPr>
          <a:xfrm>
            <a:off x="3575050" y="1435104"/>
            <a:ext cx="5111750" cy="5853113"/>
          </a:xfrm>
          <a:prstGeom prst="rect">
            <a:avLst/>
          </a:prstGeom>
        </p:spPr>
        <p:txBody>
          <a:bodyPr/>
          <a:lstStyle>
            <a:lvl1pPr>
              <a:defRPr sz="2000"/>
            </a:lvl1pPr>
            <a:lvl2pPr marL="742950" indent="-285750" fontAlgn="auto">
              <a:spcAft>
                <a:spcPts val="0"/>
              </a:spcAft>
              <a:buFont typeface="Wingdings" panose="05000000000000000000" pitchFamily="2" charset="2"/>
              <a:buChar char="q"/>
              <a:defRPr sz="1800"/>
            </a:lvl2pPr>
            <a:lvl3pPr marL="1143000" indent="-228600" fontAlgn="auto">
              <a:spcAft>
                <a:spcPts val="0"/>
              </a:spcAft>
              <a:buClr>
                <a:srgbClr val="0066B3"/>
              </a:buClr>
              <a:buFont typeface="Wingdings" panose="05000000000000000000" pitchFamily="2" charset="2"/>
              <a:buChar char="§"/>
              <a:defRPr sz="1600"/>
            </a:lvl3pPr>
            <a:lvl4pPr>
              <a:defRPr sz="1400"/>
            </a:lvl4pPr>
            <a:lvl5pPr>
              <a:defRPr sz="1200"/>
            </a:lvl5pPr>
            <a:lvl6pPr>
              <a:defRPr sz="2000"/>
            </a:lvl6pPr>
            <a:lvl7pPr>
              <a:defRPr sz="2000"/>
            </a:lvl7pPr>
            <a:lvl8pPr>
              <a:defRPr sz="2000"/>
            </a:lvl8pPr>
            <a:lvl9pPr>
              <a:defRPr sz="20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4" name="Text Placeholder 3"/>
          <p:cNvSpPr>
            <a:spLocks noGrp="1"/>
          </p:cNvSpPr>
          <p:nvPr>
            <p:ph type="body" sz="half" idx="2"/>
          </p:nvPr>
        </p:nvSpPr>
        <p:spPr>
          <a:xfrm>
            <a:off x="457202" y="1435103"/>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5"/>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1412776"/>
            <a:ext cx="5486400" cy="3744416"/>
          </a:xfrm>
          <a:prstGeom prst="rect">
            <a:avLst/>
          </a:prstGeom>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5"/>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a:xfrm>
            <a:off x="457200" y="1600204"/>
            <a:ext cx="8229600" cy="4525963"/>
          </a:xfrm>
          <a:prstGeom prst="rect">
            <a:avLst/>
          </a:prstGeom>
        </p:spPr>
        <p:txBody>
          <a:bodyPr vert="eaVert"/>
          <a:lstStyle>
            <a:lvl2pPr marL="742950" indent="-285750" fontAlgn="auto">
              <a:spcAft>
                <a:spcPts val="0"/>
              </a:spcAft>
              <a:buFont typeface="Wingdings" panose="05000000000000000000" pitchFamily="2" charset="2"/>
              <a:buChar char="q"/>
              <a:defRPr/>
            </a:lvl2pPr>
            <a:lvl3pPr marL="1143000" indent="-228600" fontAlgn="auto">
              <a:spcAft>
                <a:spcPts val="0"/>
              </a:spcAft>
              <a:buClr>
                <a:srgbClr val="0066B3"/>
              </a:buClr>
              <a:buFont typeface="Wingdings" panose="05000000000000000000" pitchFamily="2" charset="2"/>
              <a:buChar char="§"/>
              <a:defRPr/>
            </a:lvl3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4" name="Footer Placeholder 4"/>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8"/>
            <a:ext cx="2057400" cy="4641379"/>
          </a:xfrm>
        </p:spPr>
        <p:txBody>
          <a:bodyPr vert="eaVert"/>
          <a:lstStyle/>
          <a:p>
            <a:r>
              <a:rPr lang="en-US" dirty="0"/>
              <a:t>Click to edit Master title style</a:t>
            </a:r>
            <a:endParaRPr lang="en-IN" dirty="0"/>
          </a:p>
        </p:txBody>
      </p:sp>
      <p:sp>
        <p:nvSpPr>
          <p:cNvPr id="3" name="Vertical Text Placeholder 2"/>
          <p:cNvSpPr>
            <a:spLocks noGrp="1"/>
          </p:cNvSpPr>
          <p:nvPr>
            <p:ph type="body" orient="vert" idx="1"/>
          </p:nvPr>
        </p:nvSpPr>
        <p:spPr>
          <a:xfrm>
            <a:off x="457200" y="1484788"/>
            <a:ext cx="6019800" cy="4641379"/>
          </a:xfrm>
          <a:prstGeom prst="rect">
            <a:avLst/>
          </a:prstGeom>
        </p:spPr>
        <p:txBody>
          <a:bodyPr vert="eaVert"/>
          <a:lstStyle>
            <a:lvl2pPr marL="742950" indent="-285750" fontAlgn="auto">
              <a:spcAft>
                <a:spcPts val="0"/>
              </a:spcAft>
              <a:buFont typeface="Wingdings" panose="05000000000000000000" pitchFamily="2" charset="2"/>
              <a:buChar char="q"/>
              <a:defRPr/>
            </a:lvl2pPr>
            <a:lvl3pPr marL="1143000" indent="-228600" fontAlgn="auto">
              <a:spcAft>
                <a:spcPts val="0"/>
              </a:spcAft>
              <a:buClr>
                <a:srgbClr val="0066B3"/>
              </a:buClr>
              <a:buFont typeface="Wingdings" panose="05000000000000000000" pitchFamily="2" charset="2"/>
              <a:buChar char="§"/>
              <a:defRPr/>
            </a:lvl3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4" name="Footer Placeholder 4"/>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txBox="1"/>
          <p:nvPr userDrawn="1"/>
        </p:nvSpPr>
        <p:spPr bwMode="auto">
          <a:xfrm>
            <a:off x="323850" y="6553200"/>
            <a:ext cx="3352800" cy="228600"/>
          </a:xfrm>
          <a:prstGeom prst="rect">
            <a:avLst/>
          </a:prstGeom>
          <a:noFill/>
          <a:ln>
            <a:noFill/>
          </a:ln>
        </p:spPr>
        <p:txBody>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900" dirty="0">
                <a:solidFill>
                  <a:prstClr val="white">
                    <a:lumMod val="50000"/>
                  </a:prstClr>
                </a:solidFill>
              </a:rPr>
              <a:t>© 2015 NIIT Technologies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lvl1pPr>
              <a:defRPr/>
            </a:lvl1pPr>
          </a:lstStyle>
          <a:p>
            <a:r>
              <a:rPr lang="en-US" dirty="0"/>
              <a:t>Click to edit Master title style</a:t>
            </a:r>
            <a:endParaRPr lang="en-IN" dirty="0"/>
          </a:p>
        </p:txBody>
      </p:sp>
      <p:sp>
        <p:nvSpPr>
          <p:cNvPr id="3" name="Text Placeholder 2"/>
          <p:cNvSpPr>
            <a:spLocks noGrp="1"/>
          </p:cNvSpPr>
          <p:nvPr>
            <p:ph type="body" idx="1"/>
          </p:nvPr>
        </p:nvSpPr>
        <p:spPr>
          <a:xfrm>
            <a:off x="457200" y="1535113"/>
            <a:ext cx="4040188" cy="639762"/>
          </a:xfrm>
          <a:prstGeom prst="rect">
            <a:avLst/>
          </a:prstGeo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8219256" cy="3951288"/>
          </a:xfrm>
          <a:prstGeom prst="rect">
            <a:avLst/>
          </a:prstGeom>
        </p:spPr>
        <p:txBody>
          <a:bodyPr/>
          <a:lstStyle>
            <a:lvl1pPr>
              <a:defRPr sz="2000"/>
            </a:lvl1pPr>
            <a:lvl2pPr marL="742950" indent="-285750" fontAlgn="auto">
              <a:spcAft>
                <a:spcPts val="0"/>
              </a:spcAft>
              <a:buFont typeface="Wingdings" panose="05000000000000000000" pitchFamily="2" charset="2"/>
              <a:buChar char="q"/>
              <a:defRPr sz="1800"/>
            </a:lvl2pPr>
            <a:lvl3pPr marL="1143000" indent="-228600" fontAlgn="auto">
              <a:spcAft>
                <a:spcPts val="0"/>
              </a:spcAft>
              <a:buClr>
                <a:srgbClr val="0066B3"/>
              </a:buClr>
              <a:buFont typeface="Wingdings" panose="05000000000000000000" pitchFamily="2" charset="2"/>
              <a:buChar char="§"/>
              <a:defRPr sz="1600"/>
            </a:lvl3pPr>
            <a:lvl4pPr>
              <a:defRPr sz="1600"/>
            </a:lvl4pPr>
            <a:lvl5pPr>
              <a:defRPr sz="1600"/>
            </a:lvl5pPr>
            <a:lvl6pPr>
              <a:defRPr sz="1600"/>
            </a:lvl6pPr>
            <a:lvl7pPr>
              <a:defRPr sz="1600"/>
            </a:lvl7pPr>
            <a:lvl8pPr>
              <a:defRPr sz="1600"/>
            </a:lvl8pPr>
            <a:lvl9pPr>
              <a:defRPr sz="16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5" name="Text Placeholder 4"/>
          <p:cNvSpPr>
            <a:spLocks noGrp="1"/>
          </p:cNvSpPr>
          <p:nvPr>
            <p:ph type="body" sz="quarter" idx="3"/>
          </p:nvPr>
        </p:nvSpPr>
        <p:spPr>
          <a:xfrm>
            <a:off x="4645027" y="1535113"/>
            <a:ext cx="4041775" cy="639762"/>
          </a:xfrm>
          <a:prstGeom prst="rect">
            <a:avLst/>
          </a:prstGeom>
        </p:spPr>
        <p:txBody>
          <a:bodyPr anchor="t"/>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Footer Placeholder 7"/>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412780"/>
            <a:ext cx="5111750" cy="4713387"/>
          </a:xfrm>
          <a:prstGeom prst="rect">
            <a:avLst/>
          </a:prstGeom>
        </p:spPr>
        <p:txBody>
          <a:bodyPr/>
          <a:lstStyle>
            <a:lvl1pPr marL="0" marR="0" indent="0" algn="l" defTabSz="914400" rtl="0" eaLnBrk="1" fontAlgn="auto" latinLnBrk="0" hangingPunct="1">
              <a:lnSpc>
                <a:spcPct val="100000"/>
              </a:lnSpc>
              <a:spcBef>
                <a:spcPct val="0"/>
              </a:spcBef>
              <a:spcAft>
                <a:spcPts val="0"/>
              </a:spcAft>
              <a:buClrTx/>
              <a:buSzTx/>
              <a:buFontTx/>
              <a:buNone/>
              <a:defRPr sz="20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0"/>
              </a:spcBef>
              <a:spcAft>
                <a:spcPts val="0"/>
              </a:spcAft>
              <a:buClrTx/>
              <a:buSzTx/>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marR="0" indent="-228600" algn="l" defTabSz="914400" rtl="0" eaLnBrk="1" fontAlgn="auto" latinLnBrk="0" hangingPunct="1">
              <a:lnSpc>
                <a:spcPct val="100000"/>
              </a:lnSpc>
              <a:spcBef>
                <a:spcPct val="0"/>
              </a:spcBef>
              <a:spcAft>
                <a:spcPts val="0"/>
              </a:spcAft>
              <a:buClr>
                <a:srgbClr val="0066B3"/>
              </a:buClr>
              <a:buSzTx/>
              <a:buFont typeface="Wingdings" panose="05000000000000000000" pitchFamily="2" charset="2"/>
              <a:buChar char="§"/>
              <a:defRPr sz="1400">
                <a:latin typeface="Arial" panose="020B0604020202020204" pitchFamily="34" charset="0"/>
                <a:cs typeface="Arial" panose="020B0604020202020204" pitchFamily="34" charset="0"/>
              </a:defRPr>
            </a:lvl3pPr>
            <a:lvl4pPr marL="1527175" marR="0" indent="-285750" algn="l" defTabSz="914400" rtl="0" eaLnBrk="1" fontAlgn="auto" latinLnBrk="0" hangingPunct="1">
              <a:lnSpc>
                <a:spcPct val="100000"/>
              </a:lnSpc>
              <a:spcBef>
                <a:spcPct val="0"/>
              </a:spcBef>
              <a:spcAft>
                <a:spcPts val="0"/>
              </a:spcAft>
              <a:buClr>
                <a:srgbClr val="0066B3"/>
              </a:buClr>
              <a:buSzTx/>
              <a:buFont typeface="Arial" panose="020B0604020202020204" pitchFamily="34" charset="0"/>
              <a:buChar char="–"/>
              <a:defRPr sz="1400">
                <a:latin typeface="Arial" panose="020B0604020202020204" pitchFamily="34" charset="0"/>
                <a:cs typeface="Arial" panose="020B0604020202020204" pitchFamily="34" charset="0"/>
              </a:defRPr>
            </a:lvl4pPr>
            <a:lvl5pPr>
              <a:defRPr sz="2000"/>
            </a:lvl5pPr>
            <a:lvl6pPr>
              <a:defRPr sz="2000"/>
            </a:lvl6pPr>
            <a:lvl7pPr>
              <a:defRPr sz="2000"/>
            </a:lvl7pPr>
            <a:lvl8pPr>
              <a:defRPr sz="2000"/>
            </a:lvl8pPr>
            <a:lvl9pPr>
              <a:defRPr sz="2000"/>
            </a:lvl9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4" name="Text Placeholder 3"/>
          <p:cNvSpPr>
            <a:spLocks noGrp="1"/>
          </p:cNvSpPr>
          <p:nvPr>
            <p:ph type="body" sz="half" idx="2"/>
          </p:nvPr>
        </p:nvSpPr>
        <p:spPr>
          <a:xfrm>
            <a:off x="457202" y="1435103"/>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Footer Placeholder 5"/>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p>
        </p:txBody>
      </p:sp>
      <p:sp>
        <p:nvSpPr>
          <p:cNvPr id="3" name="Content Placeholder 2"/>
          <p:cNvSpPr>
            <a:spLocks noGrp="1"/>
          </p:cNvSpPr>
          <p:nvPr>
            <p:ph idx="1"/>
          </p:nvPr>
        </p:nvSpPr>
        <p:spPr>
          <a:xfrm>
            <a:off x="457200" y="1600204"/>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4"/>
            <a:ext cx="2133600" cy="365125"/>
          </a:xfrm>
          <a:prstGeom prst="rect">
            <a:avLst/>
          </a:prstGeom>
        </p:spPr>
        <p:txBody>
          <a:bodyPr/>
          <a:lstStyle/>
          <a:p>
            <a:pPr fontAlgn="base">
              <a:spcBef>
                <a:spcPct val="0"/>
              </a:spcBef>
              <a:spcAft>
                <a:spcPct val="0"/>
              </a:spcAft>
            </a:pPr>
            <a:endParaRPr lang="en-US" dirty="0">
              <a:solidFill>
                <a:prstClr val="black">
                  <a:tint val="75000"/>
                </a:prstClr>
              </a:solidFill>
              <a:cs typeface="Arial" panose="020B0604020202020204" pitchFamily="34" charset="0"/>
            </a:endParaRPr>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pPr fontAlgn="base">
              <a:spcBef>
                <a:spcPct val="0"/>
              </a:spcBef>
              <a:spcAft>
                <a:spcPct val="0"/>
              </a:spcAft>
            </a:pPr>
            <a:endParaRPr lang="en-US" dirty="0">
              <a:solidFill>
                <a:prstClr val="black">
                  <a:tint val="75000"/>
                </a:prstClr>
              </a:solidFill>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p>
        </p:txBody>
      </p:sp>
      <p:sp>
        <p:nvSpPr>
          <p:cNvPr id="4" name="Text Placeholder 3"/>
          <p:cNvSpPr>
            <a:spLocks noGrp="1"/>
          </p:cNvSpPr>
          <p:nvPr>
            <p:ph type="body" sz="quarter" idx="10"/>
          </p:nvPr>
        </p:nvSpPr>
        <p:spPr>
          <a:xfrm>
            <a:off x="422030" y="1508760"/>
            <a:ext cx="8305566" cy="4590288"/>
          </a:xfrm>
          <a:prstGeom prst="rect">
            <a:avLst/>
          </a:prstGeom>
        </p:spPr>
        <p:txBody>
          <a:bodyPr lIns="0" tIns="0" rIns="0" bIns="0"/>
          <a:lstStyle>
            <a:lvl1pPr>
              <a:spcBef>
                <a:spcPts val="355"/>
              </a:spcBef>
              <a:defRPr/>
            </a:lvl1pPr>
            <a:lvl2pPr marL="422275" indent="-212725">
              <a:spcBef>
                <a:spcPts val="355"/>
              </a:spcBef>
              <a:defRPr/>
            </a:lvl2pPr>
            <a:lvl3pPr marL="843915" indent="-212725">
              <a:spcBef>
                <a:spcPts val="355"/>
              </a:spcBef>
              <a:defRPr/>
            </a:lvl3pPr>
            <a:lvl4pPr marL="1269365" indent="-215900">
              <a:spcBef>
                <a:spcPts val="355"/>
              </a:spcBef>
              <a:defRPr/>
            </a:lvl4pPr>
            <a:lvl5pPr marL="1900555" indent="-212725">
              <a:spcBef>
                <a:spcPts val="355"/>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8458200" cy="762004"/>
          </a:xfrm>
        </p:spPr>
        <p:txBody>
          <a:bodyPr/>
          <a:lstStyle/>
          <a:p>
            <a:r>
              <a:rPr lang="en-US" dirty="0"/>
              <a:t>Click to edit Master title style</a:t>
            </a:r>
            <a:endParaRPr lang="en-IN" dirty="0"/>
          </a:p>
        </p:txBody>
      </p:sp>
      <p:sp>
        <p:nvSpPr>
          <p:cNvPr id="3" name="Footer Placeholder 3"/>
          <p:cNvSpPr>
            <a:spLocks noGrp="1"/>
          </p:cNvSpPr>
          <p:nvPr>
            <p:ph type="ftr" sz="quarter" idx="10"/>
          </p:nvPr>
        </p:nvSpPr>
        <p:spPr>
          <a:xfrm>
            <a:off x="3124200" y="6356354"/>
            <a:ext cx="2895600" cy="365125"/>
          </a:xfrm>
          <a:prstGeom prst="rect">
            <a:avLst/>
          </a:prstGeom>
        </p:spPr>
        <p:txBody>
          <a:bodyPr/>
          <a:lstStyle>
            <a:lvl1pPr>
              <a:defRPr/>
            </a:lvl1pPr>
          </a:lstStyle>
          <a:p>
            <a:pPr fontAlgn="base">
              <a:spcBef>
                <a:spcPct val="0"/>
              </a:spcBef>
              <a:spcAft>
                <a:spcPct val="0"/>
              </a:spcAft>
              <a:defRPr/>
            </a:pPr>
            <a:endParaRPr lang="en-IN" dirty="0">
              <a:solidFill>
                <a:prstClr val="black"/>
              </a:solidFill>
              <a:cs typeface="Arial" panose="020B0604020202020204" pitchFamily="34" charset="0"/>
            </a:endParaRPr>
          </a:p>
        </p:txBody>
      </p:sp>
      <p:sp>
        <p:nvSpPr>
          <p:cNvPr id="6" name="Date Placeholder 3"/>
          <p:cNvSpPr>
            <a:spLocks noGrp="1"/>
          </p:cNvSpPr>
          <p:nvPr>
            <p:ph type="dt" sz="half" idx="12"/>
          </p:nvPr>
        </p:nvSpPr>
        <p:spPr>
          <a:xfrm>
            <a:off x="180976" y="6510341"/>
            <a:ext cx="2890838" cy="271463"/>
          </a:xfrm>
          <a:prstGeom prst="rect">
            <a:avLst/>
          </a:prstGeom>
          <a:solidFill>
            <a:schemeClr val="bg1"/>
          </a:solidFill>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panose="020B0604020202020204" pitchFamily="34" charset="0"/>
                <a:cs typeface="Arial" panose="020B0604020202020204" pitchFamily="34" charset="0"/>
              </a:defRPr>
            </a:lvl1pPr>
          </a:lstStyle>
          <a:p>
            <a:pPr>
              <a:defRPr/>
            </a:pPr>
            <a:endParaRPr lang="en-IN" dirty="0">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0" y="-1"/>
            <a:ext cx="8541253" cy="758952"/>
          </a:xfrm>
        </p:spPr>
        <p:txBody>
          <a:bodyPr/>
          <a:lstStyle/>
          <a:p>
            <a:r>
              <a:rPr lang="en-US" dirty="0"/>
              <a:t>Click to edit Master title style</a:t>
            </a:r>
            <a:endParaRPr lang="en-IN" dirty="0"/>
          </a:p>
        </p:txBody>
      </p:sp>
      <p:sp>
        <p:nvSpPr>
          <p:cNvPr id="10" name="Content Placeholder 2"/>
          <p:cNvSpPr>
            <a:spLocks noGrp="1"/>
          </p:cNvSpPr>
          <p:nvPr>
            <p:ph idx="1"/>
          </p:nvPr>
        </p:nvSpPr>
        <p:spPr>
          <a:xfrm>
            <a:off x="397825" y="1556794"/>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
        <p:nvSpPr>
          <p:cNvPr id="5" name="Date Placeholder 3"/>
          <p:cNvSpPr>
            <a:spLocks noGrp="1"/>
          </p:cNvSpPr>
          <p:nvPr>
            <p:ph type="dt" sz="half" idx="12"/>
          </p:nvPr>
        </p:nvSpPr>
        <p:spPr>
          <a:xfrm>
            <a:off x="180976" y="6510341"/>
            <a:ext cx="2890838" cy="271463"/>
          </a:xfrm>
          <a:prstGeom prst="rect">
            <a:avLst/>
          </a:prstGeom>
          <a:solidFill>
            <a:schemeClr val="bg1"/>
          </a:solidFill>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panose="020B0604020202020204" pitchFamily="34" charset="0"/>
                <a:cs typeface="Arial" panose="020B0604020202020204" pitchFamily="34" charset="0"/>
              </a:defRPr>
            </a:lvl1pPr>
          </a:lstStyle>
          <a:p>
            <a:pPr>
              <a:defRPr/>
            </a:pPr>
            <a:endParaRPr lang="en-IN" dirty="0">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pPr fontAlgn="base">
              <a:spcBef>
                <a:spcPct val="0"/>
              </a:spcBef>
              <a:spcAft>
                <a:spcPct val="0"/>
              </a:spcAft>
            </a:pPr>
            <a:fld id="{FC8EDEE6-0D52-4A01-A64F-AE109803440D}" type="datetimeFigureOut">
              <a:rPr lang="en-GB" smtClean="0">
                <a:solidFill>
                  <a:prstClr val="black"/>
                </a:solidFill>
                <a:cs typeface="Arial" panose="020B0604020202020204" pitchFamily="34" charset="0"/>
              </a:rPr>
              <a:t>11/11/2020</a:t>
            </a:fld>
            <a:endParaRPr lang="en-GB" dirty="0">
              <a:solidFill>
                <a:prstClr val="black"/>
              </a:solidFill>
              <a:cs typeface="Arial" panose="020B0604020202020204" pitchFamily="34" charset="0"/>
            </a:endParaRPr>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pPr fontAlgn="base">
              <a:spcBef>
                <a:spcPct val="0"/>
              </a:spcBef>
              <a:spcAft>
                <a:spcPct val="0"/>
              </a:spcAft>
            </a:pPr>
            <a:endParaRPr lang="en-GB" dirty="0">
              <a:solidFill>
                <a:prstClr val="black"/>
              </a:solidFill>
              <a:cs typeface="Arial" panose="020B0604020202020204" pitchFamily="34" charset="0"/>
            </a:endParaRPr>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pPr fontAlgn="base">
              <a:spcBef>
                <a:spcPct val="0"/>
              </a:spcBef>
              <a:spcAft>
                <a:spcPct val="0"/>
              </a:spcAft>
            </a:pPr>
            <a:fld id="{E4FBB5BC-A5EE-4137-8614-AA0187E4704F}" type="slidenum">
              <a:rPr lang="en-GB" smtClean="0">
                <a:solidFill>
                  <a:prstClr val="black"/>
                </a:solidFill>
                <a:cs typeface="Arial" panose="020B0604020202020204" pitchFamily="34" charset="0"/>
              </a:rPr>
              <a:t>‹#›</a:t>
            </a:fld>
            <a:endParaRPr lang="en-GB" dirty="0">
              <a:solidFill>
                <a:prstClr val="black"/>
              </a:solidFill>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0" y="-1"/>
            <a:ext cx="8541253" cy="758952"/>
          </a:xfrm>
        </p:spPr>
        <p:txBody>
          <a:bodyPr/>
          <a:lstStyle/>
          <a:p>
            <a:r>
              <a:rPr lang="en-US" dirty="0"/>
              <a:t>Click to edit Master title style</a:t>
            </a:r>
            <a:endParaRPr lang="en-IN" dirty="0"/>
          </a:p>
        </p:txBody>
      </p:sp>
      <p:sp>
        <p:nvSpPr>
          <p:cNvPr id="10" name="Content Placeholder 2"/>
          <p:cNvSpPr>
            <a:spLocks noGrp="1"/>
          </p:cNvSpPr>
          <p:nvPr>
            <p:ph idx="1"/>
          </p:nvPr>
        </p:nvSpPr>
        <p:spPr>
          <a:xfrm>
            <a:off x="397825" y="1556794"/>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Slide Number Placeholder 5"/>
          <p:cNvSpPr>
            <a:spLocks noGrp="1"/>
          </p:cNvSpPr>
          <p:nvPr>
            <p:ph type="sldNum" sz="quarter" idx="11"/>
          </p:nvPr>
        </p:nvSpPr>
        <p:spPr>
          <a:xfrm>
            <a:off x="3810000" y="6492879"/>
            <a:ext cx="2133600" cy="365125"/>
          </a:xfrm>
          <a:prstGeom prst="rect">
            <a:avLst/>
          </a:prstGeom>
        </p:spPr>
        <p:txBody>
          <a:bodyPr/>
          <a:lstStyle>
            <a:lvl1pPr>
              <a:defRPr/>
            </a:lvl1pPr>
          </a:lstStyle>
          <a:p>
            <a:pPr fontAlgn="base">
              <a:spcBef>
                <a:spcPct val="0"/>
              </a:spcBef>
              <a:spcAft>
                <a:spcPct val="0"/>
              </a:spcAft>
            </a:pPr>
            <a:fld id="{811A7E7B-721D-4AEC-A211-563E42B7C37A}" type="slidenum">
              <a:rPr lang="en-US" altLang="en-US">
                <a:solidFill>
                  <a:prstClr val="black"/>
                </a:solidFill>
                <a:cs typeface="Arial" panose="020B0604020202020204" pitchFamily="34" charset="0"/>
              </a:rPr>
              <a:t>‹#›</a:t>
            </a:fld>
            <a:endParaRPr lang="en-US" altLang="en-US" dirty="0">
              <a:solidFill>
                <a:prstClr val="black"/>
              </a:solidFill>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0" y="-1"/>
            <a:ext cx="8541253" cy="758952"/>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4"/>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0" y="-1"/>
            <a:ext cx="8541253" cy="758952"/>
          </a:xfrm>
        </p:spPr>
        <p:txBody>
          <a:bodyPr/>
          <a:lstStyle/>
          <a:p>
            <a:r>
              <a:rPr lang="en-US" dirty="0"/>
              <a:t>Click to edit Master title style</a:t>
            </a:r>
            <a:endParaRPr lang="en-IN" dirty="0"/>
          </a:p>
        </p:txBody>
      </p:sp>
      <p:sp>
        <p:nvSpPr>
          <p:cNvPr id="10" name="Content Placeholder 2"/>
          <p:cNvSpPr>
            <a:spLocks noGrp="1"/>
          </p:cNvSpPr>
          <p:nvPr>
            <p:ph idx="1"/>
          </p:nvPr>
        </p:nvSpPr>
        <p:spPr>
          <a:xfrm>
            <a:off x="397825" y="1556794"/>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2_Title Slide">
    <p:spTree>
      <p:nvGrpSpPr>
        <p:cNvPr id="1" name=""/>
        <p:cNvGrpSpPr/>
        <p:nvPr/>
      </p:nvGrpSpPr>
      <p:grpSpPr>
        <a:xfrm>
          <a:off x="0" y="0"/>
          <a:ext cx="0" cy="0"/>
          <a:chOff x="0" y="0"/>
          <a:chExt cx="0" cy="0"/>
        </a:xfrm>
      </p:grpSpPr>
      <p:sp>
        <p:nvSpPr>
          <p:cNvPr id="41986" name="Rectangle 2"/>
          <p:cNvSpPr>
            <a:spLocks noGrp="1" noChangeArrowheads="1"/>
          </p:cNvSpPr>
          <p:nvPr>
            <p:ph type="ctrTitle"/>
          </p:nvPr>
        </p:nvSpPr>
        <p:spPr>
          <a:xfrm>
            <a:off x="685800" y="2286000"/>
            <a:ext cx="7772400" cy="1143000"/>
          </a:xfrm>
        </p:spPr>
        <p:txBody>
          <a:bodyPr/>
          <a:lstStyle>
            <a:lvl1pPr algn="ctr">
              <a:defRPr/>
            </a:lvl1pPr>
          </a:lstStyle>
          <a:p>
            <a:r>
              <a:rPr lang="en-US"/>
              <a:t>Click to edit Master title style</a:t>
            </a:r>
          </a:p>
        </p:txBody>
      </p:sp>
      <p:sp>
        <p:nvSpPr>
          <p:cNvPr id="41987" name="Rectangle 3"/>
          <p:cNvSpPr>
            <a:spLocks noGrp="1" noChangeArrowheads="1"/>
          </p:cNvSpPr>
          <p:nvPr>
            <p:ph type="subTitle" idx="1"/>
          </p:nvPr>
        </p:nvSpPr>
        <p:spPr>
          <a:xfrm>
            <a:off x="1371600" y="3886200"/>
            <a:ext cx="6400800" cy="1752600"/>
          </a:xfrm>
          <a:prstGeom prst="rect">
            <a:avLst/>
          </a:prstGeom>
        </p:spPr>
        <p:txBody>
          <a:bodyPr/>
          <a:lstStyle>
            <a:lvl1pPr marL="0" indent="0" algn="ctr">
              <a:buFontTx/>
              <a:buNone/>
              <a:defRPr/>
            </a:lvl1pPr>
          </a:lstStyle>
          <a:p>
            <a:r>
              <a:rPr lang="en-US"/>
              <a:t>Click to edit Master subtitle style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25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a:xfrm>
            <a:off x="0" y="0"/>
            <a:ext cx="8458200" cy="758952"/>
          </a:xfrm>
        </p:spPr>
        <p:txBody>
          <a:bodyPr/>
          <a:lstStyle/>
          <a:p>
            <a:r>
              <a:rPr lang="en-US" dirty="0"/>
              <a:t>Click to edit Master title style</a:t>
            </a:r>
          </a:p>
        </p:txBody>
      </p:sp>
      <p:sp>
        <p:nvSpPr>
          <p:cNvPr id="7" name="Slide Number Placeholder 6"/>
          <p:cNvSpPr>
            <a:spLocks noGrp="1"/>
          </p:cNvSpPr>
          <p:nvPr>
            <p:ph type="sldNum" sz="quarter" idx="10"/>
          </p:nvPr>
        </p:nvSpPr>
        <p:spPr>
          <a:xfrm>
            <a:off x="6553200" y="6356350"/>
            <a:ext cx="2133600" cy="365125"/>
          </a:xfrm>
          <a:prstGeom prst="rect">
            <a:avLst/>
          </a:prstGeom>
        </p:spPr>
        <p:txBody>
          <a:bodyPr/>
          <a:lstStyle/>
          <a:p>
            <a:fld id="{6510B837-43AC-47AA-8540-8A729DF0E8F7}" type="slidenum">
              <a:rPr lang="en-US" smtClean="0"/>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0" y="-1"/>
            <a:ext cx="8541253" cy="758952"/>
          </a:xfrm>
        </p:spPr>
        <p:txBody>
          <a:bodyPr/>
          <a:lstStyle/>
          <a:p>
            <a:r>
              <a:rPr lang="en-US" dirty="0"/>
              <a:t>Click to edit Master title style</a:t>
            </a:r>
            <a:endParaRPr lang="en-IN" dirty="0"/>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71997"/>
            <a:ext cx="8229600" cy="39212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044552" y="6356350"/>
            <a:ext cx="2895600" cy="365125"/>
          </a:xfrm>
          <a:prstGeom prst="rect">
            <a:avLst/>
          </a:prstGeom>
        </p:spPr>
        <p:txBody>
          <a:bodyPr/>
          <a:lstStyle>
            <a:lvl1pPr>
              <a:defRPr>
                <a:solidFill>
                  <a:schemeClr val="tx1">
                    <a:lumMod val="50000"/>
                    <a:lumOff val="50000"/>
                  </a:schemeClr>
                </a:solidFill>
              </a:defRPr>
            </a:lvl1pPr>
          </a:lstStyle>
          <a:p>
            <a:r>
              <a:rPr lang="en-US" dirty="0"/>
              <a:t>© NIIT Technologies Confidential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8C361CA-D9F5-482C-9AA4-44597437E711}" type="slidenum">
              <a:rPr lang="en-US" smtClean="0"/>
              <a:t>‹#›</a:t>
            </a:fld>
            <a:endParaRPr lang="en-US"/>
          </a:p>
        </p:txBody>
      </p:sp>
      <p:sp>
        <p:nvSpPr>
          <p:cNvPr id="8" name="Text Placeholder 2"/>
          <p:cNvSpPr>
            <a:spLocks noGrp="1"/>
          </p:cNvSpPr>
          <p:nvPr>
            <p:ph type="body" idx="13"/>
          </p:nvPr>
        </p:nvSpPr>
        <p:spPr>
          <a:xfrm>
            <a:off x="457200" y="1535113"/>
            <a:ext cx="4040188" cy="639762"/>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11653" y="92882"/>
            <a:ext cx="8229600" cy="605641"/>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11653" y="92882"/>
            <a:ext cx="8229600" cy="605641"/>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11653" y="92882"/>
            <a:ext cx="8229600" cy="605641"/>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11653" y="92882"/>
            <a:ext cx="8229600" cy="605641"/>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311653" y="92882"/>
            <a:ext cx="8229600" cy="605641"/>
          </a:xfrm>
        </p:spPr>
        <p:txBody>
          <a:bodyPr/>
          <a:lstStyle/>
          <a:p>
            <a:r>
              <a:rPr lang="en-US"/>
              <a:t>Click to edit Master title style</a:t>
            </a:r>
            <a:endParaRPr lang="en-IN"/>
          </a:p>
        </p:txBody>
      </p:sp>
      <p:sp>
        <p:nvSpPr>
          <p:cNvPr id="10" name="Content Placeholder 2"/>
          <p:cNvSpPr>
            <a:spLocks noGrp="1"/>
          </p:cNvSpPr>
          <p:nvPr>
            <p:ph idx="1"/>
          </p:nvPr>
        </p:nvSpPr>
        <p:spPr>
          <a:xfrm>
            <a:off x="397825" y="1556792"/>
            <a:ext cx="8229600" cy="4525963"/>
          </a:xfrm>
          <a:prstGeom prst="rect">
            <a:avLst/>
          </a:prstGeom>
        </p:spPr>
        <p:txBody>
          <a:bodyPr>
            <a:normAutofit/>
          </a:bodyPr>
          <a:lstStyle>
            <a:lvl1pPr>
              <a:defRPr sz="2000">
                <a:latin typeface="Arial" panose="020B0604020202020204" pitchFamily="34" charset="0"/>
                <a:cs typeface="Arial" panose="020B0604020202020204" pitchFamily="34" charset="0"/>
              </a:defRPr>
            </a:lvl1pPr>
            <a:lvl2pPr marL="742950" indent="-285750" fontAlgn="auto">
              <a:spcAft>
                <a:spcPts val="0"/>
              </a:spcAft>
              <a:buFont typeface="Wingdings" panose="05000000000000000000" pitchFamily="2" charset="2"/>
              <a:buChar char="q"/>
              <a:defRPr sz="1800">
                <a:latin typeface="Arial" panose="020B0604020202020204" pitchFamily="34" charset="0"/>
                <a:cs typeface="Arial" panose="020B0604020202020204" pitchFamily="34" charset="0"/>
              </a:defRPr>
            </a:lvl2pPr>
            <a:lvl3pPr marL="1143000" indent="-228600" fontAlgn="auto">
              <a:spcAft>
                <a:spcPts val="0"/>
              </a:spcAft>
              <a:buClr>
                <a:srgbClr val="0066B3"/>
              </a:buClr>
              <a:buFont typeface="Wingdings" panose="05000000000000000000" pitchFamily="2" charset="2"/>
              <a:buChar char="§"/>
              <a:defRPr sz="1600">
                <a:latin typeface="Arial" panose="020B0604020202020204" pitchFamily="34" charset="0"/>
                <a:cs typeface="Arial" panose="020B0604020202020204" pitchFamily="34" charset="0"/>
              </a:defRPr>
            </a:lvl3pPr>
            <a:lvl4pPr>
              <a:defRPr sz="14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marL="0" indent="0" fontAlgn="auto">
              <a:spcAft>
                <a:spcPts val="0"/>
              </a:spcAft>
              <a:buNone/>
              <a:defRPr/>
            </a:pPr>
            <a:r>
              <a:rPr lang="en-US" b="1" dirty="0"/>
              <a:t>Click to edit Master text styles</a:t>
            </a:r>
          </a:p>
          <a:p>
            <a:pPr marL="742950" lvl="1" indent="-285750" fontAlgn="auto">
              <a:spcAft>
                <a:spcPts val="0"/>
              </a:spcAft>
              <a:buFont typeface="Wingdings" panose="05000000000000000000" pitchFamily="2" charset="2"/>
              <a:buChar char="q"/>
              <a:defRPr/>
            </a:pPr>
            <a:r>
              <a:rPr lang="en-US" dirty="0">
                <a:solidFill>
                  <a:srgbClr val="0070C0"/>
                </a:solidFill>
              </a:rPr>
              <a:t>Second level</a:t>
            </a:r>
          </a:p>
          <a:p>
            <a:pPr marL="1143000" lvl="2" indent="-228600" fontAlgn="auto">
              <a:spcAft>
                <a:spcPts val="0"/>
              </a:spcAft>
              <a:buClr>
                <a:srgbClr val="0066B3"/>
              </a:buClr>
              <a:buFont typeface="Wingdings" panose="05000000000000000000" pitchFamily="2" charset="2"/>
              <a:buChar char="§"/>
              <a:defRPr/>
            </a:pPr>
            <a:r>
              <a:rPr lang="en-US" dirty="0"/>
              <a:t>Third level</a:t>
            </a:r>
          </a:p>
          <a:p>
            <a:pPr lvl="3" fontAlgn="auto">
              <a:spcAft>
                <a:spcPts val="0"/>
              </a:spcAft>
              <a:buClr>
                <a:srgbClr val="0066B3"/>
              </a:buClr>
              <a:defRPr/>
            </a:pPr>
            <a:r>
              <a:rPr lang="en-US" dirty="0"/>
              <a:t>Fourth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11"/>
          <p:cNvPicPr>
            <a:picLocks noChangeAspect="1"/>
          </p:cNvPicPr>
          <p:nvPr userDrawn="1"/>
        </p:nvPicPr>
        <p:blipFill rotWithShape="1">
          <a:blip r:embed="rId2" cstate="print">
            <a:extLst>
              <a:ext uri="{28A0092B-C50C-407E-A947-70E740481C1C}">
                <a14:useLocalDpi xmlns:a14="http://schemas.microsoft.com/office/drawing/2010/main" val="0"/>
              </a:ext>
            </a:extLst>
          </a:blip>
          <a:srcRect b="16667"/>
          <a:stretch>
            <a:fillRect/>
          </a:stretch>
        </p:blipFill>
        <p:spPr bwMode="auto">
          <a:xfrm>
            <a:off x="0" y="114300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01924" y="1447800"/>
            <a:ext cx="3597276" cy="4452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Placeholder 8"/>
          <p:cNvSpPr>
            <a:spLocks noGrp="1"/>
          </p:cNvSpPr>
          <p:nvPr>
            <p:ph type="body" sz="quarter" idx="11"/>
          </p:nvPr>
        </p:nvSpPr>
        <p:spPr>
          <a:xfrm>
            <a:off x="609600" y="5791200"/>
            <a:ext cx="7924800" cy="609600"/>
          </a:xfrm>
          <a:prstGeom prst="rect">
            <a:avLst/>
          </a:prstGeom>
        </p:spPr>
        <p:txBody>
          <a:bodyPr/>
          <a:lstStyle>
            <a:lvl1pPr marL="0" indent="0" algn="ctr">
              <a:buNone/>
              <a:defRPr sz="2400" b="1">
                <a:solidFill>
                  <a:schemeClr val="accent6">
                    <a:lumMod val="75000"/>
                  </a:schemeClr>
                </a:solidFill>
                <a:latin typeface="Calibri Light" panose="020F0302020204030204" pitchFamily="34" charset="0"/>
                <a:cs typeface="Arial" panose="020B0604020202020204" pitchFamily="34" charset="0"/>
              </a:defRPr>
            </a:lvl1pPr>
          </a:lstStyle>
          <a:p>
            <a:pPr lvl="0"/>
            <a:r>
              <a:rPr lang="en-US" dirty="0"/>
              <a:t>Click to edit Master text styles</a:t>
            </a:r>
          </a:p>
        </p:txBody>
      </p:sp>
      <p:sp>
        <p:nvSpPr>
          <p:cNvPr id="2" name="Rectangle 1"/>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152400" y="152400"/>
            <a:ext cx="8763000" cy="685800"/>
          </a:xfrm>
          <a:prstGeom prst="rect">
            <a:avLst/>
          </a:prstGeom>
        </p:spPr>
        <p:txBody>
          <a:bodyPr anchor="ctr"/>
          <a:lstStyle>
            <a:lvl1pPr marL="0" indent="0">
              <a:buNone/>
              <a:defRPr sz="2400" b="0">
                <a:solidFill>
                  <a:srgbClr val="005BBF"/>
                </a:solidFill>
                <a:latin typeface="+mj-lt"/>
              </a:defRPr>
            </a:lvl1pPr>
          </a:lstStyle>
          <a:p>
            <a:pPr lvl="0"/>
            <a:r>
              <a:rPr lang="en-US" dirty="0"/>
              <a:t>Click to edit Master text styles</a:t>
            </a:r>
          </a:p>
        </p:txBody>
      </p:sp>
      <p:sp>
        <p:nvSpPr>
          <p:cNvPr id="9" name="Content Placeholder 8"/>
          <p:cNvSpPr>
            <a:spLocks noGrp="1"/>
          </p:cNvSpPr>
          <p:nvPr>
            <p:ph sz="quarter" idx="11"/>
          </p:nvPr>
        </p:nvSpPr>
        <p:spPr>
          <a:xfrm>
            <a:off x="152400" y="1219200"/>
            <a:ext cx="8839200" cy="4953000"/>
          </a:xfrm>
          <a:prstGeom prst="rect">
            <a:avLst/>
          </a:prstGeo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ext Placeholder 6"/>
          <p:cNvSpPr>
            <a:spLocks noGrp="1"/>
          </p:cNvSpPr>
          <p:nvPr>
            <p:ph type="body" sz="quarter" idx="10"/>
          </p:nvPr>
        </p:nvSpPr>
        <p:spPr>
          <a:xfrm>
            <a:off x="152400" y="152400"/>
            <a:ext cx="8763000" cy="685800"/>
          </a:xfrm>
          <a:prstGeom prst="rect">
            <a:avLst/>
          </a:prstGeom>
        </p:spPr>
        <p:txBody>
          <a:bodyPr anchor="ctr"/>
          <a:lstStyle>
            <a:lvl1pPr marL="0" indent="0">
              <a:buNone/>
              <a:defRPr sz="2400" b="0">
                <a:solidFill>
                  <a:srgbClr val="005BBF"/>
                </a:solidFill>
                <a:latin typeface="+mj-lt"/>
              </a:defRPr>
            </a:lvl1pPr>
          </a:lstStyle>
          <a:p>
            <a:pPr lvl="0"/>
            <a:r>
              <a:rPr lang="en-US" dirty="0"/>
              <a:t>Click to edit Master text styles</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152400" y="152400"/>
            <a:ext cx="8763000" cy="685800"/>
          </a:xfrm>
          <a:prstGeom prst="rect">
            <a:avLst/>
          </a:prstGeom>
        </p:spPr>
        <p:txBody>
          <a:bodyPr anchor="ctr"/>
          <a:lstStyle>
            <a:lvl1pPr marL="0" indent="0">
              <a:buNone/>
              <a:defRPr sz="2400" b="0">
                <a:solidFill>
                  <a:srgbClr val="005BBF"/>
                </a:solidFill>
                <a:latin typeface="+mj-lt"/>
              </a:defRPr>
            </a:lvl1pPr>
          </a:lstStyle>
          <a:p>
            <a:pPr lvl="0"/>
            <a:r>
              <a:rPr lang="en-US" dirty="0"/>
              <a:t>Click to edit Master text styles</a:t>
            </a:r>
          </a:p>
        </p:txBody>
      </p:sp>
      <p:sp>
        <p:nvSpPr>
          <p:cNvPr id="9" name="Content Placeholder 8"/>
          <p:cNvSpPr>
            <a:spLocks noGrp="1"/>
          </p:cNvSpPr>
          <p:nvPr>
            <p:ph sz="quarter" idx="11"/>
          </p:nvPr>
        </p:nvSpPr>
        <p:spPr>
          <a:xfrm>
            <a:off x="152400" y="1219200"/>
            <a:ext cx="8839200" cy="4953000"/>
          </a:xfrm>
          <a:prstGeom prst="rect">
            <a:avLst/>
          </a:prstGeom>
        </p:spPr>
        <p:txBody>
          <a:bodyPr/>
          <a:lstStyle>
            <a:lvl1pPr>
              <a:defRPr>
                <a:solidFill>
                  <a:srgbClr val="F99B0C"/>
                </a:solidFill>
                <a:latin typeface="+mn-lt"/>
              </a:defRPr>
            </a:lvl1pPr>
            <a:lvl2pPr>
              <a:defRPr>
                <a:solidFill>
                  <a:srgbClr val="F99B0C"/>
                </a:solidFill>
                <a:latin typeface="+mn-lt"/>
              </a:defRPr>
            </a:lvl2pPr>
            <a:lvl3pPr>
              <a:defRPr>
                <a:solidFill>
                  <a:srgbClr val="F99B0C"/>
                </a:solidFill>
                <a:latin typeface="+mn-lt"/>
              </a:defRPr>
            </a:lvl3pPr>
            <a:lvl4pPr>
              <a:defRPr>
                <a:solidFill>
                  <a:srgbClr val="F99B0C"/>
                </a:solidFill>
                <a:latin typeface="+mn-lt"/>
              </a:defRPr>
            </a:lvl4pPr>
            <a:lvl5pPr>
              <a:defRPr>
                <a:solidFill>
                  <a:srgbClr val="F99B0C"/>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xfrm>
            <a:off x="7010400" y="6619875"/>
            <a:ext cx="2133600" cy="238125"/>
          </a:xfrm>
          <a:prstGeom prst="rect">
            <a:avLst/>
          </a:prstGeom>
        </p:spPr>
        <p:txBody>
          <a:bodyPr/>
          <a:lstStyle>
            <a:lvl1pPr>
              <a:defRPr/>
            </a:lvl1pPr>
          </a:lstStyle>
          <a:p>
            <a:pPr>
              <a:defRPr/>
            </a:pPr>
            <a:fld id="{955F8CC6-40AD-4763-B0D3-7853531AB002}" type="slidenum">
              <a:rPr lang="en-US">
                <a:solidFill>
                  <a:prstClr val="black"/>
                </a:solidFill>
              </a:rPr>
              <a:t>‹#›</a:t>
            </a:fld>
            <a:endParaRPr lang="en-US" dirty="0">
              <a:solidFill>
                <a:prstClr val="black"/>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152400" y="152400"/>
            <a:ext cx="8763000" cy="685800"/>
          </a:xfrm>
          <a:prstGeom prst="rect">
            <a:avLst/>
          </a:prstGeom>
        </p:spPr>
        <p:txBody>
          <a:bodyPr anchor="ctr"/>
          <a:lstStyle>
            <a:lvl1pPr marL="0" indent="0">
              <a:buNone/>
              <a:defRPr sz="2400" b="0">
                <a:solidFill>
                  <a:srgbClr val="005BBF"/>
                </a:solidFill>
                <a:latin typeface="+mj-lt"/>
              </a:defRPr>
            </a:lvl1pPr>
          </a:lstStyle>
          <a:p>
            <a:pPr lvl="0"/>
            <a:r>
              <a:rPr lang="en-US" dirty="0"/>
              <a:t>Click to edit Master text styles</a:t>
            </a:r>
          </a:p>
        </p:txBody>
      </p:sp>
      <p:sp>
        <p:nvSpPr>
          <p:cNvPr id="9" name="Content Placeholder 8"/>
          <p:cNvSpPr>
            <a:spLocks noGrp="1"/>
          </p:cNvSpPr>
          <p:nvPr>
            <p:ph sz="quarter" idx="11"/>
          </p:nvPr>
        </p:nvSpPr>
        <p:spPr>
          <a:xfrm>
            <a:off x="152400" y="1219200"/>
            <a:ext cx="8839200" cy="4953000"/>
          </a:xfrm>
          <a:prstGeom prst="rect">
            <a:avLst/>
          </a:prstGeom>
        </p:spPr>
        <p:txBody>
          <a:bodyPr/>
          <a:lstStyle>
            <a:lvl1pPr>
              <a:defRPr>
                <a:solidFill>
                  <a:srgbClr val="F99B0C"/>
                </a:solidFill>
                <a:latin typeface="+mn-lt"/>
              </a:defRPr>
            </a:lvl1pPr>
            <a:lvl2pPr>
              <a:defRPr>
                <a:solidFill>
                  <a:srgbClr val="F99B0C"/>
                </a:solidFill>
                <a:latin typeface="+mn-lt"/>
              </a:defRPr>
            </a:lvl2pPr>
            <a:lvl3pPr>
              <a:defRPr>
                <a:solidFill>
                  <a:srgbClr val="F99B0C"/>
                </a:solidFill>
                <a:latin typeface="+mn-lt"/>
              </a:defRPr>
            </a:lvl3pPr>
            <a:lvl4pPr>
              <a:defRPr>
                <a:solidFill>
                  <a:srgbClr val="F99B0C"/>
                </a:solidFill>
                <a:latin typeface="+mn-lt"/>
              </a:defRPr>
            </a:lvl4pPr>
            <a:lvl5pPr>
              <a:defRPr>
                <a:solidFill>
                  <a:srgbClr val="F99B0C"/>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914400"/>
            <a:ext cx="8839200" cy="525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3924300" y="6553200"/>
            <a:ext cx="2247900" cy="152400"/>
          </a:xfrm>
          <a:prstGeom prst="rect">
            <a:avLst/>
          </a:prstGeom>
        </p:spPr>
        <p:txBody>
          <a:bodyPr/>
          <a:lstStyle>
            <a:lvl1pPr fontAlgn="auto">
              <a:spcBef>
                <a:spcPts val="0"/>
              </a:spcBef>
              <a:spcAft>
                <a:spcPts val="0"/>
              </a:spcAft>
              <a:defRPr>
                <a:latin typeface="+mn-lt"/>
              </a:defRPr>
            </a:lvl1pPr>
          </a:lstStyle>
          <a:p>
            <a:pPr>
              <a:defRPr/>
            </a:pPr>
            <a:fld id="{21C6D676-C2A4-4BB8-B550-95CD7548708F}" type="datetime1">
              <a:rPr lang="en-US">
                <a:solidFill>
                  <a:prstClr val="black"/>
                </a:solidFill>
              </a:rPr>
              <a:t>11/11/2020</a:t>
            </a:fld>
            <a:endParaRPr lang="en-US" dirty="0">
              <a:solidFill>
                <a:prstClr val="black"/>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8839200" cy="525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p>
        </p:txBody>
      </p:sp>
      <p:sp>
        <p:nvSpPr>
          <p:cNvPr id="7" name="Slide Number Placeholder 6"/>
          <p:cNvSpPr>
            <a:spLocks noGrp="1"/>
          </p:cNvSpPr>
          <p:nvPr>
            <p:ph type="sldNum" sz="quarter" idx="10"/>
          </p:nvPr>
        </p:nvSpPr>
        <p:spPr>
          <a:xfrm>
            <a:off x="8534400" y="6356350"/>
            <a:ext cx="457200" cy="365125"/>
          </a:xfrm>
          <a:prstGeom prst="rect">
            <a:avLst/>
          </a:prstGeom>
        </p:spPr>
        <p:txBody>
          <a:bodyPr/>
          <a:lstStyle/>
          <a:p>
            <a:fld id="{6510B837-43AC-47AA-8540-8A729DF0E8F7}" type="slidenum">
              <a:rPr lang="en-US" smtClean="0">
                <a:solidFill>
                  <a:prstClr val="black"/>
                </a:solidFill>
              </a:rPr>
              <a:t>‹#›</a:t>
            </a:fld>
            <a:endParaRPr lang="en-US" dirty="0">
              <a:solidFill>
                <a:prstClr val="black"/>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image" Target="../media/image2.png"/><Relationship Id="rId5" Type="http://schemas.openxmlformats.org/officeDocument/2006/relationships/slideLayout" Target="../slideLayouts/slideLayout36.xml"/><Relationship Id="rId10" Type="http://schemas.openxmlformats.org/officeDocument/2006/relationships/image" Target="../media/image1.png"/><Relationship Id="rId4" Type="http://schemas.openxmlformats.org/officeDocument/2006/relationships/slideLayout" Target="../slideLayouts/slideLayout3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228600" y="155579"/>
            <a:ext cx="82296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dirty="0"/>
              <a:t>Click to edit Master title style</a:t>
            </a:r>
            <a:endParaRPr lang="en-IN" dirty="0"/>
          </a:p>
        </p:txBody>
      </p:sp>
      <p:sp>
        <p:nvSpPr>
          <p:cNvPr id="11" name="Footer Placeholder 3"/>
          <p:cNvSpPr txBox="1"/>
          <p:nvPr userDrawn="1"/>
        </p:nvSpPr>
        <p:spPr bwMode="auto">
          <a:xfrm>
            <a:off x="323850" y="6553200"/>
            <a:ext cx="3352800" cy="228600"/>
          </a:xfrm>
          <a:prstGeom prst="rect">
            <a:avLst/>
          </a:prstGeom>
          <a:noFill/>
          <a:ln>
            <a:noFill/>
          </a:ln>
        </p:spPr>
        <p:txBody>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900" dirty="0">
                <a:solidFill>
                  <a:prstClr val="white">
                    <a:lumMod val="50000"/>
                  </a:prstClr>
                </a:solidFill>
              </a:rPr>
              <a:t>© 2015 NIIT Technologies </a:t>
            </a:r>
          </a:p>
        </p:txBody>
      </p:sp>
      <p:pic>
        <p:nvPicPr>
          <p:cNvPr id="2" name="Picture 2"/>
          <p:cNvPicPr>
            <a:picLocks noChangeAspect="1" noChangeArrowheads="1"/>
          </p:cNvPicPr>
          <p:nvPr userDrawn="1"/>
        </p:nvPicPr>
        <p:blipFill>
          <a:blip r:embed="rId33" cstate="print"/>
          <a:srcRect/>
          <a:stretch>
            <a:fillRect/>
          </a:stretch>
        </p:blipFill>
        <p:spPr bwMode="auto">
          <a:xfrm>
            <a:off x="0" y="0"/>
            <a:ext cx="9144000" cy="1390650"/>
          </a:xfrm>
          <a:prstGeom prst="rect">
            <a:avLst/>
          </a:prstGeom>
          <a:noFill/>
          <a:ln w="9525">
            <a:noFill/>
            <a:miter lim="800000"/>
            <a:headEnd/>
            <a:tailEnd/>
          </a:ln>
        </p:spPr>
      </p:pic>
      <p:cxnSp>
        <p:nvCxnSpPr>
          <p:cNvPr id="15" name="Straight Connector 14"/>
          <p:cNvCxnSpPr/>
          <p:nvPr userDrawn="1"/>
        </p:nvCxnSpPr>
        <p:spPr>
          <a:xfrm flipH="1">
            <a:off x="25146" y="6553200"/>
            <a:ext cx="8247888" cy="0"/>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8145023" y="6096000"/>
            <a:ext cx="786511" cy="685800"/>
          </a:xfrm>
          <a:prstGeom prst="rect">
            <a:avLst/>
          </a:prstGeom>
          <a:effectLst/>
        </p:spPr>
      </p:pic>
      <p:sp>
        <p:nvSpPr>
          <p:cNvPr id="8" name="TextBox 7"/>
          <p:cNvSpPr txBox="1"/>
          <p:nvPr userDrawn="1"/>
        </p:nvSpPr>
        <p:spPr>
          <a:xfrm>
            <a:off x="2971800" y="6553204"/>
            <a:ext cx="1828800" cy="276999"/>
          </a:xfrm>
          <a:prstGeom prst="rect">
            <a:avLst/>
          </a:prstGeom>
          <a:noFill/>
        </p:spPr>
        <p:txBody>
          <a:bodyPr wrap="square" rtlCol="0">
            <a:spAutoFit/>
          </a:bodyPr>
          <a:lstStyle/>
          <a:p>
            <a:pPr algn="ctr" fontAlgn="base">
              <a:spcBef>
                <a:spcPct val="0"/>
              </a:spcBef>
              <a:spcAft>
                <a:spcPct val="0"/>
              </a:spcAft>
            </a:pPr>
            <a:fld id="{7D616012-C5B3-489B-BC63-91657AE11FBF}" type="slidenum">
              <a:rPr lang="en-US" sz="1200" b="1" smtClean="0">
                <a:solidFill>
                  <a:prstClr val="white">
                    <a:lumMod val="65000"/>
                  </a:prstClr>
                </a:solidFill>
                <a:cs typeface="Arial" panose="020B0604020202020204" pitchFamily="34" charset="0"/>
              </a:rPr>
              <a:t>‹#›</a:t>
            </a:fld>
            <a:endParaRPr lang="en-US" sz="1200" b="1" dirty="0">
              <a:solidFill>
                <a:prstClr val="white">
                  <a:lumMod val="65000"/>
                </a:prstClr>
              </a:solidFill>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hdr="0" ftr="0" dt="0"/>
  <p:txStyles>
    <p:titleStyle>
      <a:lvl1pPr algn="l" rtl="0" eaLnBrk="0" fontAlgn="base" hangingPunct="0">
        <a:spcBef>
          <a:spcPct val="0"/>
        </a:spcBef>
        <a:spcAft>
          <a:spcPct val="0"/>
        </a:spcAft>
        <a:defRPr sz="2400" b="1" kern="1200">
          <a:solidFill>
            <a:srgbClr val="0070C0"/>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228600" y="155579"/>
            <a:ext cx="82296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dirty="0"/>
              <a:t>Click to edit Master title style</a:t>
            </a:r>
            <a:endParaRPr lang="en-IN" dirty="0"/>
          </a:p>
        </p:txBody>
      </p:sp>
      <p:sp>
        <p:nvSpPr>
          <p:cNvPr id="11" name="Footer Placeholder 3"/>
          <p:cNvSpPr txBox="1"/>
          <p:nvPr/>
        </p:nvSpPr>
        <p:spPr bwMode="auto">
          <a:xfrm>
            <a:off x="323850" y="6553200"/>
            <a:ext cx="3352800" cy="228600"/>
          </a:xfrm>
          <a:prstGeom prst="rect">
            <a:avLst/>
          </a:prstGeom>
          <a:noFill/>
          <a:ln>
            <a:noFill/>
          </a:ln>
        </p:spPr>
        <p:txBody>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900" dirty="0">
                <a:solidFill>
                  <a:prstClr val="white">
                    <a:lumMod val="50000"/>
                  </a:prstClr>
                </a:solidFill>
              </a:rPr>
              <a:t>© 2015 NIIT Technologies </a:t>
            </a:r>
          </a:p>
        </p:txBody>
      </p:sp>
      <p:pic>
        <p:nvPicPr>
          <p:cNvPr id="2" name="Picture 2"/>
          <p:cNvPicPr>
            <a:picLocks noChangeAspect="1" noChangeArrowheads="1"/>
          </p:cNvPicPr>
          <p:nvPr/>
        </p:nvPicPr>
        <p:blipFill>
          <a:blip r:embed="rId10" cstate="print"/>
          <a:srcRect/>
          <a:stretch>
            <a:fillRect/>
          </a:stretch>
        </p:blipFill>
        <p:spPr bwMode="auto">
          <a:xfrm>
            <a:off x="0" y="0"/>
            <a:ext cx="9144000" cy="1390650"/>
          </a:xfrm>
          <a:prstGeom prst="rect">
            <a:avLst/>
          </a:prstGeom>
          <a:noFill/>
          <a:ln w="9525">
            <a:noFill/>
            <a:miter lim="800000"/>
            <a:headEnd/>
            <a:tailEnd/>
          </a:ln>
        </p:spPr>
      </p:pic>
      <p:cxnSp>
        <p:nvCxnSpPr>
          <p:cNvPr id="15" name="Straight Connector 14"/>
          <p:cNvCxnSpPr/>
          <p:nvPr/>
        </p:nvCxnSpPr>
        <p:spPr>
          <a:xfrm flipH="1">
            <a:off x="400050" y="6553200"/>
            <a:ext cx="7498080" cy="0"/>
          </a:xfrm>
          <a:prstGeom prst="line">
            <a:avLst/>
          </a:prstGeom>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145023" y="6172200"/>
            <a:ext cx="786511" cy="685800"/>
          </a:xfrm>
          <a:prstGeom prst="rect">
            <a:avLst/>
          </a:prstGeom>
          <a:effectLst/>
        </p:spPr>
      </p:pic>
      <p:sp>
        <p:nvSpPr>
          <p:cNvPr id="8" name="TextBox 7"/>
          <p:cNvSpPr txBox="1"/>
          <p:nvPr/>
        </p:nvSpPr>
        <p:spPr>
          <a:xfrm>
            <a:off x="3657600" y="6553204"/>
            <a:ext cx="1828800" cy="276999"/>
          </a:xfrm>
          <a:prstGeom prst="rect">
            <a:avLst/>
          </a:prstGeom>
          <a:noFill/>
        </p:spPr>
        <p:txBody>
          <a:bodyPr wrap="square" rtlCol="0">
            <a:spAutoFit/>
          </a:bodyPr>
          <a:lstStyle/>
          <a:p>
            <a:pPr algn="ctr" fontAlgn="base">
              <a:spcBef>
                <a:spcPct val="0"/>
              </a:spcBef>
              <a:spcAft>
                <a:spcPct val="0"/>
              </a:spcAft>
            </a:pPr>
            <a:fld id="{7D616012-C5B3-489B-BC63-91657AE11FBF}" type="slidenum">
              <a:rPr lang="en-US" sz="1200" b="1" smtClean="0">
                <a:solidFill>
                  <a:prstClr val="white">
                    <a:lumMod val="65000"/>
                  </a:prstClr>
                </a:solidFill>
                <a:cs typeface="Arial" panose="020B0604020202020204" pitchFamily="34" charset="0"/>
              </a:rPr>
              <a:t>‹#›</a:t>
            </a:fld>
            <a:endParaRPr lang="en-US" sz="1200" b="1" dirty="0">
              <a:solidFill>
                <a:prstClr val="white">
                  <a:lumMod val="65000"/>
                </a:prstClr>
              </a:solidFill>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Lst>
  <p:hf hdr="0" ftr="0" dt="0"/>
  <p:txStyles>
    <p:titleStyle>
      <a:lvl1pPr algn="l" rtl="0" eaLnBrk="0" fontAlgn="base" hangingPunct="0">
        <a:spcBef>
          <a:spcPct val="0"/>
        </a:spcBef>
        <a:spcAft>
          <a:spcPct val="0"/>
        </a:spcAft>
        <a:defRPr sz="2400" b="1" kern="1200">
          <a:solidFill>
            <a:srgbClr val="0070C0"/>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6.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0.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0.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0.xml"/></Relationships>
</file>

<file path=ppt/slides/_rels/slide6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1295400"/>
            <a:ext cx="581025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Lean</a:t>
            </a:r>
          </a:p>
        </p:txBody>
      </p:sp>
      <p:pic>
        <p:nvPicPr>
          <p:cNvPr id="6" name="Content Placeholder 5"/>
          <p:cNvPicPr>
            <a:picLocks noGrp="1" noChangeAspect="1"/>
          </p:cNvPicPr>
          <p:nvPr>
            <p:ph idx="1"/>
          </p:nvPr>
        </p:nvPicPr>
        <p:blipFill>
          <a:blip r:embed="rId2"/>
          <a:stretch>
            <a:fillRect/>
          </a:stretch>
        </p:blipFill>
        <p:spPr>
          <a:xfrm>
            <a:off x="16510" y="840740"/>
            <a:ext cx="8229600" cy="29095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Lean</a:t>
            </a:r>
          </a:p>
        </p:txBody>
      </p:sp>
      <p:pic>
        <p:nvPicPr>
          <p:cNvPr id="3" name="Content Placeholder 2"/>
          <p:cNvPicPr>
            <a:picLocks noGrp="1" noChangeAspect="1"/>
          </p:cNvPicPr>
          <p:nvPr>
            <p:ph idx="1"/>
          </p:nvPr>
        </p:nvPicPr>
        <p:blipFill>
          <a:blip r:embed="rId2"/>
          <a:stretch>
            <a:fillRect/>
          </a:stretch>
        </p:blipFill>
        <p:spPr>
          <a:xfrm>
            <a:off x="0" y="963930"/>
            <a:ext cx="8902065" cy="51746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Lean Principles</a:t>
            </a:r>
          </a:p>
        </p:txBody>
      </p:sp>
      <p:pic>
        <p:nvPicPr>
          <p:cNvPr id="7" name="Content Placeholder 6"/>
          <p:cNvPicPr>
            <a:picLocks noGrp="1" noChangeAspect="1"/>
          </p:cNvPicPr>
          <p:nvPr>
            <p:ph idx="1"/>
          </p:nvPr>
        </p:nvPicPr>
        <p:blipFill>
          <a:blip r:embed="rId2"/>
          <a:stretch>
            <a:fillRect/>
          </a:stretch>
        </p:blipFill>
        <p:spPr>
          <a:xfrm>
            <a:off x="12065" y="1023620"/>
            <a:ext cx="9037955" cy="4986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Lean Transformation</a:t>
            </a:r>
          </a:p>
        </p:txBody>
      </p:sp>
      <p:pic>
        <p:nvPicPr>
          <p:cNvPr id="3" name="Content Placeholder 2"/>
          <p:cNvPicPr>
            <a:picLocks noGrp="1" noChangeAspect="1"/>
          </p:cNvPicPr>
          <p:nvPr>
            <p:ph idx="1"/>
          </p:nvPr>
        </p:nvPicPr>
        <p:blipFill>
          <a:blip r:embed="rId2"/>
          <a:stretch>
            <a:fillRect/>
          </a:stretch>
        </p:blipFill>
        <p:spPr>
          <a:xfrm>
            <a:off x="-36195" y="1009650"/>
            <a:ext cx="7649210" cy="5394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Questions of the Lean Transformation Framework</a:t>
            </a:r>
          </a:p>
        </p:txBody>
      </p:sp>
      <p:pic>
        <p:nvPicPr>
          <p:cNvPr id="3" name="Content Placeholder 2"/>
          <p:cNvPicPr>
            <a:picLocks noGrp="1" noChangeAspect="1"/>
          </p:cNvPicPr>
          <p:nvPr>
            <p:ph idx="1"/>
          </p:nvPr>
        </p:nvPicPr>
        <p:blipFill>
          <a:blip r:embed="rId2"/>
          <a:stretch>
            <a:fillRect/>
          </a:stretch>
        </p:blipFill>
        <p:spPr>
          <a:xfrm>
            <a:off x="86995" y="1082675"/>
            <a:ext cx="8878570" cy="4842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The 8 Wastes-DOWNTIME</a:t>
            </a:r>
          </a:p>
        </p:txBody>
      </p:sp>
      <p:pic>
        <p:nvPicPr>
          <p:cNvPr id="8" name="Content Placeholder 7"/>
          <p:cNvPicPr>
            <a:picLocks noGrp="1" noChangeAspect="1"/>
          </p:cNvPicPr>
          <p:nvPr>
            <p:ph idx="1"/>
          </p:nvPr>
        </p:nvPicPr>
        <p:blipFill>
          <a:blip r:embed="rId2"/>
          <a:stretch>
            <a:fillRect/>
          </a:stretch>
        </p:blipFill>
        <p:spPr>
          <a:xfrm>
            <a:off x="-11430" y="1016635"/>
            <a:ext cx="9117965" cy="50380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Non-Utilized Talent</a:t>
            </a:r>
          </a:p>
        </p:txBody>
      </p:sp>
      <p:pic>
        <p:nvPicPr>
          <p:cNvPr id="3" name="Content Placeholder 2"/>
          <p:cNvPicPr>
            <a:picLocks noGrp="1" noChangeAspect="1"/>
          </p:cNvPicPr>
          <p:nvPr>
            <p:ph idx="1"/>
          </p:nvPr>
        </p:nvPicPr>
        <p:blipFill>
          <a:blip r:embed="rId2"/>
          <a:stretch>
            <a:fillRect/>
          </a:stretch>
        </p:blipFill>
        <p:spPr>
          <a:xfrm>
            <a:off x="92710" y="997585"/>
            <a:ext cx="8997315" cy="48374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Once Waste is Identified</a:t>
            </a:r>
          </a:p>
        </p:txBody>
      </p:sp>
      <p:pic>
        <p:nvPicPr>
          <p:cNvPr id="3" name="Content Placeholder 2"/>
          <p:cNvPicPr>
            <a:picLocks noGrp="1" noChangeAspect="1"/>
          </p:cNvPicPr>
          <p:nvPr>
            <p:ph idx="1"/>
          </p:nvPr>
        </p:nvPicPr>
        <p:blipFill>
          <a:blip r:embed="rId2"/>
          <a:stretch>
            <a:fillRect/>
          </a:stretch>
        </p:blipFill>
        <p:spPr>
          <a:xfrm>
            <a:off x="-13335" y="1401445"/>
            <a:ext cx="9170670" cy="4045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Understanding the Lean Thinking Cultural Shift</a:t>
            </a:r>
            <a:br>
              <a:rPr lang="en-US" dirty="0"/>
            </a:br>
            <a:endParaRPr lang="en-IN" dirty="0"/>
          </a:p>
        </p:txBody>
      </p:sp>
      <p:pic>
        <p:nvPicPr>
          <p:cNvPr id="4" name="Content Placeholder 3"/>
          <p:cNvPicPr>
            <a:picLocks noGrp="1" noChangeAspect="1"/>
          </p:cNvPicPr>
          <p:nvPr>
            <p:ph idx="1"/>
          </p:nvPr>
        </p:nvPicPr>
        <p:blipFill>
          <a:blip r:embed="rId3"/>
          <a:stretch>
            <a:fillRect/>
          </a:stretch>
        </p:blipFill>
        <p:spPr>
          <a:xfrm>
            <a:off x="201930" y="1253490"/>
            <a:ext cx="8804910" cy="47009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Kanban</a:t>
            </a:r>
          </a:p>
        </p:txBody>
      </p:sp>
      <p:sp>
        <p:nvSpPr>
          <p:cNvPr id="6" name="Title 1"/>
          <p:cNvSpPr txBox="1"/>
          <p:nvPr/>
        </p:nvSpPr>
        <p:spPr bwMode="auto">
          <a:xfrm>
            <a:off x="2627313" y="2971800"/>
            <a:ext cx="5983287" cy="176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Autofit/>
          </a:bodyPr>
          <a:lstStyle>
            <a:lvl1pPr algn="l" rtl="0" eaLnBrk="0" fontAlgn="base" hangingPunct="0">
              <a:spcBef>
                <a:spcPct val="0"/>
              </a:spcBef>
              <a:spcAft>
                <a:spcPct val="0"/>
              </a:spcAft>
              <a:defRPr sz="2400" b="1" kern="1200">
                <a:solidFill>
                  <a:srgbClr val="0070C0"/>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2400">
                <a:solidFill>
                  <a:schemeClr val="bg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bg1"/>
                </a:solidFill>
                <a:latin typeface="Arial" panose="020B0604020202020204" pitchFamily="34" charset="0"/>
                <a:cs typeface="Arial" panose="020B0604020202020204" pitchFamily="34" charset="0"/>
              </a:defRPr>
            </a:lvl9pPr>
          </a:lstStyle>
          <a:p>
            <a:r>
              <a:rPr lang="en-US" sz="9600" dirty="0">
                <a:solidFill>
                  <a:srgbClr val="F6B000"/>
                </a:solidFill>
                <a:latin typeface="+mn-lt"/>
                <a:ea typeface="+mn-ea"/>
                <a:cs typeface="Arial" panose="020B0604020202020204" pitchFamily="34" charset="0"/>
              </a:rPr>
              <a:t>Kanban</a:t>
            </a:r>
          </a:p>
        </p:txBody>
      </p:sp>
      <p:sp>
        <p:nvSpPr>
          <p:cNvPr id="7" name="TextBox 6"/>
          <p:cNvSpPr txBox="1"/>
          <p:nvPr/>
        </p:nvSpPr>
        <p:spPr>
          <a:xfrm>
            <a:off x="4724400" y="3962400"/>
            <a:ext cx="4535488" cy="769441"/>
          </a:xfrm>
          <a:prstGeom prst="rect">
            <a:avLst/>
          </a:prstGeom>
          <a:noFill/>
        </p:spPr>
        <p:txBody>
          <a:bodyPr wrap="square" rtlCol="0">
            <a:spAutoFit/>
          </a:bodyPr>
          <a:lstStyle/>
          <a:p>
            <a:r>
              <a:rPr lang="en-US" sz="4400" b="1" dirty="0">
                <a:solidFill>
                  <a:schemeClr val="tx2">
                    <a:lumMod val="40000"/>
                    <a:lumOff val="60000"/>
                  </a:schemeClr>
                </a:solidFill>
                <a:latin typeface="+mn-lt"/>
              </a:rPr>
              <a:t>Just-in-time (JIT)</a:t>
            </a:r>
            <a:endParaRPr lang="en-US" sz="4400" b="1" dirty="0">
              <a:solidFill>
                <a:schemeClr val="tx2">
                  <a:lumMod val="40000"/>
                  <a:lumOff val="60000"/>
                </a:schemeClr>
              </a:solidFill>
              <a:effectLst>
                <a:innerShdw blurRad="63500" dist="50800" dir="16200000">
                  <a:prstClr val="black">
                    <a:alpha val="50000"/>
                  </a:prstClr>
                </a:innerShdw>
              </a:effectLst>
              <a:latin typeface="+mn-lt"/>
            </a:endParaRPr>
          </a:p>
        </p:txBody>
      </p:sp>
      <p:sp>
        <p:nvSpPr>
          <p:cNvPr id="8" name="TextBox 7"/>
          <p:cNvSpPr txBox="1"/>
          <p:nvPr/>
        </p:nvSpPr>
        <p:spPr>
          <a:xfrm>
            <a:off x="4953000" y="2913744"/>
            <a:ext cx="3733800" cy="1077218"/>
          </a:xfrm>
          <a:prstGeom prst="rect">
            <a:avLst/>
          </a:prstGeom>
          <a:noFill/>
        </p:spPr>
        <p:txBody>
          <a:bodyPr wrap="square" rtlCol="0">
            <a:spAutoFit/>
          </a:bodyPr>
          <a:lstStyle/>
          <a:p>
            <a:r>
              <a:rPr lang="en-US" sz="3200" b="1" dirty="0">
                <a:solidFill>
                  <a:schemeClr val="accent3">
                    <a:lumMod val="40000"/>
                    <a:lumOff val="60000"/>
                  </a:schemeClr>
                </a:solidFill>
                <a:latin typeface="+mn-lt"/>
              </a:rPr>
              <a:t>Visualize the </a:t>
            </a:r>
            <a:br>
              <a:rPr lang="en-US" sz="3200" b="1" dirty="0">
                <a:solidFill>
                  <a:schemeClr val="accent3">
                    <a:lumMod val="40000"/>
                    <a:lumOff val="60000"/>
                  </a:schemeClr>
                </a:solidFill>
                <a:latin typeface="+mn-lt"/>
              </a:rPr>
            </a:br>
            <a:r>
              <a:rPr lang="en-US" sz="3200" b="1" dirty="0">
                <a:solidFill>
                  <a:schemeClr val="accent3">
                    <a:lumMod val="40000"/>
                    <a:lumOff val="60000"/>
                  </a:schemeClr>
                </a:solidFill>
                <a:latin typeface="+mn-lt"/>
              </a:rPr>
              <a:t>		   Work</a:t>
            </a:r>
            <a:endParaRPr lang="en-US" sz="3800" b="1" dirty="0">
              <a:solidFill>
                <a:schemeClr val="accent3">
                  <a:lumMod val="40000"/>
                  <a:lumOff val="60000"/>
                </a:schemeClr>
              </a:solidFill>
              <a:effectLst>
                <a:innerShdw blurRad="63500" dist="50800" dir="16200000">
                  <a:prstClr val="black">
                    <a:alpha val="50000"/>
                  </a:prstClr>
                </a:innerShdw>
              </a:effectLst>
              <a:latin typeface="+mn-lt"/>
            </a:endParaRPr>
          </a:p>
        </p:txBody>
      </p:sp>
      <p:sp>
        <p:nvSpPr>
          <p:cNvPr id="9" name="TextBox 8"/>
          <p:cNvSpPr txBox="1"/>
          <p:nvPr/>
        </p:nvSpPr>
        <p:spPr>
          <a:xfrm>
            <a:off x="1828800" y="4248090"/>
            <a:ext cx="3276600" cy="400110"/>
          </a:xfrm>
          <a:prstGeom prst="rect">
            <a:avLst/>
          </a:prstGeom>
          <a:noFill/>
        </p:spPr>
        <p:txBody>
          <a:bodyPr wrap="square" rtlCol="0">
            <a:spAutoFit/>
          </a:bodyPr>
          <a:lstStyle/>
          <a:p>
            <a:r>
              <a:rPr lang="en-US" sz="2000" b="1" dirty="0">
                <a:solidFill>
                  <a:schemeClr val="accent6">
                    <a:lumMod val="40000"/>
                    <a:lumOff val="60000"/>
                  </a:schemeClr>
                </a:solidFill>
                <a:latin typeface="+mn-lt"/>
              </a:rPr>
              <a:t>Measure &amp; Manage Flow</a:t>
            </a:r>
            <a:endParaRPr lang="en-US" sz="2000" b="1" dirty="0">
              <a:solidFill>
                <a:schemeClr val="accent6">
                  <a:lumMod val="40000"/>
                  <a:lumOff val="60000"/>
                </a:schemeClr>
              </a:solidFill>
              <a:effectLst>
                <a:innerShdw blurRad="63500" dist="50800" dir="16200000">
                  <a:prstClr val="black">
                    <a:alpha val="50000"/>
                  </a:prstClr>
                </a:innerShdw>
              </a:effectLst>
              <a:latin typeface="+mn-lt"/>
            </a:endParaRPr>
          </a:p>
        </p:txBody>
      </p:sp>
      <p:sp>
        <p:nvSpPr>
          <p:cNvPr id="10" name="TextBox 9"/>
          <p:cNvSpPr txBox="1"/>
          <p:nvPr/>
        </p:nvSpPr>
        <p:spPr>
          <a:xfrm>
            <a:off x="304800" y="3657600"/>
            <a:ext cx="3124200" cy="769441"/>
          </a:xfrm>
          <a:prstGeom prst="rect">
            <a:avLst/>
          </a:prstGeom>
          <a:noFill/>
        </p:spPr>
        <p:txBody>
          <a:bodyPr wrap="square" rtlCol="0">
            <a:spAutoFit/>
          </a:bodyPr>
          <a:lstStyle/>
          <a:p>
            <a:r>
              <a:rPr lang="en-US" sz="4400" b="1" dirty="0">
                <a:solidFill>
                  <a:schemeClr val="accent5">
                    <a:lumMod val="40000"/>
                    <a:lumOff val="60000"/>
                  </a:schemeClr>
                </a:solidFill>
                <a:latin typeface="+mn-lt"/>
              </a:rPr>
              <a:t>Signboard</a:t>
            </a:r>
            <a:endParaRPr lang="en-US" sz="4400" b="1" dirty="0">
              <a:solidFill>
                <a:schemeClr val="accent5">
                  <a:lumMod val="40000"/>
                  <a:lumOff val="60000"/>
                </a:schemeClr>
              </a:solidFill>
              <a:effectLst>
                <a:innerShdw blurRad="63500" dist="50800" dir="16200000">
                  <a:prstClr val="black">
                    <a:alpha val="50000"/>
                  </a:prstClr>
                </a:innerShdw>
              </a:effectLst>
              <a:latin typeface="+mn-lt"/>
            </a:endParaRPr>
          </a:p>
        </p:txBody>
      </p:sp>
      <p:sp>
        <p:nvSpPr>
          <p:cNvPr id="11" name="TextBox 10"/>
          <p:cNvSpPr txBox="1"/>
          <p:nvPr/>
        </p:nvSpPr>
        <p:spPr>
          <a:xfrm>
            <a:off x="1752600" y="2967335"/>
            <a:ext cx="3733800" cy="461665"/>
          </a:xfrm>
          <a:prstGeom prst="rect">
            <a:avLst/>
          </a:prstGeom>
          <a:noFill/>
        </p:spPr>
        <p:txBody>
          <a:bodyPr wrap="square" rtlCol="0">
            <a:spAutoFit/>
          </a:bodyPr>
          <a:lstStyle/>
          <a:p>
            <a:r>
              <a:rPr lang="en-US" sz="2400" b="1" dirty="0">
                <a:solidFill>
                  <a:schemeClr val="accent2">
                    <a:lumMod val="40000"/>
                    <a:lumOff val="60000"/>
                  </a:schemeClr>
                </a:solidFill>
                <a:latin typeface="+mn-lt"/>
              </a:rPr>
              <a:t>Limit Work-In-Progress</a:t>
            </a:r>
            <a:endParaRPr lang="en-US" sz="2400" b="1" dirty="0">
              <a:solidFill>
                <a:schemeClr val="accent2">
                  <a:lumMod val="40000"/>
                  <a:lumOff val="60000"/>
                </a:schemeClr>
              </a:solidFill>
              <a:effectLst>
                <a:innerShdw blurRad="63500" dist="50800" dir="16200000">
                  <a:prstClr val="black">
                    <a:alpha val="50000"/>
                  </a:prstClr>
                </a:innerShdw>
              </a:effectLst>
              <a:latin typeface="+mn-lt"/>
            </a:endParaRPr>
          </a:p>
        </p:txBody>
      </p:sp>
      <p:sp>
        <p:nvSpPr>
          <p:cNvPr id="12" name="TextBox 11"/>
          <p:cNvSpPr txBox="1"/>
          <p:nvPr/>
        </p:nvSpPr>
        <p:spPr>
          <a:xfrm>
            <a:off x="1447800" y="3429000"/>
            <a:ext cx="3276600" cy="400110"/>
          </a:xfrm>
          <a:prstGeom prst="rect">
            <a:avLst/>
          </a:prstGeom>
          <a:noFill/>
        </p:spPr>
        <p:txBody>
          <a:bodyPr wrap="square" rtlCol="0">
            <a:spAutoFit/>
          </a:bodyPr>
          <a:lstStyle/>
          <a:p>
            <a:r>
              <a:rPr lang="en-US" sz="2000" b="1" dirty="0">
                <a:solidFill>
                  <a:schemeClr val="bg1">
                    <a:lumMod val="75000"/>
                  </a:schemeClr>
                </a:solidFill>
                <a:latin typeface="+mn-lt"/>
              </a:rPr>
              <a:t>Visual Card</a:t>
            </a:r>
            <a:endParaRPr lang="en-US" sz="2000" b="1" dirty="0">
              <a:solidFill>
                <a:schemeClr val="bg1">
                  <a:lumMod val="75000"/>
                </a:schemeClr>
              </a:solidFill>
              <a:effectLst>
                <a:innerShdw blurRad="63500" dist="50800" dir="16200000">
                  <a:prstClr val="black">
                    <a:alpha val="50000"/>
                  </a:prstClr>
                </a:innerShdw>
              </a:effectLst>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Kanban</a:t>
            </a:r>
          </a:p>
        </p:txBody>
      </p:sp>
      <p:sp>
        <p:nvSpPr>
          <p:cNvPr id="3" name="Rectangle 2"/>
          <p:cNvSpPr/>
          <p:nvPr/>
        </p:nvSpPr>
        <p:spPr>
          <a:xfrm>
            <a:off x="0" y="1066800"/>
            <a:ext cx="9144000" cy="1477328"/>
          </a:xfrm>
          <a:prstGeom prst="rect">
            <a:avLst/>
          </a:prstGeom>
        </p:spPr>
        <p:txBody>
          <a:bodyPr wrap="square">
            <a:spAutoFit/>
          </a:bodyPr>
          <a:lstStyle/>
          <a:p>
            <a:pPr lvl="0"/>
            <a:r>
              <a:rPr lang="en-US" dirty="0"/>
              <a:t>Kanban is a Japanese work meaning sign-board.</a:t>
            </a:r>
          </a:p>
          <a:p>
            <a:pPr lvl="0"/>
            <a:r>
              <a:rPr lang="en-US" dirty="0"/>
              <a:t>Three essential components of Kanban</a:t>
            </a:r>
          </a:p>
          <a:p>
            <a:pPr marL="742950" lvl="1" indent="-285750">
              <a:buFont typeface="Wingdings" panose="05000000000000000000" pitchFamily="2" charset="2"/>
              <a:buChar char="Ø"/>
            </a:pPr>
            <a:r>
              <a:rPr lang="en-US" dirty="0"/>
              <a:t>Visual board to represent your work flow (value- stream).</a:t>
            </a:r>
          </a:p>
          <a:p>
            <a:pPr marL="742950" lvl="1" indent="-285750">
              <a:buFont typeface="Wingdings" panose="05000000000000000000" pitchFamily="2" charset="2"/>
              <a:buChar char="Ø"/>
            </a:pPr>
            <a:r>
              <a:rPr lang="en-US" dirty="0"/>
              <a:t>Pull System to work</a:t>
            </a:r>
          </a:p>
          <a:p>
            <a:pPr marL="742950" lvl="1" indent="-285750">
              <a:buFont typeface="Wingdings" panose="05000000000000000000" pitchFamily="2" charset="2"/>
              <a:buChar char="Ø"/>
            </a:pPr>
            <a:r>
              <a:rPr lang="en-US" dirty="0"/>
              <a:t>Work-in progress limit.</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971800"/>
            <a:ext cx="518160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Kanban Service Principles</a:t>
            </a:r>
          </a:p>
        </p:txBody>
      </p:sp>
      <p:pic>
        <p:nvPicPr>
          <p:cNvPr id="3" name="Content Placeholder 2"/>
          <p:cNvPicPr>
            <a:picLocks noGrp="1" noChangeAspect="1"/>
          </p:cNvPicPr>
          <p:nvPr>
            <p:ph idx="1"/>
          </p:nvPr>
        </p:nvPicPr>
        <p:blipFill>
          <a:blip r:embed="rId2"/>
          <a:stretch>
            <a:fillRect/>
          </a:stretch>
        </p:blipFill>
        <p:spPr>
          <a:xfrm>
            <a:off x="245110" y="1021715"/>
            <a:ext cx="8229600" cy="33102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Kanban- Practices</a:t>
            </a:r>
          </a:p>
        </p:txBody>
      </p:sp>
      <p:pic>
        <p:nvPicPr>
          <p:cNvPr id="3" name="Content Placeholder 2"/>
          <p:cNvPicPr>
            <a:picLocks noGrp="1" noChangeAspect="1"/>
          </p:cNvPicPr>
          <p:nvPr>
            <p:ph idx="1"/>
          </p:nvPr>
        </p:nvPicPr>
        <p:blipFill>
          <a:blip r:embed="rId2"/>
          <a:stretch>
            <a:fillRect/>
          </a:stretch>
        </p:blipFill>
        <p:spPr>
          <a:xfrm>
            <a:off x="609600" y="1038225"/>
            <a:ext cx="7689215" cy="51041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Kanban Value</a:t>
            </a:r>
            <a:endParaRPr lang="en-IN" dirty="0"/>
          </a:p>
        </p:txBody>
      </p:sp>
      <p:pic>
        <p:nvPicPr>
          <p:cNvPr id="9" name="Content Placeholder 8"/>
          <p:cNvPicPr>
            <a:picLocks noGrp="1" noChangeAspect="1"/>
          </p:cNvPicPr>
          <p:nvPr>
            <p:ph sz="half" idx="1"/>
          </p:nvPr>
        </p:nvPicPr>
        <p:blipFill>
          <a:blip r:embed="rId2"/>
          <a:stretch>
            <a:fillRect/>
          </a:stretch>
        </p:blipFill>
        <p:spPr>
          <a:xfrm>
            <a:off x="1409065" y="1066800"/>
            <a:ext cx="2133600" cy="4526280"/>
          </a:xfrm>
          <a:prstGeom prst="rect">
            <a:avLst/>
          </a:prstGeom>
        </p:spPr>
      </p:pic>
      <p:pic>
        <p:nvPicPr>
          <p:cNvPr id="10" name="Content Placeholder 9"/>
          <p:cNvPicPr>
            <a:picLocks noGrp="1" noChangeAspect="1"/>
          </p:cNvPicPr>
          <p:nvPr>
            <p:ph sz="half" idx="14"/>
          </p:nvPr>
        </p:nvPicPr>
        <p:blipFill>
          <a:blip r:embed="rId3"/>
          <a:stretch>
            <a:fillRect/>
          </a:stretch>
        </p:blipFill>
        <p:spPr>
          <a:xfrm>
            <a:off x="6229985" y="1033780"/>
            <a:ext cx="2400300" cy="2457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Scrum Vs Kanban</a:t>
            </a:r>
          </a:p>
        </p:txBody>
      </p:sp>
      <p:pic>
        <p:nvPicPr>
          <p:cNvPr id="3" name="Content Placeholder 2"/>
          <p:cNvPicPr>
            <a:picLocks noGrp="1" noChangeAspect="1"/>
          </p:cNvPicPr>
          <p:nvPr>
            <p:ph idx="1"/>
          </p:nvPr>
        </p:nvPicPr>
        <p:blipFill>
          <a:blip r:embed="rId2"/>
          <a:stretch>
            <a:fillRect/>
          </a:stretch>
        </p:blipFill>
        <p:spPr>
          <a:xfrm>
            <a:off x="-26670" y="1005205"/>
            <a:ext cx="9182100" cy="49352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Kaizen</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066801"/>
            <a:ext cx="6858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Kaizen</a:t>
            </a:r>
          </a:p>
        </p:txBody>
      </p:sp>
      <p:pic>
        <p:nvPicPr>
          <p:cNvPr id="4" name="Picture 3"/>
          <p:cNvPicPr>
            <a:picLocks noChangeAspect="1"/>
          </p:cNvPicPr>
          <p:nvPr/>
        </p:nvPicPr>
        <p:blipFill>
          <a:blip r:embed="rId2"/>
          <a:stretch>
            <a:fillRect/>
          </a:stretch>
        </p:blipFill>
        <p:spPr>
          <a:xfrm>
            <a:off x="2204085" y="3792220"/>
            <a:ext cx="2985135" cy="2689860"/>
          </a:xfrm>
          <a:prstGeom prst="rect">
            <a:avLst/>
          </a:prstGeom>
        </p:spPr>
      </p:pic>
      <p:pic>
        <p:nvPicPr>
          <p:cNvPr id="8" name="Content Placeholder 7"/>
          <p:cNvPicPr>
            <a:picLocks noGrp="1" noChangeAspect="1"/>
          </p:cNvPicPr>
          <p:nvPr>
            <p:ph idx="1"/>
          </p:nvPr>
        </p:nvPicPr>
        <p:blipFill>
          <a:blip r:embed="rId3"/>
          <a:stretch>
            <a:fillRect/>
          </a:stretch>
        </p:blipFill>
        <p:spPr>
          <a:xfrm>
            <a:off x="0" y="1092200"/>
            <a:ext cx="8229600" cy="24682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Kaizen Process</a:t>
            </a:r>
          </a:p>
        </p:txBody>
      </p:sp>
      <p:pic>
        <p:nvPicPr>
          <p:cNvPr id="4" name="Content Placeholder 3"/>
          <p:cNvPicPr>
            <a:picLocks noGrp="1" noChangeAspect="1"/>
          </p:cNvPicPr>
          <p:nvPr>
            <p:ph idx="1"/>
          </p:nvPr>
        </p:nvPicPr>
        <p:blipFill>
          <a:blip r:embed="rId2"/>
          <a:stretch>
            <a:fillRect/>
          </a:stretch>
        </p:blipFill>
        <p:spPr>
          <a:xfrm>
            <a:off x="31115" y="1062990"/>
            <a:ext cx="9097010" cy="48031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Continous Improvement</a:t>
            </a:r>
          </a:p>
        </p:txBody>
      </p:sp>
      <p:pic>
        <p:nvPicPr>
          <p:cNvPr id="3" name="Content Placeholder 2"/>
          <p:cNvPicPr>
            <a:picLocks noGrp="1" noChangeAspect="1"/>
          </p:cNvPicPr>
          <p:nvPr>
            <p:ph idx="1"/>
          </p:nvPr>
        </p:nvPicPr>
        <p:blipFill>
          <a:blip r:embed="rId2"/>
          <a:stretch>
            <a:fillRect/>
          </a:stretch>
        </p:blipFill>
        <p:spPr>
          <a:xfrm>
            <a:off x="840740" y="1014730"/>
            <a:ext cx="6929755" cy="54495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Extreme Programming</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3" y="1066800"/>
            <a:ext cx="380047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0955" y="1066800"/>
            <a:ext cx="4048125" cy="240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825" y="3324225"/>
            <a:ext cx="661035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a:t>XP- Values 	Communication</a:t>
            </a:r>
          </a:p>
        </p:txBody>
      </p:sp>
      <p:pic>
        <p:nvPicPr>
          <p:cNvPr id="7" name="Content Placeholder 6"/>
          <p:cNvPicPr>
            <a:picLocks noGrp="1" noChangeAspect="1"/>
          </p:cNvPicPr>
          <p:nvPr>
            <p:ph idx="1"/>
          </p:nvPr>
        </p:nvPicPr>
        <p:blipFill>
          <a:blip r:embed="rId2"/>
          <a:stretch>
            <a:fillRect/>
          </a:stretch>
        </p:blipFill>
        <p:spPr>
          <a:xfrm>
            <a:off x="2202180" y="1096645"/>
            <a:ext cx="4363720" cy="51460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ltLang="en-IN">
                <a:sym typeface="+mn-ea"/>
              </a:rPr>
              <a:t>XP- Values 	Feedback</a:t>
            </a:r>
            <a:endParaRPr lang="en-US"/>
          </a:p>
        </p:txBody>
      </p:sp>
      <p:pic>
        <p:nvPicPr>
          <p:cNvPr id="7" name="Content Placeholder 6"/>
          <p:cNvPicPr>
            <a:picLocks noGrp="1" noChangeAspect="1"/>
          </p:cNvPicPr>
          <p:nvPr>
            <p:ph idx="1"/>
          </p:nvPr>
        </p:nvPicPr>
        <p:blipFill>
          <a:blip r:embed="rId2"/>
          <a:stretch>
            <a:fillRect/>
          </a:stretch>
        </p:blipFill>
        <p:spPr>
          <a:xfrm>
            <a:off x="2068830" y="913130"/>
            <a:ext cx="4723765" cy="56489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 y="398149"/>
            <a:ext cx="8229600" cy="606425"/>
          </a:xfrm>
        </p:spPr>
        <p:txBody>
          <a:bodyPr/>
          <a:lstStyle/>
          <a:p>
            <a:r>
              <a:rPr lang="en-US" altLang="en-IN">
                <a:sym typeface="+mn-ea"/>
              </a:rPr>
              <a:t>XP- Values 	Simplicity</a:t>
            </a:r>
            <a:endParaRPr lang="en-IN"/>
          </a:p>
        </p:txBody>
      </p:sp>
      <p:pic>
        <p:nvPicPr>
          <p:cNvPr id="6" name="Picture 5"/>
          <p:cNvPicPr>
            <a:picLocks noChangeAspect="1"/>
          </p:cNvPicPr>
          <p:nvPr/>
        </p:nvPicPr>
        <p:blipFill>
          <a:blip r:embed="rId2"/>
          <a:stretch>
            <a:fillRect/>
          </a:stretch>
        </p:blipFill>
        <p:spPr>
          <a:xfrm>
            <a:off x="990600" y="1051186"/>
            <a:ext cx="6248400" cy="548772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a:sym typeface="+mn-ea"/>
              </a:rPr>
              <a:t>XP- Values 	Courage</a:t>
            </a:r>
            <a:endParaRPr lang="en-IN"/>
          </a:p>
        </p:txBody>
      </p:sp>
      <p:pic>
        <p:nvPicPr>
          <p:cNvPr id="6" name="Picture 5"/>
          <p:cNvPicPr>
            <a:picLocks noChangeAspect="1"/>
          </p:cNvPicPr>
          <p:nvPr/>
        </p:nvPicPr>
        <p:blipFill>
          <a:blip r:embed="rId2"/>
          <a:stretch>
            <a:fillRect/>
          </a:stretch>
        </p:blipFill>
        <p:spPr>
          <a:xfrm>
            <a:off x="609600" y="1062355"/>
            <a:ext cx="6444615" cy="55568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cs typeface="Calibri" panose="020F0502020204030204" pitchFamily="34" charset="0"/>
              </a:rPr>
              <a:t>SAFe</a:t>
            </a:r>
            <a:endParaRPr lang="en-US" dirty="0"/>
          </a:p>
        </p:txBody>
      </p:sp>
      <p:pic>
        <p:nvPicPr>
          <p:cNvPr id="3" name="Picture 2"/>
          <p:cNvPicPr>
            <a:picLocks noChangeAspect="1"/>
          </p:cNvPicPr>
          <p:nvPr/>
        </p:nvPicPr>
        <p:blipFill>
          <a:blip r:embed="rId2"/>
          <a:stretch>
            <a:fillRect/>
          </a:stretch>
        </p:blipFill>
        <p:spPr>
          <a:xfrm>
            <a:off x="76200" y="1066800"/>
            <a:ext cx="8775065" cy="49942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 Portfolio Level</a:t>
            </a:r>
          </a:p>
        </p:txBody>
      </p:sp>
      <p:sp>
        <p:nvSpPr>
          <p:cNvPr id="3" name="Content Placeholder 2"/>
          <p:cNvSpPr>
            <a:spLocks noGrp="1"/>
          </p:cNvSpPr>
          <p:nvPr>
            <p:ph idx="1"/>
          </p:nvPr>
        </p:nvSpPr>
        <p:spPr>
          <a:xfrm>
            <a:off x="397825" y="1371600"/>
            <a:ext cx="8229600" cy="2177009"/>
          </a:xfrm>
        </p:spPr>
        <p:txBody>
          <a:bodyPr>
            <a:normAutofit fontScale="92500" lnSpcReduction="10000"/>
          </a:bodyPr>
          <a:lstStyle/>
          <a:p>
            <a:r>
              <a:rPr lang="en-US" dirty="0"/>
              <a:t>Strategic Level - Large Program or multiple Programs</a:t>
            </a:r>
          </a:p>
          <a:p>
            <a:pPr lvl="1"/>
            <a:r>
              <a:rPr lang="en-US" dirty="0"/>
              <a:t>Strategy formulation and Investment funding</a:t>
            </a:r>
          </a:p>
          <a:p>
            <a:pPr lvl="1"/>
            <a:r>
              <a:rPr lang="en-US" dirty="0"/>
              <a:t>Program Management and Governance</a:t>
            </a:r>
          </a:p>
          <a:p>
            <a:pPr lvl="1"/>
            <a:r>
              <a:rPr lang="en-US" dirty="0"/>
              <a:t>Value Streams and Agile Release Trains Planning</a:t>
            </a:r>
          </a:p>
          <a:p>
            <a:r>
              <a:rPr lang="en-US" dirty="0"/>
              <a:t>Centralized Strategy and Decentralized execution</a:t>
            </a:r>
          </a:p>
          <a:p>
            <a:r>
              <a:rPr lang="en-US" dirty="0"/>
              <a:t>Portfolio vision gives the system an aim</a:t>
            </a:r>
          </a:p>
          <a:p>
            <a:r>
              <a:rPr lang="en-US" dirty="0"/>
              <a:t>Value Delivery via Business and Architectural Epic</a:t>
            </a:r>
          </a:p>
          <a:p>
            <a:endParaRPr lang="en-US" dirty="0"/>
          </a:p>
        </p:txBody>
      </p:sp>
      <p:pic>
        <p:nvPicPr>
          <p:cNvPr id="4" name="Picture 3"/>
          <p:cNvPicPr>
            <a:picLocks noChangeAspect="1"/>
          </p:cNvPicPr>
          <p:nvPr/>
        </p:nvPicPr>
        <p:blipFill>
          <a:blip r:embed="rId2"/>
          <a:stretch>
            <a:fillRect/>
          </a:stretch>
        </p:blipFill>
        <p:spPr>
          <a:xfrm>
            <a:off x="228600" y="3548609"/>
            <a:ext cx="7620000" cy="30765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 Program Level</a:t>
            </a:r>
          </a:p>
        </p:txBody>
      </p:sp>
      <p:sp>
        <p:nvSpPr>
          <p:cNvPr id="3" name="Content Placeholder 2"/>
          <p:cNvSpPr>
            <a:spLocks noGrp="1"/>
          </p:cNvSpPr>
          <p:nvPr>
            <p:ph idx="1"/>
          </p:nvPr>
        </p:nvSpPr>
        <p:spPr>
          <a:xfrm>
            <a:off x="304800" y="1219200"/>
            <a:ext cx="4555175" cy="3200400"/>
          </a:xfrm>
          <a:ln>
            <a:solidFill>
              <a:schemeClr val="tx2">
                <a:lumMod val="20000"/>
                <a:lumOff val="80000"/>
              </a:schemeClr>
            </a:solidFill>
          </a:ln>
        </p:spPr>
        <p:txBody>
          <a:bodyPr>
            <a:normAutofit fontScale="85000" lnSpcReduction="20000"/>
          </a:bodyPr>
          <a:lstStyle/>
          <a:p>
            <a:r>
              <a:rPr lang="en-US" b="1" dirty="0"/>
              <a:t>Agile Release Train for a Value Stream</a:t>
            </a:r>
          </a:p>
          <a:p>
            <a:pPr lvl="1"/>
            <a:r>
              <a:rPr lang="en-US" dirty="0"/>
              <a:t>Virtual organization of 5-12 teams (50 -125 Team members)</a:t>
            </a:r>
          </a:p>
          <a:p>
            <a:pPr lvl="1"/>
            <a:r>
              <a:rPr lang="en-US" dirty="0"/>
              <a:t>Program Increment (PI) for 12 weeks (6 Sprints)</a:t>
            </a:r>
          </a:p>
          <a:p>
            <a:pPr lvl="1"/>
            <a:r>
              <a:rPr lang="en-US" dirty="0"/>
              <a:t>Program Level shared roles for supporting Teams</a:t>
            </a:r>
          </a:p>
          <a:p>
            <a:pPr lvl="1"/>
            <a:r>
              <a:rPr lang="en-US" dirty="0"/>
              <a:t>Self organized and managed team of Agile teams</a:t>
            </a:r>
          </a:p>
          <a:p>
            <a:pPr lvl="1"/>
            <a:r>
              <a:rPr lang="en-US" dirty="0"/>
              <a:t>Continuous Value delivery</a:t>
            </a:r>
          </a:p>
          <a:p>
            <a:pPr lvl="1"/>
            <a:r>
              <a:rPr lang="en-US" dirty="0"/>
              <a:t>Single Program backlog for a common mission </a:t>
            </a:r>
          </a:p>
          <a:p>
            <a:pPr lvl="1"/>
            <a:r>
              <a:rPr lang="en-US" dirty="0"/>
              <a:t>Common cadence and estimation</a:t>
            </a:r>
          </a:p>
          <a:p>
            <a:pPr lvl="1"/>
            <a:r>
              <a:rPr lang="en-US" dirty="0"/>
              <a:t>Value Delivery via features</a:t>
            </a:r>
          </a:p>
          <a:p>
            <a:pPr lvl="1"/>
            <a:endParaRPr lang="en-US" dirty="0"/>
          </a:p>
          <a:p>
            <a:pPr marL="0" indent="0">
              <a:buNone/>
            </a:pPr>
            <a:endParaRPr lang="en-US" dirty="0"/>
          </a:p>
        </p:txBody>
      </p:sp>
      <p:sp>
        <p:nvSpPr>
          <p:cNvPr id="6" name="Content Placeholder 2"/>
          <p:cNvSpPr txBox="1"/>
          <p:nvPr/>
        </p:nvSpPr>
        <p:spPr>
          <a:xfrm>
            <a:off x="5029200" y="1205552"/>
            <a:ext cx="3810000" cy="3200400"/>
          </a:xfrm>
          <a:prstGeom prst="rect">
            <a:avLst/>
          </a:prstGeom>
          <a:ln>
            <a:solidFill>
              <a:schemeClr val="accent1">
                <a:lumMod val="40000"/>
                <a:lumOff val="60000"/>
              </a:schemeClr>
            </a:solidFill>
          </a:ln>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auto" hangingPunct="0">
              <a:spcBef>
                <a:spcPct val="20000"/>
              </a:spcBef>
              <a:spcAft>
                <a:spcPts val="0"/>
              </a:spcAft>
              <a:buFont typeface="Wingdings" panose="05000000000000000000" pitchFamily="2" charset="2"/>
              <a:buChar char="q"/>
              <a:defRPr sz="18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auto" hangingPunct="0">
              <a:spcBef>
                <a:spcPct val="20000"/>
              </a:spcBef>
              <a:spcAft>
                <a:spcPts val="0"/>
              </a:spcAft>
              <a:buClr>
                <a:srgbClr val="0066B3"/>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1" dirty="0"/>
              <a:t>Key Program Roles</a:t>
            </a:r>
          </a:p>
          <a:p>
            <a:pPr lvl="1"/>
            <a:r>
              <a:rPr lang="en-US" sz="1600" dirty="0"/>
              <a:t>Release Train Engineer is Chief Scrum Master</a:t>
            </a:r>
          </a:p>
          <a:p>
            <a:pPr lvl="1"/>
            <a:r>
              <a:rPr lang="en-US" sz="1600" dirty="0"/>
              <a:t>Program Management owns and prioritize program backlog</a:t>
            </a:r>
          </a:p>
          <a:p>
            <a:pPr lvl="1"/>
            <a:r>
              <a:rPr lang="en-US" sz="1600" dirty="0"/>
              <a:t>System Architect for architecture guidelines</a:t>
            </a:r>
          </a:p>
          <a:p>
            <a:pPr lvl="1"/>
            <a:r>
              <a:rPr lang="en-US" sz="1600" dirty="0"/>
              <a:t>System Team for process and tools for integration</a:t>
            </a:r>
          </a:p>
          <a:p>
            <a:pPr lvl="1"/>
            <a:r>
              <a:rPr lang="en-US" sz="1600" dirty="0"/>
              <a:t>Business Owners are the key stakeholders on Train</a:t>
            </a:r>
          </a:p>
          <a:p>
            <a:pPr lvl="1"/>
            <a:endParaRPr lang="en-US" dirty="0"/>
          </a:p>
          <a:p>
            <a:pPr marL="0" indent="0">
              <a:buFont typeface="Arial" panose="020B0604020202020204" pitchFamily="34" charset="0"/>
              <a:buNone/>
            </a:pPr>
            <a:endParaRPr lang="en-US" dirty="0"/>
          </a:p>
        </p:txBody>
      </p:sp>
      <p:pic>
        <p:nvPicPr>
          <p:cNvPr id="4" name="Picture 3"/>
          <p:cNvPicPr>
            <a:picLocks noChangeAspect="1"/>
          </p:cNvPicPr>
          <p:nvPr/>
        </p:nvPicPr>
        <p:blipFill>
          <a:blip r:embed="rId2"/>
          <a:stretch>
            <a:fillRect/>
          </a:stretch>
        </p:blipFill>
        <p:spPr>
          <a:xfrm>
            <a:off x="1676400" y="4572000"/>
            <a:ext cx="5905500" cy="14859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Release Train</a:t>
            </a:r>
          </a:p>
        </p:txBody>
      </p:sp>
      <p:pic>
        <p:nvPicPr>
          <p:cNvPr id="3" name="Picture 2"/>
          <p:cNvPicPr>
            <a:picLocks noChangeAspect="1"/>
          </p:cNvPicPr>
          <p:nvPr/>
        </p:nvPicPr>
        <p:blipFill>
          <a:blip r:embed="rId2"/>
          <a:stretch>
            <a:fillRect/>
          </a:stretch>
        </p:blipFill>
        <p:spPr>
          <a:xfrm>
            <a:off x="0" y="990600"/>
            <a:ext cx="9067800" cy="27146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Release Train</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90650"/>
            <a:ext cx="7810500" cy="493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 -Team Level</a:t>
            </a:r>
          </a:p>
        </p:txBody>
      </p:sp>
      <p:sp>
        <p:nvSpPr>
          <p:cNvPr id="3" name="Content Placeholder 2"/>
          <p:cNvSpPr>
            <a:spLocks noGrp="1"/>
          </p:cNvSpPr>
          <p:nvPr>
            <p:ph idx="1"/>
          </p:nvPr>
        </p:nvSpPr>
        <p:spPr>
          <a:xfrm>
            <a:off x="397825" y="1295401"/>
            <a:ext cx="8229600" cy="2971800"/>
          </a:xfrm>
        </p:spPr>
        <p:txBody>
          <a:bodyPr>
            <a:normAutofit fontScale="70000" lnSpcReduction="20000"/>
          </a:bodyPr>
          <a:lstStyle/>
          <a:p>
            <a:r>
              <a:rPr lang="en-US" dirty="0"/>
              <a:t>Teams Operate under program vision, system, architecture and user experience guidance</a:t>
            </a:r>
          </a:p>
          <a:p>
            <a:r>
              <a:rPr lang="en-US" dirty="0"/>
              <a:t>Value delivery via User Stories</a:t>
            </a:r>
          </a:p>
          <a:p>
            <a:r>
              <a:rPr lang="en-US" dirty="0"/>
              <a:t>Agile Teams – 7-9 Team members</a:t>
            </a:r>
          </a:p>
          <a:p>
            <a:r>
              <a:rPr lang="en-US" dirty="0"/>
              <a:t>Scrum Master</a:t>
            </a:r>
          </a:p>
          <a:p>
            <a:pPr lvl="1"/>
            <a:r>
              <a:rPr lang="en-US" dirty="0"/>
              <a:t>Runs the meetings, Remove Impediments, Facilitator to the team</a:t>
            </a:r>
          </a:p>
          <a:p>
            <a:r>
              <a:rPr lang="en-US" dirty="0"/>
              <a:t>Product Owner</a:t>
            </a:r>
          </a:p>
          <a:p>
            <a:pPr lvl="1"/>
            <a:r>
              <a:rPr lang="en-US" dirty="0"/>
              <a:t>Defines  and accepts stories</a:t>
            </a:r>
          </a:p>
          <a:p>
            <a:pPr lvl="1"/>
            <a:r>
              <a:rPr lang="en-US" dirty="0"/>
              <a:t>Acts as customer to the team</a:t>
            </a:r>
          </a:p>
          <a:p>
            <a:pPr lvl="1"/>
            <a:r>
              <a:rPr lang="en-US" dirty="0"/>
              <a:t>Works with Product Management to plan releases</a:t>
            </a:r>
          </a:p>
          <a:p>
            <a:r>
              <a:rPr lang="en-US" dirty="0"/>
              <a:t>Developer/Testers</a:t>
            </a:r>
          </a:p>
          <a:p>
            <a:pPr lvl="1"/>
            <a:r>
              <a:rPr lang="en-US" dirty="0"/>
              <a:t>Creates and refine user stories</a:t>
            </a:r>
          </a:p>
          <a:p>
            <a:pPr lvl="1"/>
            <a:r>
              <a:rPr lang="en-US" dirty="0"/>
              <a:t>Define/Build/Test/Deliver stories</a:t>
            </a:r>
          </a:p>
          <a:p>
            <a:pPr lvl="1"/>
            <a:r>
              <a:rPr lang="en-US" dirty="0"/>
              <a:t>Commits to PI and Sprint Plans</a:t>
            </a:r>
          </a:p>
        </p:txBody>
      </p:sp>
      <p:pic>
        <p:nvPicPr>
          <p:cNvPr id="5" name="Picture 4"/>
          <p:cNvPicPr>
            <a:picLocks noChangeAspect="1"/>
          </p:cNvPicPr>
          <p:nvPr/>
        </p:nvPicPr>
        <p:blipFill rotWithShape="1">
          <a:blip r:embed="rId2"/>
          <a:srcRect t="70616"/>
          <a:stretch>
            <a:fillRect/>
          </a:stretch>
        </p:blipFill>
        <p:spPr>
          <a:xfrm>
            <a:off x="92642" y="4495800"/>
            <a:ext cx="8839966" cy="1981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User Story</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190625"/>
            <a:ext cx="8763000"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User Story</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1333500"/>
            <a:ext cx="7858125" cy="430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INVEST in a good User Story</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524000"/>
            <a:ext cx="7848600" cy="448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Acronym</a:t>
            </a: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382000" cy="44958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DEEP-Product Backlog Items</a:t>
            </a:r>
          </a:p>
        </p:txBody>
      </p:sp>
      <p:sp>
        <p:nvSpPr>
          <p:cNvPr id="3" name="Content Placeholder 2"/>
          <p:cNvSpPr>
            <a:spLocks noGrp="1"/>
          </p:cNvSpPr>
          <p:nvPr>
            <p:ph idx="1"/>
          </p:nvPr>
        </p:nvSpPr>
        <p:spPr>
          <a:xfrm>
            <a:off x="457200" y="1600200"/>
            <a:ext cx="8229600" cy="3962400"/>
          </a:xfrm>
        </p:spPr>
        <p:txBody>
          <a:bodyPr/>
          <a:lstStyle/>
          <a:p>
            <a:pPr marL="0" indent="0">
              <a:buNone/>
            </a:pPr>
            <a:r>
              <a:rPr lang="en-US" sz="1600" dirty="0"/>
              <a:t>A product backlog may have several hundred or more work items, hence the acronym </a:t>
            </a:r>
            <a:r>
              <a:rPr lang="en-US" sz="1600" b="1" i="1" dirty="0"/>
              <a:t>DEEP</a:t>
            </a:r>
            <a:r>
              <a:rPr lang="en-US" sz="1600" dirty="0"/>
              <a:t>, work items can be comprised of features, defects and test sets (Logical structure of product backlog)</a:t>
            </a:r>
          </a:p>
          <a:p>
            <a:r>
              <a:rPr lang="en-US" sz="1600" b="1" i="1" dirty="0"/>
              <a:t>D</a:t>
            </a:r>
            <a:r>
              <a:rPr lang="en-US" sz="1600" dirty="0"/>
              <a:t>etailed appropriately: Work items in the backlog are specified at an appropriate level of detail.</a:t>
            </a:r>
          </a:p>
          <a:p>
            <a:r>
              <a:rPr lang="en-US" sz="1600" b="1" i="1" dirty="0"/>
              <a:t>E</a:t>
            </a:r>
            <a:r>
              <a:rPr lang="en-US" sz="1600" dirty="0"/>
              <a:t>stimate appropriately: work items in the product backlog are estimated appropriately.</a:t>
            </a:r>
          </a:p>
          <a:p>
            <a:r>
              <a:rPr lang="en-US" sz="1600" b="1" i="1" dirty="0"/>
              <a:t>E</a:t>
            </a:r>
            <a:r>
              <a:rPr lang="en-US" sz="1600" dirty="0"/>
              <a:t>mergent: Product backlog is not frozen or static. It evolves or emerges on an on-going basis in response to product feedback, and changes in competitive, market and business. New backlog items are added, existing items are groomed (revised, refine, elaborated) or deleted or re-prioritized.</a:t>
            </a:r>
          </a:p>
          <a:p>
            <a:r>
              <a:rPr lang="en-US" sz="1600" b="1" i="1" dirty="0"/>
              <a:t>P</a:t>
            </a:r>
            <a:r>
              <a:rPr lang="en-US" sz="1600" dirty="0"/>
              <a:t>rioritized as needed: Work items in the backlog are linearly rank-ordered as needed</a:t>
            </a:r>
            <a:r>
              <a:rPr lang="en-US" sz="2800" dirty="0"/>
              <a: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INVEST -User Stories in next Sprint </a:t>
            </a:r>
          </a:p>
        </p:txBody>
      </p:sp>
      <p:sp>
        <p:nvSpPr>
          <p:cNvPr id="3" name="Content Placeholder 2"/>
          <p:cNvSpPr>
            <a:spLocks noGrp="1"/>
          </p:cNvSpPr>
          <p:nvPr>
            <p:ph idx="1"/>
          </p:nvPr>
        </p:nvSpPr>
        <p:spPr>
          <a:xfrm>
            <a:off x="304800" y="1295400"/>
            <a:ext cx="8229600" cy="4724400"/>
          </a:xfrm>
        </p:spPr>
        <p:txBody>
          <a:bodyPr/>
          <a:lstStyle/>
          <a:p>
            <a:r>
              <a:rPr lang="en-US" sz="1600" b="1" i="1" dirty="0"/>
              <a:t>I</a:t>
            </a:r>
            <a:r>
              <a:rPr lang="en-US" sz="1600" dirty="0"/>
              <a:t>ndependent of each other : At the specification level stories are independent they offer distinctly different functionality and don’t overlap , Moreover at the implementation level these stories should also be as independent of each other as possible .However , sometimes certain implementation level dependencies may be unavoidable.</a:t>
            </a:r>
          </a:p>
          <a:p>
            <a:r>
              <a:rPr lang="en-US" sz="1600" b="1" i="1" dirty="0"/>
              <a:t>N</a:t>
            </a:r>
            <a:r>
              <a:rPr lang="en-US" sz="1600" dirty="0"/>
              <a:t>egotiable: Stories in the next sprint are always subject to negotiations and clarifications among product owner (business proxy) and the members of agile development team.</a:t>
            </a:r>
          </a:p>
          <a:p>
            <a:r>
              <a:rPr lang="en-US" sz="1600" b="1" i="1" dirty="0"/>
              <a:t>V</a:t>
            </a:r>
            <a:r>
              <a:rPr lang="en-US" sz="1600" dirty="0"/>
              <a:t>aluable: Every story for the next sprint offers clear value or benefit to either external user or to customer (outside the development team), or to the team itself or to the stakeholder. For most products and projects, most stories offer value to external users or to customers.</a:t>
            </a:r>
          </a:p>
          <a:p>
            <a:r>
              <a:rPr lang="en-US" sz="1600" b="1" i="1" dirty="0"/>
              <a:t>E</a:t>
            </a:r>
            <a:r>
              <a:rPr lang="en-US" sz="1600" dirty="0"/>
              <a:t>stimable : From the specification of the User Story itself , an agile team should be able to estimate the efforts needed to implement the user story , this size is in relative size terms ( story point) , and optionally , it can also be in time units ( such as Idle staff- hours or staff-days for the whole team ) .</a:t>
            </a:r>
          </a:p>
          <a:p>
            <a:r>
              <a:rPr lang="en-US" sz="1600" b="1" i="1" dirty="0"/>
              <a:t>S</a:t>
            </a:r>
            <a:r>
              <a:rPr lang="en-US" sz="1600" dirty="0"/>
              <a:t>ized Appropriately: A simpler interpretation of this criterion is that each story is small enough to be completed and delivered in a single sprint.</a:t>
            </a:r>
          </a:p>
          <a:p>
            <a:r>
              <a:rPr lang="en-US" sz="1600" b="1" i="1" dirty="0"/>
              <a:t>T</a:t>
            </a:r>
            <a:r>
              <a:rPr lang="en-US" sz="1600" dirty="0"/>
              <a:t>estable: Each story specification is very clear to be able to develop all test cases from its acceptance criteria.</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SMART-Tasks</a:t>
            </a:r>
          </a:p>
        </p:txBody>
      </p:sp>
      <p:sp>
        <p:nvSpPr>
          <p:cNvPr id="5" name="Text Placeholder 4"/>
          <p:cNvSpPr>
            <a:spLocks noGrp="1"/>
          </p:cNvSpPr>
          <p:nvPr>
            <p:ph type="body" idx="13"/>
          </p:nvPr>
        </p:nvSpPr>
        <p:spPr>
          <a:xfrm>
            <a:off x="381000" y="1295400"/>
            <a:ext cx="8610600" cy="1219200"/>
          </a:xfrm>
        </p:spPr>
        <p:txBody>
          <a:bodyPr>
            <a:noAutofit/>
          </a:bodyPr>
          <a:lstStyle/>
          <a:p>
            <a:r>
              <a:rPr lang="en-US" sz="1800" b="0" dirty="0"/>
              <a:t>Stories may be broken down into implementation tasks, such as Analysis, Design, Code Development, Unit Testing, Test Case development, on-line help etc. These tasks need to be SMART</a:t>
            </a:r>
            <a:endParaRPr lang="en-US" dirty="0"/>
          </a:p>
        </p:txBody>
      </p:sp>
      <p:graphicFrame>
        <p:nvGraphicFramePr>
          <p:cNvPr id="12" name="Content Placeholder 11"/>
          <p:cNvGraphicFramePr>
            <a:graphicFrameLocks noGrp="1"/>
          </p:cNvGraphicFramePr>
          <p:nvPr>
            <p:ph idx="1"/>
          </p:nvPr>
        </p:nvGraphicFramePr>
        <p:xfrm>
          <a:off x="762000" y="2514602"/>
          <a:ext cx="7696200" cy="3428997"/>
        </p:xfrm>
        <a:graphic>
          <a:graphicData uri="http://schemas.openxmlformats.org/drawingml/2006/table">
            <a:tbl>
              <a:tblPr firstRow="1" firstCol="1" bandRow="1">
                <a:tableStyleId>{5C22544A-7EE6-4342-B048-85BDC9FD1C3A}</a:tableStyleId>
              </a:tblPr>
              <a:tblGrid>
                <a:gridCol w="1647322">
                  <a:extLst>
                    <a:ext uri="{9D8B030D-6E8A-4147-A177-3AD203B41FA5}">
                      <a16:colId xmlns:a16="http://schemas.microsoft.com/office/drawing/2014/main" val="20000"/>
                    </a:ext>
                  </a:extLst>
                </a:gridCol>
                <a:gridCol w="6048878">
                  <a:extLst>
                    <a:ext uri="{9D8B030D-6E8A-4147-A177-3AD203B41FA5}">
                      <a16:colId xmlns:a16="http://schemas.microsoft.com/office/drawing/2014/main" val="20001"/>
                    </a:ext>
                  </a:extLst>
                </a:gridCol>
              </a:tblGrid>
              <a:tr h="311727">
                <a:tc gridSpan="2">
                  <a:txBody>
                    <a:bodyPr/>
                    <a:lstStyle/>
                    <a:p>
                      <a:pPr marL="0" marR="0" algn="ctr">
                        <a:lnSpc>
                          <a:spcPct val="107000"/>
                        </a:lnSpc>
                        <a:spcBef>
                          <a:spcPts val="0"/>
                        </a:spcBef>
                        <a:spcAft>
                          <a:spcPts val="0"/>
                        </a:spcAft>
                      </a:pPr>
                      <a:r>
                        <a:rPr lang="en-US" sz="1800" dirty="0">
                          <a:effectLst/>
                        </a:rPr>
                        <a:t>SMART Tasks</a:t>
                      </a:r>
                      <a:endParaRPr lang="en-US" sz="1800" dirty="0">
                        <a:effectLst/>
                        <a:latin typeface="Calibri" panose="020F0502020204030204"/>
                        <a:ea typeface="Calibri" panose="020F0502020204030204"/>
                        <a:cs typeface="Times New Roman" panose="02020603050405020304"/>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623454">
                <a:tc>
                  <a:txBody>
                    <a:bodyPr/>
                    <a:lstStyle/>
                    <a:p>
                      <a:pPr marL="0" marR="0">
                        <a:lnSpc>
                          <a:spcPct val="107000"/>
                        </a:lnSpc>
                        <a:spcBef>
                          <a:spcPts val="0"/>
                        </a:spcBef>
                        <a:spcAft>
                          <a:spcPts val="0"/>
                        </a:spcAft>
                      </a:pPr>
                      <a:r>
                        <a:rPr lang="en-US" sz="1600">
                          <a:effectLst/>
                        </a:rPr>
                        <a:t>Specific</a:t>
                      </a:r>
                      <a:endParaRPr lang="en-US" sz="160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07000"/>
                        </a:lnSpc>
                        <a:spcBef>
                          <a:spcPts val="0"/>
                        </a:spcBef>
                        <a:spcAft>
                          <a:spcPts val="0"/>
                        </a:spcAft>
                      </a:pPr>
                      <a:r>
                        <a:rPr lang="en-US" sz="1600" dirty="0">
                          <a:effectLst/>
                        </a:rPr>
                        <a:t>We drill down requirements from higher-level overview to the necessary details to understand the global picture.</a:t>
                      </a:r>
                      <a:endParaRPr lang="en-US" sz="1600" dirty="0">
                        <a:effectLst/>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1"/>
                  </a:ext>
                </a:extLst>
              </a:tr>
              <a:tr h="623454">
                <a:tc>
                  <a:txBody>
                    <a:bodyPr/>
                    <a:lstStyle/>
                    <a:p>
                      <a:pPr marL="0" marR="0">
                        <a:lnSpc>
                          <a:spcPct val="107000"/>
                        </a:lnSpc>
                        <a:spcBef>
                          <a:spcPts val="0"/>
                        </a:spcBef>
                        <a:spcAft>
                          <a:spcPts val="0"/>
                        </a:spcAft>
                      </a:pPr>
                      <a:r>
                        <a:rPr lang="en-US" sz="1600">
                          <a:effectLst/>
                        </a:rPr>
                        <a:t>Measurable</a:t>
                      </a:r>
                      <a:endParaRPr lang="en-US" sz="160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07000"/>
                        </a:lnSpc>
                        <a:spcBef>
                          <a:spcPts val="0"/>
                        </a:spcBef>
                        <a:spcAft>
                          <a:spcPts val="0"/>
                        </a:spcAft>
                      </a:pPr>
                      <a:r>
                        <a:rPr lang="en-US" sz="1600" dirty="0">
                          <a:effectLst/>
                        </a:rPr>
                        <a:t>We define precise plans with indicators that allows to verify that ' We say what we do, and we do what we say'.</a:t>
                      </a:r>
                      <a:endParaRPr lang="en-US" sz="1600" dirty="0">
                        <a:effectLst/>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2"/>
                  </a:ext>
                </a:extLst>
              </a:tr>
              <a:tr h="623454">
                <a:tc>
                  <a:txBody>
                    <a:bodyPr/>
                    <a:lstStyle/>
                    <a:p>
                      <a:pPr marL="0" marR="0">
                        <a:lnSpc>
                          <a:spcPct val="107000"/>
                        </a:lnSpc>
                        <a:spcBef>
                          <a:spcPts val="0"/>
                        </a:spcBef>
                        <a:spcAft>
                          <a:spcPts val="0"/>
                        </a:spcAft>
                      </a:pPr>
                      <a:r>
                        <a:rPr lang="en-US" sz="1600">
                          <a:effectLst/>
                        </a:rPr>
                        <a:t>Achievable</a:t>
                      </a:r>
                      <a:endParaRPr lang="en-US" sz="160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07000"/>
                        </a:lnSpc>
                        <a:spcBef>
                          <a:spcPts val="0"/>
                        </a:spcBef>
                        <a:spcAft>
                          <a:spcPts val="0"/>
                        </a:spcAft>
                      </a:pPr>
                      <a:r>
                        <a:rPr lang="en-US" sz="1600" dirty="0">
                          <a:effectLst/>
                        </a:rPr>
                        <a:t>We break down our analysis in number of objectives that we are sure to meet, and we can commit on.</a:t>
                      </a:r>
                      <a:endParaRPr lang="en-US" sz="1600" dirty="0">
                        <a:effectLst/>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3"/>
                  </a:ext>
                </a:extLst>
              </a:tr>
              <a:tr h="623454">
                <a:tc>
                  <a:txBody>
                    <a:bodyPr/>
                    <a:lstStyle/>
                    <a:p>
                      <a:pPr marL="0" marR="0">
                        <a:lnSpc>
                          <a:spcPct val="107000"/>
                        </a:lnSpc>
                        <a:spcBef>
                          <a:spcPts val="0"/>
                        </a:spcBef>
                        <a:spcAft>
                          <a:spcPts val="0"/>
                        </a:spcAft>
                      </a:pPr>
                      <a:r>
                        <a:rPr lang="en-US" sz="1600">
                          <a:effectLst/>
                        </a:rPr>
                        <a:t>Realistic</a:t>
                      </a:r>
                      <a:endParaRPr lang="en-US" sz="160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07000"/>
                        </a:lnSpc>
                        <a:spcBef>
                          <a:spcPts val="0"/>
                        </a:spcBef>
                        <a:spcAft>
                          <a:spcPts val="0"/>
                        </a:spcAft>
                      </a:pPr>
                      <a:r>
                        <a:rPr lang="en-US" sz="1600">
                          <a:effectLst/>
                        </a:rPr>
                        <a:t>We focus on most important aspect of your needs first and propose our requirement based on findings.</a:t>
                      </a:r>
                      <a:endParaRPr lang="en-US" sz="1600">
                        <a:effectLst/>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4"/>
                  </a:ext>
                </a:extLst>
              </a:tr>
              <a:tr h="623454">
                <a:tc>
                  <a:txBody>
                    <a:bodyPr/>
                    <a:lstStyle/>
                    <a:p>
                      <a:pPr marL="0" marR="0">
                        <a:lnSpc>
                          <a:spcPct val="107000"/>
                        </a:lnSpc>
                        <a:spcBef>
                          <a:spcPts val="0"/>
                        </a:spcBef>
                        <a:spcAft>
                          <a:spcPts val="0"/>
                        </a:spcAft>
                      </a:pPr>
                      <a:r>
                        <a:rPr lang="en-US" sz="1600" dirty="0">
                          <a:effectLst/>
                        </a:rPr>
                        <a:t>Timely</a:t>
                      </a:r>
                      <a:endParaRPr lang="en-US" sz="1600" dirty="0">
                        <a:effectLst/>
                        <a:latin typeface="Calibri" panose="020F0502020204030204"/>
                        <a:ea typeface="Calibri" panose="020F0502020204030204"/>
                        <a:cs typeface="Times New Roman" panose="02020603050405020304"/>
                      </a:endParaRPr>
                    </a:p>
                  </a:txBody>
                  <a:tcPr marL="68580" marR="68580" marT="0" marB="0"/>
                </a:tc>
                <a:tc>
                  <a:txBody>
                    <a:bodyPr/>
                    <a:lstStyle/>
                    <a:p>
                      <a:pPr marL="0" marR="0">
                        <a:lnSpc>
                          <a:spcPct val="107000"/>
                        </a:lnSpc>
                        <a:spcBef>
                          <a:spcPts val="0"/>
                        </a:spcBef>
                        <a:spcAft>
                          <a:spcPts val="0"/>
                        </a:spcAft>
                      </a:pPr>
                      <a:r>
                        <a:rPr lang="en-US" sz="1600" dirty="0">
                          <a:effectLst/>
                        </a:rPr>
                        <a:t>We deliver clean project/ activity plans that we will follow and communicate on to achieve objectives.</a:t>
                      </a:r>
                      <a:endParaRPr lang="en-US" sz="1600" dirty="0">
                        <a:effectLst/>
                        <a:latin typeface="Calibri" panose="020F0502020204030204"/>
                        <a:ea typeface="Calibri" panose="020F0502020204030204"/>
                        <a:cs typeface="Times New Roman" panose="02020603050405020304"/>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DIVE the product backlog</a:t>
            </a:r>
          </a:p>
        </p:txBody>
      </p:sp>
      <p:sp>
        <p:nvSpPr>
          <p:cNvPr id="3" name="Content Placeholder 2"/>
          <p:cNvSpPr>
            <a:spLocks noGrp="1"/>
          </p:cNvSpPr>
          <p:nvPr>
            <p:ph idx="1"/>
          </p:nvPr>
        </p:nvSpPr>
        <p:spPr/>
        <p:txBody>
          <a:bodyPr/>
          <a:lstStyle/>
          <a:p>
            <a:r>
              <a:rPr lang="en-US" b="1" i="1" dirty="0"/>
              <a:t>D</a:t>
            </a:r>
            <a:r>
              <a:rPr lang="en-US" dirty="0"/>
              <a:t>ependencies: Even after minimizing the dependencies among stories or epic (which is always a good thing to do) there may still be few unavoidable dependencies and they will have an impact on rank ordering. If work item A depends on work item B, B needs to be rank- ordered higher than A.</a:t>
            </a:r>
          </a:p>
          <a:p>
            <a:r>
              <a:rPr lang="en-US" b="1" i="1" dirty="0"/>
              <a:t>I</a:t>
            </a:r>
            <a:r>
              <a:rPr lang="en-US" dirty="0"/>
              <a:t>nsure against Risks: Business as well as technical risk.</a:t>
            </a:r>
          </a:p>
          <a:p>
            <a:r>
              <a:rPr lang="en-US" b="1" i="1" dirty="0"/>
              <a:t>B</a:t>
            </a:r>
            <a:r>
              <a:rPr lang="en-US" dirty="0"/>
              <a:t>usiness Value: </a:t>
            </a:r>
          </a:p>
          <a:p>
            <a:r>
              <a:rPr lang="en-US" b="1" i="1" dirty="0"/>
              <a:t>E</a:t>
            </a:r>
            <a:r>
              <a:rPr lang="en-US" dirty="0"/>
              <a:t>stimated Efforts</a:t>
            </a:r>
          </a:p>
        </p:txBody>
      </p:sp>
      <p:sp>
        <p:nvSpPr>
          <p:cNvPr id="5" name="Text Placeholder 4"/>
          <p:cNvSpPr>
            <a:spLocks noGrp="1"/>
          </p:cNvSpPr>
          <p:nvPr>
            <p:ph type="body" idx="13"/>
          </p:nvPr>
        </p:nvSpPr>
        <p:spPr>
          <a:xfrm>
            <a:off x="457200" y="1535113"/>
            <a:ext cx="8229600" cy="639762"/>
          </a:xfrm>
        </p:spPr>
        <p:txBody>
          <a:bodyPr>
            <a:noAutofit/>
          </a:bodyPr>
          <a:lstStyle/>
          <a:p>
            <a:endParaRPr lang="en-US" sz="1200" b="0" dirty="0"/>
          </a:p>
          <a:p>
            <a:endParaRPr lang="en-US" sz="1200" b="0" dirty="0"/>
          </a:p>
          <a:p>
            <a:r>
              <a:rPr lang="en-US" sz="1600" b="0" dirty="0"/>
              <a:t>Product backlog items should be linearly ordered based on the DIVE criteria, which requires careful consideration of all four factors captured in the DIVE acronym.</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Velocity</a:t>
            </a:r>
          </a:p>
        </p:txBody>
      </p:sp>
      <p:sp>
        <p:nvSpPr>
          <p:cNvPr id="3" name="Content Placeholder 2"/>
          <p:cNvSpPr>
            <a:spLocks noGrp="1"/>
          </p:cNvSpPr>
          <p:nvPr>
            <p:ph idx="1"/>
          </p:nvPr>
        </p:nvSpPr>
        <p:spPr>
          <a:xfrm>
            <a:off x="457200" y="2590800"/>
            <a:ext cx="8229600" cy="3886200"/>
          </a:xfrm>
        </p:spPr>
        <p:txBody>
          <a:bodyPr/>
          <a:lstStyle/>
          <a:p>
            <a:pPr marL="0" indent="0">
              <a:buNone/>
            </a:pPr>
            <a:r>
              <a:rPr lang="en-US" b="1" dirty="0"/>
              <a:t>Factors affecting Team Velocity</a:t>
            </a:r>
          </a:p>
          <a:p>
            <a:pPr lvl="1">
              <a:buFont typeface="Wingdings" panose="05000000000000000000" pitchFamily="2" charset="2"/>
              <a:buChar char="Ø"/>
            </a:pPr>
            <a:r>
              <a:rPr lang="en-US" sz="1600" dirty="0"/>
              <a:t>Number of members</a:t>
            </a:r>
          </a:p>
          <a:p>
            <a:pPr lvl="1">
              <a:buFont typeface="Wingdings" panose="05000000000000000000" pitchFamily="2" charset="2"/>
              <a:buChar char="Ø"/>
            </a:pPr>
            <a:r>
              <a:rPr lang="en-US" sz="1600" dirty="0"/>
              <a:t>Unresolved Impediments</a:t>
            </a:r>
          </a:p>
          <a:p>
            <a:pPr lvl="1">
              <a:buFont typeface="Wingdings" panose="05000000000000000000" pitchFamily="2" charset="2"/>
              <a:buChar char="Ø"/>
            </a:pPr>
            <a:r>
              <a:rPr lang="en-US" sz="1600" dirty="0"/>
              <a:t>Unclear acceptance Criteria</a:t>
            </a:r>
          </a:p>
          <a:p>
            <a:pPr lvl="1">
              <a:buFont typeface="Wingdings" panose="05000000000000000000" pitchFamily="2" charset="2"/>
              <a:buChar char="Ø"/>
            </a:pPr>
            <a:r>
              <a:rPr lang="en-US" sz="1600" dirty="0"/>
              <a:t>Shifting Priorities</a:t>
            </a:r>
          </a:p>
          <a:p>
            <a:pPr lvl="1">
              <a:buFont typeface="Wingdings" panose="05000000000000000000" pitchFamily="2" charset="2"/>
              <a:buChar char="Ø"/>
            </a:pPr>
            <a:r>
              <a:rPr lang="en-US" sz="1600" dirty="0"/>
              <a:t>Interruptions</a:t>
            </a:r>
          </a:p>
          <a:p>
            <a:pPr lvl="1">
              <a:buFont typeface="Wingdings" panose="05000000000000000000" pitchFamily="2" charset="2"/>
              <a:buChar char="Ø"/>
            </a:pPr>
            <a:r>
              <a:rPr lang="en-US" sz="1600" dirty="0"/>
              <a:t>Multi- tasking</a:t>
            </a:r>
          </a:p>
          <a:p>
            <a:pPr lvl="1">
              <a:buFont typeface="Wingdings" panose="05000000000000000000" pitchFamily="2" charset="2"/>
              <a:buChar char="Ø"/>
            </a:pPr>
            <a:r>
              <a:rPr lang="en-US" sz="1600" dirty="0"/>
              <a:t>Skill level</a:t>
            </a:r>
          </a:p>
          <a:p>
            <a:pPr lvl="1">
              <a:buFont typeface="Wingdings" panose="05000000000000000000" pitchFamily="2" charset="2"/>
              <a:buChar char="Ø"/>
            </a:pPr>
            <a:r>
              <a:rPr lang="en-US" sz="1600" dirty="0"/>
              <a:t>New Members</a:t>
            </a:r>
          </a:p>
          <a:p>
            <a:pPr lvl="1">
              <a:buFont typeface="Wingdings" panose="05000000000000000000" pitchFamily="2" charset="2"/>
              <a:buChar char="Ø"/>
            </a:pPr>
            <a:r>
              <a:rPr lang="en-US" sz="1600" dirty="0"/>
              <a:t>Vacation/ Sick time</a:t>
            </a:r>
          </a:p>
          <a:p>
            <a:endParaRPr lang="en-US" dirty="0"/>
          </a:p>
        </p:txBody>
      </p:sp>
      <p:sp>
        <p:nvSpPr>
          <p:cNvPr id="5" name="Text Placeholder 4"/>
          <p:cNvSpPr>
            <a:spLocks noGrp="1"/>
          </p:cNvSpPr>
          <p:nvPr>
            <p:ph type="body" idx="13"/>
          </p:nvPr>
        </p:nvSpPr>
        <p:spPr>
          <a:xfrm>
            <a:off x="457200" y="1143000"/>
            <a:ext cx="8229600" cy="1295399"/>
          </a:xfrm>
        </p:spPr>
        <p:txBody>
          <a:bodyPr>
            <a:noAutofit/>
          </a:bodyPr>
          <a:lstStyle/>
          <a:p>
            <a:r>
              <a:rPr lang="en-US" sz="1800" b="0" dirty="0"/>
              <a:t>Velocity is a measure of a team’s rate of progress used to estimate future commitments/capacity.</a:t>
            </a:r>
          </a:p>
          <a:p>
            <a:r>
              <a:rPr lang="en-US" sz="1800" b="0" dirty="0"/>
              <a:t>It is measured by summing the number of story points ‘DONE’ in an Iteration.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Relative Sizing with Story Points </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571625"/>
            <a:ext cx="8743950"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Estimation – Poker Method</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219200"/>
            <a:ext cx="8791575"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Fibonacci Sequence</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1066800"/>
            <a:ext cx="8782050" cy="486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Roles in Scrum</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495425"/>
            <a:ext cx="7829550" cy="475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Product owner in Enterprise</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333500"/>
            <a:ext cx="7848600" cy="468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Release Governance</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3" y="1343025"/>
            <a:ext cx="7839075" cy="4829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Scrum Master as Servant Leader </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1390650"/>
            <a:ext cx="8782050" cy="407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Scrum Master in the Enterprise </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9225"/>
            <a:ext cx="7848600" cy="467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2700"/>
            <a:ext cx="8229600" cy="606425"/>
          </a:xfrm>
        </p:spPr>
        <p:txBody>
          <a:bodyPr/>
          <a:lstStyle/>
          <a:p>
            <a:r>
              <a:rPr lang="en-US" dirty="0"/>
              <a:t>Distributed Team</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125" y="1276350"/>
            <a:ext cx="7905750" cy="459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Ceremonies</a:t>
            </a:r>
          </a:p>
        </p:txBody>
      </p:sp>
      <p:sp>
        <p:nvSpPr>
          <p:cNvPr id="3" name="Content Placeholder 2"/>
          <p:cNvSpPr>
            <a:spLocks noGrp="1"/>
          </p:cNvSpPr>
          <p:nvPr>
            <p:ph idx="1"/>
          </p:nvPr>
        </p:nvSpPr>
        <p:spPr/>
        <p:txBody>
          <a:bodyPr/>
          <a:lstStyle/>
          <a:p>
            <a:r>
              <a:rPr lang="en-US" dirty="0"/>
              <a:t>Release Planning</a:t>
            </a:r>
          </a:p>
          <a:p>
            <a:pPr lvl="1"/>
            <a:r>
              <a:rPr lang="en-US" dirty="0"/>
              <a:t>Two days in each PI (12 weeks)</a:t>
            </a:r>
          </a:p>
          <a:p>
            <a:pPr lvl="1"/>
            <a:r>
              <a:rPr lang="en-US" dirty="0"/>
              <a:t>Everyone attends with result of program objective for the next SPI</a:t>
            </a:r>
          </a:p>
          <a:p>
            <a:r>
              <a:rPr lang="en-US" dirty="0"/>
              <a:t>Sprint Planning</a:t>
            </a:r>
          </a:p>
          <a:p>
            <a:pPr lvl="1"/>
            <a:r>
              <a:rPr lang="en-US" dirty="0"/>
              <a:t>Team commitment for a sprint – Sprint Backlog</a:t>
            </a:r>
          </a:p>
          <a:p>
            <a:r>
              <a:rPr lang="en-US" dirty="0"/>
              <a:t>Daily Scrum and Scrum of Scrum</a:t>
            </a:r>
          </a:p>
          <a:p>
            <a:pPr lvl="1"/>
            <a:r>
              <a:rPr lang="en-US" dirty="0"/>
              <a:t>Daily stand up meeting</a:t>
            </a:r>
          </a:p>
          <a:p>
            <a:r>
              <a:rPr lang="en-US" dirty="0"/>
              <a:t>Sprint Demo</a:t>
            </a:r>
          </a:p>
          <a:p>
            <a:pPr lvl="1"/>
            <a:r>
              <a:rPr lang="en-US" dirty="0"/>
              <a:t>Team sprint demo to key stakeholders</a:t>
            </a:r>
          </a:p>
          <a:p>
            <a:r>
              <a:rPr lang="en-US" dirty="0"/>
              <a:t>Sprint Retrospective</a:t>
            </a:r>
          </a:p>
          <a:p>
            <a:pPr lvl="1"/>
            <a:r>
              <a:rPr lang="en-US" dirty="0"/>
              <a:t>Team reflects on how to become more effective and adjust</a:t>
            </a:r>
          </a:p>
          <a:p>
            <a:endParaRPr lang="en-US" dirty="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Planning</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3000"/>
            <a:ext cx="7829550" cy="530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Planning</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23975"/>
            <a:ext cx="8772525" cy="492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Standup</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3" y="1219200"/>
            <a:ext cx="8829675"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Daily Standup</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19200"/>
            <a:ext cx="8772525" cy="504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Agreements- Daily Standup</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04925"/>
            <a:ext cx="7848600" cy="479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 Sprint Event</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1143000"/>
            <a:ext cx="8772525" cy="503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 Sprint Review</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143000"/>
            <a:ext cx="88011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Backlog Refinement</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66825"/>
            <a:ext cx="8753475"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Sprint Demo</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 y="1133475"/>
            <a:ext cx="8801100" cy="503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Retrospective Meeting</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 y="1409700"/>
            <a:ext cx="8801100" cy="461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1247775"/>
            <a:ext cx="7934325" cy="484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Interactions- multiple agile teams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8" y="971550"/>
            <a:ext cx="7781925" cy="491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Demo</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219200"/>
            <a:ext cx="7829550" cy="492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 ops</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200150"/>
            <a:ext cx="7877175" cy="4895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HIP</a:t>
            </a:r>
          </a:p>
        </p:txBody>
      </p:sp>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029"/>
          <a:stretch>
            <a:fillRect/>
          </a:stretch>
        </p:blipFill>
        <p:spPr bwMode="auto">
          <a:xfrm>
            <a:off x="657225" y="1371601"/>
            <a:ext cx="7572375" cy="4600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On Cadence. Deliver on Demand</a:t>
            </a:r>
          </a:p>
        </p:txBody>
      </p:sp>
      <p:pic>
        <p:nvPicPr>
          <p:cNvPr id="6" name="Picture 5"/>
          <p:cNvPicPr>
            <a:picLocks noChangeAspect="1"/>
          </p:cNvPicPr>
          <p:nvPr/>
        </p:nvPicPr>
        <p:blipFill>
          <a:blip r:embed="rId3"/>
          <a:stretch>
            <a:fillRect/>
          </a:stretch>
        </p:blipFill>
        <p:spPr>
          <a:xfrm>
            <a:off x="311653" y="1143000"/>
            <a:ext cx="8070347" cy="518159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SAFe</a:t>
            </a:r>
            <a:r>
              <a:rPr lang="en-US" dirty="0"/>
              <a:t> Delivers Business Results</a:t>
            </a:r>
          </a:p>
        </p:txBody>
      </p:sp>
      <p:pic>
        <p:nvPicPr>
          <p:cNvPr id="5" name="Picture 4"/>
          <p:cNvPicPr>
            <a:picLocks noChangeAspect="1"/>
          </p:cNvPicPr>
          <p:nvPr/>
        </p:nvPicPr>
        <p:blipFill rotWithShape="1">
          <a:blip r:embed="rId3"/>
          <a:srcRect t="13235" b="5883"/>
          <a:stretch>
            <a:fillRect/>
          </a:stretch>
        </p:blipFill>
        <p:spPr>
          <a:xfrm>
            <a:off x="291261" y="1447800"/>
            <a:ext cx="8547939" cy="4191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stretch>
            <a:fillRect/>
          </a:stretch>
        </p:blipFill>
        <p:spPr>
          <a:xfrm>
            <a:off x="0" y="-62346"/>
            <a:ext cx="9144000" cy="692034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7200" y="142498"/>
            <a:ext cx="862711" cy="752243"/>
          </a:xfrm>
          <a:prstGeom prst="rect">
            <a:avLst/>
          </a:prstGeom>
          <a:effectLst/>
        </p:spPr>
      </p:pic>
      <p:sp>
        <p:nvSpPr>
          <p:cNvPr id="2" name="Title 1"/>
          <p:cNvSpPr>
            <a:spLocks noGrp="1"/>
          </p:cNvSpPr>
          <p:nvPr>
            <p:ph type="title"/>
          </p:nvPr>
        </p:nvSpPr>
        <p:spPr>
          <a:xfrm>
            <a:off x="0" y="-76200"/>
            <a:ext cx="8382000" cy="762003"/>
          </a:xfrm>
        </p:spPr>
        <p:txBody>
          <a:bodyPr/>
          <a:lstStyle/>
          <a:p>
            <a:r>
              <a:rPr lang="en-US" dirty="0"/>
              <a:t>Q&amp;A</a:t>
            </a:r>
          </a:p>
        </p:txBody>
      </p:sp>
    </p:spTree>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1216</Words>
  <Application>Microsoft Office PowerPoint</Application>
  <PresentationFormat>On-screen Show (4:3)</PresentationFormat>
  <Paragraphs>170</Paragraphs>
  <Slides>68</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68</vt:i4>
      </vt:variant>
    </vt:vector>
  </HeadingPairs>
  <TitlesOfParts>
    <vt:vector size="74" baseType="lpstr">
      <vt:lpstr>Arial</vt:lpstr>
      <vt:lpstr>Calibri</vt:lpstr>
      <vt:lpstr>Calibri Light</vt:lpstr>
      <vt:lpstr>Wingdings</vt:lpstr>
      <vt:lpstr>4_Office Theme</vt:lpstr>
      <vt:lpstr>5_Office Theme</vt:lpstr>
      <vt:lpstr>Lean</vt:lpstr>
      <vt:lpstr>Lean</vt:lpstr>
      <vt:lpstr>Lean</vt:lpstr>
      <vt:lpstr>Lean Principles</vt:lpstr>
      <vt:lpstr>Lean Transformation</vt:lpstr>
      <vt:lpstr>Questions of the Lean Transformation Framework</vt:lpstr>
      <vt:lpstr>The 8 Wastes-DOWNTIME</vt:lpstr>
      <vt:lpstr>Non-Utilized Talent</vt:lpstr>
      <vt:lpstr>Once Waste is Identified</vt:lpstr>
      <vt:lpstr> Understanding the Lean Thinking Cultural Shift </vt:lpstr>
      <vt:lpstr>Kanban</vt:lpstr>
      <vt:lpstr>Kanban</vt:lpstr>
      <vt:lpstr>Kanban Service Principles</vt:lpstr>
      <vt:lpstr>Kanban- Practices</vt:lpstr>
      <vt:lpstr>Kanban Value</vt:lpstr>
      <vt:lpstr>Scrum Vs Kanban</vt:lpstr>
      <vt:lpstr>Kaizen</vt:lpstr>
      <vt:lpstr>Kaizen</vt:lpstr>
      <vt:lpstr>Kaizen Process</vt:lpstr>
      <vt:lpstr>Continous Improvement</vt:lpstr>
      <vt:lpstr>Extreme Programming</vt:lpstr>
      <vt:lpstr>XP- Values  Communication</vt:lpstr>
      <vt:lpstr>XP- Values  Feedback</vt:lpstr>
      <vt:lpstr>XP- Values  Simplicity</vt:lpstr>
      <vt:lpstr>XP- Values  Courage</vt:lpstr>
      <vt:lpstr>SAFe</vt:lpstr>
      <vt:lpstr>SAFe - Portfolio Level</vt:lpstr>
      <vt:lpstr>SAFe - Program Level</vt:lpstr>
      <vt:lpstr>Agile Release Train</vt:lpstr>
      <vt:lpstr>Agile Release Train</vt:lpstr>
      <vt:lpstr>SAFe -Team Level</vt:lpstr>
      <vt:lpstr>User Story</vt:lpstr>
      <vt:lpstr>User Story</vt:lpstr>
      <vt:lpstr>INVEST in a good User Story</vt:lpstr>
      <vt:lpstr>Acronym</vt:lpstr>
      <vt:lpstr>DEEP-Product Backlog Items</vt:lpstr>
      <vt:lpstr>INVEST -User Stories in next Sprint </vt:lpstr>
      <vt:lpstr>SMART-Tasks</vt:lpstr>
      <vt:lpstr>DIVE the product backlog</vt:lpstr>
      <vt:lpstr>Velocity</vt:lpstr>
      <vt:lpstr>Relative Sizing with Story Points </vt:lpstr>
      <vt:lpstr>Estimation – Poker Method</vt:lpstr>
      <vt:lpstr>Fibonacci Sequence</vt:lpstr>
      <vt:lpstr>Roles in Scrum</vt:lpstr>
      <vt:lpstr>Product owner in Enterprise</vt:lpstr>
      <vt:lpstr>Release Governance</vt:lpstr>
      <vt:lpstr>Scrum Master as Servant Leader </vt:lpstr>
      <vt:lpstr>Scrum Master in the Enterprise </vt:lpstr>
      <vt:lpstr>Distributed Team</vt:lpstr>
      <vt:lpstr>Key Ceremonies</vt:lpstr>
      <vt:lpstr>Release Planning</vt:lpstr>
      <vt:lpstr>Sprint Planning</vt:lpstr>
      <vt:lpstr>Daily Standup</vt:lpstr>
      <vt:lpstr>Daily Standup</vt:lpstr>
      <vt:lpstr>Working Agreements- Daily Standup</vt:lpstr>
      <vt:lpstr>Mid Sprint Event</vt:lpstr>
      <vt:lpstr>Mid Sprint Review</vt:lpstr>
      <vt:lpstr>Backlog Refinement</vt:lpstr>
      <vt:lpstr>Sprint Demo</vt:lpstr>
      <vt:lpstr>Retrospective Meeting</vt:lpstr>
      <vt:lpstr>SOS</vt:lpstr>
      <vt:lpstr>Interactions- multiple agile teams</vt:lpstr>
      <vt:lpstr>System Demo</vt:lpstr>
      <vt:lpstr>Dev ops</vt:lpstr>
      <vt:lpstr>HIP</vt:lpstr>
      <vt:lpstr>Develop On Cadence. Deliver on Demand</vt:lpstr>
      <vt:lpstr>SAFe Delivers Business Results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neelima.chittora</dc:creator>
  <cp:lastModifiedBy>Neeraj Vohra</cp:lastModifiedBy>
  <cp:revision>1077</cp:revision>
  <dcterms:created xsi:type="dcterms:W3CDTF">2014-07-09T05:37:00Z</dcterms:created>
  <dcterms:modified xsi:type="dcterms:W3CDTF">2020-11-11T16:21:21Z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