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heme/theme2.xml" ContentType="application/vnd.openxmlformats-officedocument.theme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>
  <p:sldMasterIdLst>
    <p:sldMasterId id="2147483648" r:id="rId1"/>
    <p:sldMasterId id="2147483667" r:id="rId2"/>
    <p:sldMasterId id="2147483686" r:id="rId3"/>
  </p:sldMasterIdLst>
  <p:notesMasterIdLst>
    <p:notesMasterId r:id="rId8"/>
  </p:notesMasterIdLst>
  <p:handoutMasterIdLst>
    <p:handoutMasterId r:id="rId9"/>
  </p:handoutMasterIdLst>
  <p:sldIdLst>
    <p:sldId id="1134" r:id="rId4"/>
    <p:sldId id="1150" r:id="rId5"/>
    <p:sldId id="1151" r:id="rId6"/>
    <p:sldId id="1137" r:id="rId7"/>
  </p:sldIdLst>
  <p:sldSz cx="9144000" cy="6858000" type="screen4x3"/>
  <p:notesSz cx="6732588" cy="9871075"/>
  <p:kinsoku lang="ja-JP" invalStChars="、。，．・：；？！゛゜ヽヾゝゞ々ー’”）〕］｝〉》」』】°‰′″℃￠％ぁぃぅぇぉっゃゅょゎァィゥェォッャュョヮヵヶ!%),.:;?]}｡｣､･ｧｨｩｪｫｬｭｮｯｰﾞﾟ" invalEndChars="‘“（〔［｛〈《「『【￥＄$([\{｢￡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8">
          <p15:clr>
            <a:srgbClr val="A4A3A4"/>
          </p15:clr>
        </p15:guide>
        <p15:guide id="2" pos="2856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863D"/>
    <a:srgbClr val="00FF00"/>
    <a:srgbClr val="FF6600"/>
    <a:srgbClr val="FF3300"/>
    <a:srgbClr val="FF9900"/>
    <a:srgbClr val="0000FF"/>
    <a:srgbClr val="FF3399"/>
    <a:srgbClr val="FF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125E5076-3810-47DD-B79F-674D7AD40C01}" styleName="深色样式 1 - 强调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618" autoAdjust="0"/>
    <p:restoredTop sz="82375" autoAdjust="0"/>
  </p:normalViewPr>
  <p:slideViewPr>
    <p:cSldViewPr>
      <p:cViewPr varScale="1">
        <p:scale>
          <a:sx n="59" d="100"/>
          <a:sy n="59" d="100"/>
        </p:scale>
        <p:origin x="1674" y="72"/>
      </p:cViewPr>
      <p:guideLst>
        <p:guide orient="horz" pos="2158"/>
        <p:guide pos="285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198" cy="7619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viewProps" Target="viewProps.xml"/><Relationship Id="rId5" Type="http://schemas.openxmlformats.org/officeDocument/2006/relationships/slide" Target="slides/slide2.xml"/><Relationship Id="rId10" Type="http://schemas.openxmlformats.org/officeDocument/2006/relationships/presProps" Target="presProps.xml"/><Relationship Id="rId4" Type="http://schemas.openxmlformats.org/officeDocument/2006/relationships/slide" Target="slides/slide1.xml"/><Relationship Id="rId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330" name="Rectangle 1026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17825" cy="493713"/>
          </a:xfrm>
          <a:prstGeom prst="rect">
            <a:avLst/>
          </a:prstGeom>
          <a:noFill/>
          <a:ln w="12700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0" hangingPunct="0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27331" name="Rectangle 1027"/>
          <p:cNvSpPr>
            <a:spLocks noGrp="1" noChangeArrowheads="1"/>
          </p:cNvSpPr>
          <p:nvPr>
            <p:ph type="dt" idx="1"/>
          </p:nvPr>
        </p:nvSpPr>
        <p:spPr bwMode="auto">
          <a:xfrm>
            <a:off x="3814763" y="0"/>
            <a:ext cx="2917825" cy="493713"/>
          </a:xfrm>
          <a:prstGeom prst="rect">
            <a:avLst/>
          </a:prstGeom>
          <a:noFill/>
          <a:ln w="12700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0" hangingPunct="0">
              <a:defRPr sz="1200"/>
            </a:lvl1pPr>
          </a:lstStyle>
          <a:p>
            <a:pPr>
              <a:defRPr/>
            </a:pPr>
            <a:fld id="{F2B75972-D2A2-41F7-904E-1E64020CAC85}" type="datetime1">
              <a:rPr lang="en-US"/>
              <a:t>11/15/2020</a:t>
            </a:fld>
            <a:endParaRPr lang="en-US"/>
          </a:p>
        </p:txBody>
      </p:sp>
      <p:sp>
        <p:nvSpPr>
          <p:cNvPr id="28676" name="Rectangle 1028"/>
          <p:cNvSpPr>
            <a:spLocks noGrp="1" noRot="1" noChangeAspect="1" noChangeArrowheads="1" noTextEdit="1"/>
          </p:cNvSpPr>
          <p:nvPr>
            <p:ph type="sldImg" idx="4294967295"/>
          </p:nvPr>
        </p:nvSpPr>
        <p:spPr bwMode="auto">
          <a:xfrm>
            <a:off x="898525" y="739775"/>
            <a:ext cx="4935538" cy="37020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27333" name="Rectangle 1029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896938" y="4689475"/>
            <a:ext cx="4938712" cy="4441825"/>
          </a:xfrm>
          <a:prstGeom prst="rect">
            <a:avLst/>
          </a:prstGeom>
          <a:noFill/>
          <a:ln w="12700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27334" name="Rectangle 1030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377363"/>
            <a:ext cx="2917825" cy="493712"/>
          </a:xfrm>
          <a:prstGeom prst="rect">
            <a:avLst/>
          </a:prstGeom>
          <a:noFill/>
          <a:ln w="12700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0" hangingPunct="0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27335" name="Rectangle 1031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14763" y="9377363"/>
            <a:ext cx="2917825" cy="493712"/>
          </a:xfrm>
          <a:prstGeom prst="rect">
            <a:avLst/>
          </a:prstGeom>
          <a:noFill/>
          <a:ln w="12700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/>
            </a:lvl1pPr>
          </a:lstStyle>
          <a:p>
            <a:pPr>
              <a:defRPr/>
            </a:pPr>
            <a:fld id="{E55696C8-9EA1-42CE-8D53-842C598E3543}" type="slidenum">
              <a:rPr lang="en-US" altLang="en-US"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F2B75972-D2A2-41F7-904E-1E64020CAC85}" type="datetime1">
              <a:rPr lang="en-US" smtClean="0"/>
              <a:t>11/15/2020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73803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1027"/>
          <p:cNvSpPr>
            <a:spLocks noGrp="1" noChangeArrowheads="1"/>
          </p:cNvSpPr>
          <p:nvPr>
            <p:ph type="dt" sz="quarter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EA1B52D8-E828-4B9C-B936-49B86D0B0D57}" type="datetime1">
              <a:rPr lang="en-US" altLang="en-US" sz="1200" smtClean="0"/>
              <a:t>11/15/2020</a:t>
            </a:fld>
            <a:endParaRPr lang="en-US" altLang="en-US" sz="1200"/>
          </a:p>
        </p:txBody>
      </p:sp>
      <p:sp>
        <p:nvSpPr>
          <p:cNvPr id="31747" name="Rectangle 1026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xfrm>
            <a:off x="908050" y="747713"/>
            <a:ext cx="4916488" cy="3687762"/>
          </a:xfrm>
          <a:solidFill>
            <a:srgbClr val="FFFFFF"/>
          </a:solidFill>
        </p:spPr>
      </p:sp>
      <p:sp>
        <p:nvSpPr>
          <p:cNvPr id="31748" name="Rectangle 1027"/>
          <p:cNvSpPr>
            <a:spLocks noGrp="1" noChangeArrowheads="1"/>
          </p:cNvSpPr>
          <p:nvPr>
            <p:ph type="body" idx="4294967295"/>
          </p:nvPr>
        </p:nvSpPr>
        <p:spPr>
          <a:xfrm>
            <a:off x="896938" y="4667250"/>
            <a:ext cx="4938712" cy="4464050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81068182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1027"/>
          <p:cNvSpPr>
            <a:spLocks noGrp="1" noChangeArrowheads="1"/>
          </p:cNvSpPr>
          <p:nvPr>
            <p:ph type="dt" sz="quarter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EA1B52D8-E828-4B9C-B936-49B86D0B0D57}" type="datetime1">
              <a:rPr lang="en-US" altLang="en-US" sz="1200" smtClean="0"/>
              <a:t>11/15/2020</a:t>
            </a:fld>
            <a:endParaRPr lang="en-US" altLang="en-US" sz="1200"/>
          </a:p>
        </p:txBody>
      </p:sp>
      <p:sp>
        <p:nvSpPr>
          <p:cNvPr id="31747" name="Rectangle 1026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xfrm>
            <a:off x="908050" y="747713"/>
            <a:ext cx="4916488" cy="3687762"/>
          </a:xfrm>
          <a:solidFill>
            <a:srgbClr val="FFFFFF"/>
          </a:solidFill>
        </p:spPr>
      </p:sp>
      <p:sp>
        <p:nvSpPr>
          <p:cNvPr id="31748" name="Rectangle 1027"/>
          <p:cNvSpPr>
            <a:spLocks noGrp="1" noChangeArrowheads="1"/>
          </p:cNvSpPr>
          <p:nvPr>
            <p:ph type="body" idx="4294967295"/>
          </p:nvPr>
        </p:nvSpPr>
        <p:spPr>
          <a:xfrm>
            <a:off x="896938" y="4667250"/>
            <a:ext cx="4938712" cy="4464050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2917649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jpe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jpe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jpe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image" Target="../media/image10.emf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1.xml"/><Relationship Id="rId6" Type="http://schemas.openxmlformats.org/officeDocument/2006/relationships/hyperlink" Target="https://www.facebook.com/niit.tech/" TargetMode="External"/><Relationship Id="rId5" Type="http://schemas.openxmlformats.org/officeDocument/2006/relationships/hyperlink" Target="https://www.youtube.com/user/niittechnologiesltd" TargetMode="External"/><Relationship Id="rId4" Type="http://schemas.openxmlformats.org/officeDocument/2006/relationships/hyperlink" Target="https://twitter.com/NIITTech" TargetMode="Externa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7.jpe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image" Target="../media/image10.emf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2.xml"/><Relationship Id="rId6" Type="http://schemas.openxmlformats.org/officeDocument/2006/relationships/hyperlink" Target="https://www.facebook.com/niit.tech/" TargetMode="External"/><Relationship Id="rId5" Type="http://schemas.openxmlformats.org/officeDocument/2006/relationships/hyperlink" Target="https://www.youtube.com/user/niittechnologiesltd" TargetMode="External"/><Relationship Id="rId4" Type="http://schemas.openxmlformats.org/officeDocument/2006/relationships/hyperlink" Target="https://twitter.com/NIITTech" TargetMode="Externa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6.jpeg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6.jpeg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6.jpeg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image" Target="../media/image10.emf"/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3.xml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3.xml"/><Relationship Id="rId6" Type="http://schemas.openxmlformats.org/officeDocument/2006/relationships/hyperlink" Target="https://www.facebook.com/niit.tech/" TargetMode="External"/><Relationship Id="rId5" Type="http://schemas.openxmlformats.org/officeDocument/2006/relationships/hyperlink" Target="https://www.youtube.com/user/niittechnologiesltd" TargetMode="External"/><Relationship Id="rId4" Type="http://schemas.openxmlformats.org/officeDocument/2006/relationships/hyperlink" Target="https://twitter.com/NIITTech" TargetMode="Externa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8772525" cy="14922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350"/>
          </a:p>
        </p:txBody>
      </p:sp>
      <p:sp>
        <p:nvSpPr>
          <p:cNvPr id="5" name="Rectangle 4"/>
          <p:cNvSpPr/>
          <p:nvPr/>
        </p:nvSpPr>
        <p:spPr>
          <a:xfrm>
            <a:off x="6829425" y="5365750"/>
            <a:ext cx="2314575" cy="14922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350"/>
          </a:p>
        </p:txBody>
      </p:sp>
      <p:pic>
        <p:nvPicPr>
          <p:cNvPr id="6" name="Picture 10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11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43713" y="423863"/>
            <a:ext cx="2006600" cy="719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object 19"/>
          <p:cNvSpPr txBox="1"/>
          <p:nvPr/>
        </p:nvSpPr>
        <p:spPr>
          <a:xfrm>
            <a:off x="6500813" y="6253163"/>
            <a:ext cx="2282825" cy="111125"/>
          </a:xfrm>
          <a:prstGeom prst="rect">
            <a:avLst/>
          </a:prstGeom>
        </p:spPr>
        <p:txBody>
          <a:bodyPr lIns="0" tIns="7144" rIns="0" bIns="0">
            <a:spAutoFit/>
          </a:bodyPr>
          <a:lstStyle/>
          <a:p>
            <a:pPr marL="6985" algn="r">
              <a:spcBef>
                <a:spcPts val="55"/>
              </a:spcBef>
              <a:defRPr/>
            </a:pPr>
            <a:r>
              <a:rPr sz="675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© </a:t>
            </a:r>
            <a:r>
              <a:rPr sz="675" spc="-3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</a:t>
            </a:r>
            <a:r>
              <a:rPr lang="en-US" sz="675" spc="-3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</a:t>
            </a:r>
            <a:r>
              <a:rPr sz="675" spc="-3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675" spc="-3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Coforge</a:t>
            </a:r>
            <a:endParaRPr sz="675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343525" y="2943948"/>
            <a:ext cx="3471863" cy="548878"/>
          </a:xfrm>
        </p:spPr>
        <p:txBody>
          <a:bodyPr>
            <a:noAutofit/>
          </a:bodyPr>
          <a:lstStyle>
            <a:lvl1pPr algn="l">
              <a:defRPr sz="3375">
                <a:solidFill>
                  <a:srgbClr val="0056A4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5396335" y="3892380"/>
            <a:ext cx="3419053" cy="389135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 algn="l">
              <a:buFontTx/>
              <a:buNone/>
              <a:defRPr sz="2025" b="1">
                <a:solidFill>
                  <a:srgbClr val="F68B1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4338" y="1371600"/>
            <a:ext cx="7886700" cy="46291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56888" y="1395057"/>
            <a:ext cx="3900488" cy="435173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85963" y="1395057"/>
            <a:ext cx="3900488" cy="435173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 Single Corner Rectangle 6"/>
          <p:cNvSpPr/>
          <p:nvPr/>
        </p:nvSpPr>
        <p:spPr>
          <a:xfrm>
            <a:off x="350838" y="1600200"/>
            <a:ext cx="2678112" cy="571500"/>
          </a:xfrm>
          <a:prstGeom prst="round1Rect">
            <a:avLst>
              <a:gd name="adj" fmla="val 50000"/>
            </a:avLst>
          </a:prstGeom>
          <a:solidFill>
            <a:srgbClr val="0061A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1435" tIns="25718" rIns="51435" bIns="25718" anchor="ctr"/>
          <a:lstStyle/>
          <a:p>
            <a:pPr algn="ctr">
              <a:defRPr/>
            </a:pPr>
            <a:endParaRPr lang="en-US" sz="135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itle 1"/>
          <p:cNvSpPr txBox="1"/>
          <p:nvPr/>
        </p:nvSpPr>
        <p:spPr>
          <a:xfrm>
            <a:off x="371475" y="1651000"/>
            <a:ext cx="2571750" cy="549275"/>
          </a:xfrm>
          <a:prstGeom prst="rect">
            <a:avLst/>
          </a:prstGeom>
        </p:spPr>
        <p:txBody>
          <a:bodyPr lIns="51435" tIns="25718" rIns="51435" bIns="25718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 sz="1350" dirty="0"/>
              <a:t>Click to edit Master title style</a:t>
            </a:r>
          </a:p>
        </p:txBody>
      </p:sp>
      <p:sp>
        <p:nvSpPr>
          <p:cNvPr id="8" name="Round Single Corner Rectangle 11"/>
          <p:cNvSpPr/>
          <p:nvPr/>
        </p:nvSpPr>
        <p:spPr>
          <a:xfrm>
            <a:off x="3221038" y="1600200"/>
            <a:ext cx="2679700" cy="571500"/>
          </a:xfrm>
          <a:prstGeom prst="round1Rect">
            <a:avLst>
              <a:gd name="adj" fmla="val 50000"/>
            </a:avLst>
          </a:prstGeom>
          <a:solidFill>
            <a:srgbClr val="F68B1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1435" tIns="25718" rIns="51435" bIns="25718" anchor="ctr"/>
          <a:lstStyle/>
          <a:p>
            <a:pPr algn="ctr">
              <a:defRPr/>
            </a:pPr>
            <a:endParaRPr lang="en-US" sz="135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itle 1"/>
          <p:cNvSpPr txBox="1"/>
          <p:nvPr/>
        </p:nvSpPr>
        <p:spPr>
          <a:xfrm>
            <a:off x="3243263" y="1651000"/>
            <a:ext cx="2571750" cy="549275"/>
          </a:xfrm>
          <a:prstGeom prst="rect">
            <a:avLst/>
          </a:prstGeom>
        </p:spPr>
        <p:txBody>
          <a:bodyPr lIns="51435" tIns="25718" rIns="51435" bIns="25718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 sz="1350" dirty="0"/>
              <a:t>Click to edit Master title style</a:t>
            </a:r>
          </a:p>
        </p:txBody>
      </p:sp>
      <p:sp>
        <p:nvSpPr>
          <p:cNvPr id="10" name="Round Single Corner Rectangle 14"/>
          <p:cNvSpPr/>
          <p:nvPr/>
        </p:nvSpPr>
        <p:spPr>
          <a:xfrm>
            <a:off x="6094413" y="1600200"/>
            <a:ext cx="2678112" cy="571500"/>
          </a:xfrm>
          <a:prstGeom prst="round1Rect">
            <a:avLst>
              <a:gd name="adj" fmla="val 50000"/>
            </a:avLst>
          </a:prstGeom>
          <a:solidFill>
            <a:srgbClr val="80808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1435" tIns="25718" rIns="51435" bIns="25718" anchor="ctr"/>
          <a:lstStyle/>
          <a:p>
            <a:pPr algn="ctr">
              <a:defRPr/>
            </a:pPr>
            <a:endParaRPr lang="en-US" sz="135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itle 1"/>
          <p:cNvSpPr txBox="1"/>
          <p:nvPr/>
        </p:nvSpPr>
        <p:spPr>
          <a:xfrm>
            <a:off x="6115050" y="1651000"/>
            <a:ext cx="2571750" cy="549275"/>
          </a:xfrm>
          <a:prstGeom prst="rect">
            <a:avLst/>
          </a:prstGeom>
        </p:spPr>
        <p:txBody>
          <a:bodyPr lIns="51435" tIns="25718" rIns="51435" bIns="25718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 sz="1350" dirty="0"/>
              <a:t>Click to edit Master title style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5"/>
          <p:cNvSpPr>
            <a:spLocks noGrp="1"/>
          </p:cNvSpPr>
          <p:nvPr>
            <p:ph type="body" sz="quarter" idx="14"/>
          </p:nvPr>
        </p:nvSpPr>
        <p:spPr>
          <a:xfrm>
            <a:off x="364331" y="2245381"/>
            <a:ext cx="2664619" cy="2934464"/>
          </a:xfrm>
          <a:prstGeom prst="rect">
            <a:avLst/>
          </a:prstGeom>
        </p:spPr>
        <p:txBody>
          <a:bodyPr tIns="91440" bIns="91440">
            <a:noAutofit/>
          </a:bodyPr>
          <a:lstStyle>
            <a:lvl1pPr marL="96520" marR="0" indent="-96520" algn="l" defTabSz="342900" rtl="0" eaLnBrk="1" fontAlgn="auto" latinLnBrk="0" hangingPunct="1">
              <a:lnSpc>
                <a:spcPct val="100000"/>
              </a:lnSpc>
              <a:spcBef>
                <a:spcPts val="340"/>
              </a:spcBef>
              <a:spcAft>
                <a:spcPts val="340"/>
              </a:spcAft>
              <a:buClrTx/>
              <a:buSzTx/>
              <a:buFont typeface="Arial" panose="020B0604020202020204" pitchFamily="34" charset="0"/>
              <a:buChar char="•"/>
              <a:tabLst>
                <a:tab pos="95885" algn="l"/>
              </a:tabLst>
              <a:defRPr lang="en-US" sz="1015" b="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160655" indent="-154305">
              <a:buFont typeface="Wingdings" panose="05000000000000000000" pitchFamily="2" charset="2"/>
              <a:buChar char="§"/>
              <a:tabLst>
                <a:tab pos="160655" algn="l"/>
              </a:tabLst>
              <a:defRPr sz="675"/>
            </a:lvl2pPr>
            <a:lvl3pPr marL="160655" indent="-154305">
              <a:buFont typeface="Wingdings" panose="05000000000000000000" pitchFamily="2" charset="2"/>
              <a:buChar char="§"/>
              <a:tabLst>
                <a:tab pos="160655" algn="l"/>
              </a:tabLst>
              <a:defRPr sz="675"/>
            </a:lvl3pPr>
            <a:lvl4pPr marL="160655" indent="-154305">
              <a:buFont typeface="Wingdings" panose="05000000000000000000" pitchFamily="2" charset="2"/>
              <a:buChar char="§"/>
              <a:tabLst>
                <a:tab pos="160655" algn="l"/>
              </a:tabLst>
              <a:defRPr sz="675"/>
            </a:lvl4pPr>
            <a:lvl5pPr marL="160655" indent="-154305">
              <a:buFont typeface="Wingdings" panose="05000000000000000000" pitchFamily="2" charset="2"/>
              <a:buChar char="§"/>
              <a:tabLst>
                <a:tab pos="160655" algn="l"/>
              </a:tabLst>
              <a:defRPr sz="675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Text Placeholder 5"/>
          <p:cNvSpPr>
            <a:spLocks noGrp="1"/>
          </p:cNvSpPr>
          <p:nvPr>
            <p:ph type="body" sz="quarter" idx="15"/>
          </p:nvPr>
        </p:nvSpPr>
        <p:spPr>
          <a:xfrm>
            <a:off x="3235813" y="2245381"/>
            <a:ext cx="2664619" cy="2934464"/>
          </a:xfrm>
          <a:prstGeom prst="rect">
            <a:avLst/>
          </a:prstGeom>
        </p:spPr>
        <p:txBody>
          <a:bodyPr tIns="91440" bIns="91440">
            <a:noAutofit/>
          </a:bodyPr>
          <a:lstStyle>
            <a:lvl1pPr marL="96520" marR="0" indent="-96520" algn="l" defTabSz="342900" rtl="0" eaLnBrk="1" fontAlgn="auto" latinLnBrk="0" hangingPunct="1">
              <a:lnSpc>
                <a:spcPct val="100000"/>
              </a:lnSpc>
              <a:spcBef>
                <a:spcPts val="340"/>
              </a:spcBef>
              <a:spcAft>
                <a:spcPts val="340"/>
              </a:spcAft>
              <a:buClrTx/>
              <a:buSzTx/>
              <a:buFont typeface="Arial" panose="020B0604020202020204" pitchFamily="34" charset="0"/>
              <a:buChar char="•"/>
              <a:tabLst>
                <a:tab pos="95885" algn="l"/>
              </a:tabLst>
              <a:defRPr lang="en-US" sz="1015" b="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160655" indent="-154305">
              <a:buFont typeface="Wingdings" panose="05000000000000000000" pitchFamily="2" charset="2"/>
              <a:buChar char="§"/>
              <a:tabLst>
                <a:tab pos="160655" algn="l"/>
              </a:tabLst>
              <a:defRPr sz="675"/>
            </a:lvl2pPr>
            <a:lvl3pPr marL="160655" indent="-154305">
              <a:buFont typeface="Wingdings" panose="05000000000000000000" pitchFamily="2" charset="2"/>
              <a:buChar char="§"/>
              <a:tabLst>
                <a:tab pos="160655" algn="l"/>
              </a:tabLst>
              <a:defRPr sz="675"/>
            </a:lvl3pPr>
            <a:lvl4pPr marL="160655" indent="-154305">
              <a:buFont typeface="Wingdings" panose="05000000000000000000" pitchFamily="2" charset="2"/>
              <a:buChar char="§"/>
              <a:tabLst>
                <a:tab pos="160655" algn="l"/>
              </a:tabLst>
              <a:defRPr sz="675"/>
            </a:lvl4pPr>
            <a:lvl5pPr marL="160655" indent="-154305">
              <a:buFont typeface="Wingdings" panose="05000000000000000000" pitchFamily="2" charset="2"/>
              <a:buChar char="§"/>
              <a:tabLst>
                <a:tab pos="160655" algn="l"/>
              </a:tabLst>
              <a:defRPr sz="675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7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6107906" y="2245381"/>
            <a:ext cx="2664619" cy="2934464"/>
          </a:xfrm>
          <a:prstGeom prst="rect">
            <a:avLst/>
          </a:prstGeom>
        </p:spPr>
        <p:txBody>
          <a:bodyPr tIns="91440" bIns="91440">
            <a:noAutofit/>
          </a:bodyPr>
          <a:lstStyle>
            <a:lvl1pPr marL="96520" marR="0" indent="-96520" algn="l" defTabSz="342900" rtl="0" eaLnBrk="1" fontAlgn="auto" latinLnBrk="0" hangingPunct="1">
              <a:lnSpc>
                <a:spcPct val="100000"/>
              </a:lnSpc>
              <a:spcBef>
                <a:spcPts val="340"/>
              </a:spcBef>
              <a:spcAft>
                <a:spcPts val="340"/>
              </a:spcAft>
              <a:buClrTx/>
              <a:buSzTx/>
              <a:buFont typeface="Arial" panose="020B0604020202020204" pitchFamily="34" charset="0"/>
              <a:buChar char="•"/>
              <a:tabLst>
                <a:tab pos="95885" algn="l"/>
              </a:tabLst>
              <a:defRPr lang="en-US" sz="1015" b="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160655" indent="-154305">
              <a:buFont typeface="Wingdings" panose="05000000000000000000" pitchFamily="2" charset="2"/>
              <a:buChar char="§"/>
              <a:tabLst>
                <a:tab pos="160655" algn="l"/>
              </a:tabLst>
              <a:defRPr sz="675"/>
            </a:lvl2pPr>
            <a:lvl3pPr marL="160655" indent="-154305">
              <a:buFont typeface="Wingdings" panose="05000000000000000000" pitchFamily="2" charset="2"/>
              <a:buChar char="§"/>
              <a:tabLst>
                <a:tab pos="160655" algn="l"/>
              </a:tabLst>
              <a:defRPr sz="675"/>
            </a:lvl3pPr>
            <a:lvl4pPr marL="160655" indent="-154305">
              <a:buFont typeface="Wingdings" panose="05000000000000000000" pitchFamily="2" charset="2"/>
              <a:buChar char="§"/>
              <a:tabLst>
                <a:tab pos="160655" algn="l"/>
              </a:tabLst>
              <a:defRPr sz="675"/>
            </a:lvl4pPr>
            <a:lvl5pPr marL="160655" indent="-154305">
              <a:buFont typeface="Wingdings" panose="05000000000000000000" pitchFamily="2" charset="2"/>
              <a:buChar char="§"/>
              <a:tabLst>
                <a:tab pos="160655" algn="l"/>
              </a:tabLst>
              <a:defRPr sz="675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Picture Placeholder 6"/>
          <p:cNvSpPr>
            <a:spLocks noGrp="1"/>
          </p:cNvSpPr>
          <p:nvPr>
            <p:ph type="pic" sz="quarter" idx="13"/>
          </p:nvPr>
        </p:nvSpPr>
        <p:spPr>
          <a:xfrm>
            <a:off x="814388" y="1485900"/>
            <a:ext cx="1457325" cy="1943100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rtlCol="0">
            <a:normAutofit/>
          </a:bodyPr>
          <a:lstStyle>
            <a:lvl1pPr marL="0" marR="0" indent="0" algn="ctr" defTabSz="450850" rtl="0" eaLnBrk="1" fontAlgn="auto" latinLnBrk="0" hangingPunct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sz="675"/>
            </a:lvl1pPr>
          </a:lstStyle>
          <a:p>
            <a:pPr lvl="0"/>
            <a:r>
              <a:rPr lang="en-US" altLang="ja-JP" noProof="0"/>
              <a:t>Click icon to add picture</a:t>
            </a:r>
            <a:endParaRPr lang="ja-JP" altLang="en-US" noProof="0" dirty="0"/>
          </a:p>
        </p:txBody>
      </p:sp>
      <p:sp>
        <p:nvSpPr>
          <p:cNvPr id="5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800100" y="3577290"/>
            <a:ext cx="1585913" cy="38913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50" b="1">
                <a:solidFill>
                  <a:srgbClr val="0056A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800100" y="4041308"/>
            <a:ext cx="1585913" cy="34694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125" b="1">
                <a:solidFill>
                  <a:srgbClr val="F68B1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4"/>
          </p:nvPr>
        </p:nvSpPr>
        <p:spPr>
          <a:xfrm>
            <a:off x="800100" y="4514850"/>
            <a:ext cx="1585913" cy="1645047"/>
          </a:xfrm>
          <a:prstGeom prst="rect">
            <a:avLst/>
          </a:prstGeom>
        </p:spPr>
        <p:txBody>
          <a:bodyPr lIns="0" tIns="0" rIns="0" bIns="0"/>
          <a:lstStyle>
            <a:lvl1pPr marL="128905" marR="0" indent="-128905" algn="l" defTabSz="514350" rtl="0" eaLnBrk="1" fontAlgn="auto" latinLnBrk="0" hangingPunct="1">
              <a:lnSpc>
                <a:spcPct val="100000"/>
              </a:lnSpc>
              <a:spcBef>
                <a:spcPts val="565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 sz="9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2" name="Picture Placeholder 6"/>
          <p:cNvSpPr>
            <a:spLocks noGrp="1"/>
          </p:cNvSpPr>
          <p:nvPr>
            <p:ph type="pic" sz="quarter" idx="15"/>
          </p:nvPr>
        </p:nvSpPr>
        <p:spPr>
          <a:xfrm>
            <a:off x="2843213" y="1485900"/>
            <a:ext cx="1457325" cy="1943100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rtlCol="0">
            <a:normAutofit/>
          </a:bodyPr>
          <a:lstStyle>
            <a:lvl1pPr marL="0" marR="0" indent="0" algn="ctr" defTabSz="450850" rtl="0" eaLnBrk="1" fontAlgn="auto" latinLnBrk="0" hangingPunct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sz="675"/>
            </a:lvl1pPr>
          </a:lstStyle>
          <a:p>
            <a:pPr lvl="0"/>
            <a:r>
              <a:rPr lang="en-US" altLang="ja-JP" noProof="0"/>
              <a:t>Click icon to add picture</a:t>
            </a:r>
            <a:endParaRPr lang="ja-JP" altLang="en-US" noProof="0" dirty="0"/>
          </a:p>
        </p:txBody>
      </p:sp>
      <p:sp>
        <p:nvSpPr>
          <p:cNvPr id="23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2828925" y="3577290"/>
            <a:ext cx="1585913" cy="38913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50" b="1">
                <a:solidFill>
                  <a:srgbClr val="0056A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5"/>
          <p:cNvSpPr>
            <a:spLocks noGrp="1"/>
          </p:cNvSpPr>
          <p:nvPr>
            <p:ph type="body" sz="quarter" idx="17"/>
          </p:nvPr>
        </p:nvSpPr>
        <p:spPr>
          <a:xfrm>
            <a:off x="2828925" y="4041308"/>
            <a:ext cx="1585913" cy="34694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125" b="1">
                <a:solidFill>
                  <a:srgbClr val="F68B1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5"/>
          <p:cNvSpPr>
            <a:spLocks noGrp="1"/>
          </p:cNvSpPr>
          <p:nvPr>
            <p:ph type="body" sz="quarter" idx="18"/>
          </p:nvPr>
        </p:nvSpPr>
        <p:spPr>
          <a:xfrm>
            <a:off x="2828925" y="4514850"/>
            <a:ext cx="1585913" cy="1645047"/>
          </a:xfrm>
          <a:prstGeom prst="rect">
            <a:avLst/>
          </a:prstGeom>
        </p:spPr>
        <p:txBody>
          <a:bodyPr lIns="0" tIns="0" rIns="0" bIns="0"/>
          <a:lstStyle>
            <a:lvl1pPr marL="128905" marR="0" indent="-128905" algn="l" defTabSz="514350" rtl="0" eaLnBrk="1" fontAlgn="auto" latinLnBrk="0" hangingPunct="1">
              <a:lnSpc>
                <a:spcPct val="100000"/>
              </a:lnSpc>
              <a:spcBef>
                <a:spcPts val="565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 sz="9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0" name="Picture Placeholder 6"/>
          <p:cNvSpPr>
            <a:spLocks noGrp="1"/>
          </p:cNvSpPr>
          <p:nvPr>
            <p:ph type="pic" sz="quarter" idx="19"/>
          </p:nvPr>
        </p:nvSpPr>
        <p:spPr>
          <a:xfrm>
            <a:off x="4857750" y="1485900"/>
            <a:ext cx="1457325" cy="1943100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rtlCol="0">
            <a:normAutofit/>
          </a:bodyPr>
          <a:lstStyle>
            <a:lvl1pPr marL="0" marR="0" indent="0" algn="ctr" defTabSz="450850" rtl="0" eaLnBrk="1" fontAlgn="auto" latinLnBrk="0" hangingPunct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sz="675"/>
            </a:lvl1pPr>
          </a:lstStyle>
          <a:p>
            <a:pPr lvl="0"/>
            <a:r>
              <a:rPr lang="en-US" altLang="ja-JP" noProof="0"/>
              <a:t>Click icon to add picture</a:t>
            </a:r>
            <a:endParaRPr lang="ja-JP" altLang="en-US" noProof="0" dirty="0"/>
          </a:p>
        </p:txBody>
      </p:sp>
      <p:sp>
        <p:nvSpPr>
          <p:cNvPr id="31" name="Text Placeholder 5"/>
          <p:cNvSpPr>
            <a:spLocks noGrp="1"/>
          </p:cNvSpPr>
          <p:nvPr>
            <p:ph type="body" sz="quarter" idx="20"/>
          </p:nvPr>
        </p:nvSpPr>
        <p:spPr>
          <a:xfrm>
            <a:off x="4843462" y="3577290"/>
            <a:ext cx="1585913" cy="38913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50" b="1">
                <a:solidFill>
                  <a:srgbClr val="0056A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5"/>
          <p:cNvSpPr>
            <a:spLocks noGrp="1"/>
          </p:cNvSpPr>
          <p:nvPr>
            <p:ph type="body" sz="quarter" idx="21"/>
          </p:nvPr>
        </p:nvSpPr>
        <p:spPr>
          <a:xfrm>
            <a:off x="4843462" y="4041308"/>
            <a:ext cx="1585913" cy="34694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125" b="1">
                <a:solidFill>
                  <a:srgbClr val="F68B1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5"/>
          <p:cNvSpPr>
            <a:spLocks noGrp="1"/>
          </p:cNvSpPr>
          <p:nvPr>
            <p:ph type="body" sz="quarter" idx="22"/>
          </p:nvPr>
        </p:nvSpPr>
        <p:spPr>
          <a:xfrm>
            <a:off x="4843462" y="4514850"/>
            <a:ext cx="1585913" cy="1645047"/>
          </a:xfrm>
          <a:prstGeom prst="rect">
            <a:avLst/>
          </a:prstGeom>
        </p:spPr>
        <p:txBody>
          <a:bodyPr lIns="0" tIns="0" rIns="0" bIns="0"/>
          <a:lstStyle>
            <a:lvl1pPr marL="128905" marR="0" indent="-128905" algn="l" defTabSz="514350" rtl="0" eaLnBrk="1" fontAlgn="auto" latinLnBrk="0" hangingPunct="1">
              <a:lnSpc>
                <a:spcPct val="100000"/>
              </a:lnSpc>
              <a:spcBef>
                <a:spcPts val="565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 sz="9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4" name="Picture Placeholder 6"/>
          <p:cNvSpPr>
            <a:spLocks noGrp="1"/>
          </p:cNvSpPr>
          <p:nvPr>
            <p:ph type="pic" sz="quarter" idx="23"/>
          </p:nvPr>
        </p:nvSpPr>
        <p:spPr>
          <a:xfrm>
            <a:off x="6886575" y="1485900"/>
            <a:ext cx="1457325" cy="1943100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rtlCol="0">
            <a:normAutofit/>
          </a:bodyPr>
          <a:lstStyle>
            <a:lvl1pPr marL="0" marR="0" indent="0" algn="ctr" defTabSz="450850" rtl="0" eaLnBrk="1" fontAlgn="auto" latinLnBrk="0" hangingPunct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sz="675"/>
            </a:lvl1pPr>
          </a:lstStyle>
          <a:p>
            <a:pPr lvl="0"/>
            <a:r>
              <a:rPr lang="en-US" altLang="ja-JP" noProof="0"/>
              <a:t>Click icon to add picture</a:t>
            </a:r>
            <a:endParaRPr lang="ja-JP" altLang="en-US" noProof="0" dirty="0"/>
          </a:p>
        </p:txBody>
      </p:sp>
      <p:sp>
        <p:nvSpPr>
          <p:cNvPr id="35" name="Text Placeholder 5"/>
          <p:cNvSpPr>
            <a:spLocks noGrp="1"/>
          </p:cNvSpPr>
          <p:nvPr>
            <p:ph type="body" sz="quarter" idx="24"/>
          </p:nvPr>
        </p:nvSpPr>
        <p:spPr>
          <a:xfrm>
            <a:off x="6872287" y="3577290"/>
            <a:ext cx="1585913" cy="38913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50" b="1">
                <a:solidFill>
                  <a:srgbClr val="0056A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Text Placeholder 5"/>
          <p:cNvSpPr>
            <a:spLocks noGrp="1"/>
          </p:cNvSpPr>
          <p:nvPr>
            <p:ph type="body" sz="quarter" idx="25"/>
          </p:nvPr>
        </p:nvSpPr>
        <p:spPr>
          <a:xfrm>
            <a:off x="6872287" y="4041308"/>
            <a:ext cx="1585913" cy="34694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125" b="1">
                <a:solidFill>
                  <a:srgbClr val="F68B1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5"/>
          <p:cNvSpPr>
            <a:spLocks noGrp="1"/>
          </p:cNvSpPr>
          <p:nvPr>
            <p:ph type="body" sz="quarter" idx="26"/>
          </p:nvPr>
        </p:nvSpPr>
        <p:spPr>
          <a:xfrm>
            <a:off x="6872287" y="4514850"/>
            <a:ext cx="1585913" cy="1645047"/>
          </a:xfrm>
          <a:prstGeom prst="rect">
            <a:avLst/>
          </a:prstGeom>
        </p:spPr>
        <p:txBody>
          <a:bodyPr lIns="0" tIns="0" rIns="0" bIns="0"/>
          <a:lstStyle>
            <a:lvl1pPr marL="128905" marR="0" indent="-128905" algn="l" defTabSz="514350" rtl="0" eaLnBrk="1" fontAlgn="auto" latinLnBrk="0" hangingPunct="1">
              <a:lnSpc>
                <a:spcPct val="100000"/>
              </a:lnSpc>
              <a:spcBef>
                <a:spcPts val="565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 sz="9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Arc 10"/>
          <p:cNvSpPr>
            <a:spLocks noChangeAspect="1"/>
          </p:cNvSpPr>
          <p:nvPr/>
        </p:nvSpPr>
        <p:spPr>
          <a:xfrm>
            <a:off x="392113" y="2554288"/>
            <a:ext cx="1579562" cy="2105025"/>
          </a:xfrm>
          <a:prstGeom prst="arc">
            <a:avLst>
              <a:gd name="adj1" fmla="val 14511769"/>
              <a:gd name="adj2" fmla="val 10954347"/>
            </a:avLst>
          </a:prstGeom>
          <a:ln w="22225">
            <a:solidFill>
              <a:srgbClr val="0056A4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en-IN" sz="1350" dirty="0"/>
          </a:p>
        </p:txBody>
      </p:sp>
      <p:sp>
        <p:nvSpPr>
          <p:cNvPr id="12" name="Arc 11"/>
          <p:cNvSpPr>
            <a:spLocks noChangeAspect="1"/>
          </p:cNvSpPr>
          <p:nvPr/>
        </p:nvSpPr>
        <p:spPr>
          <a:xfrm rot="11700000">
            <a:off x="330200" y="2471738"/>
            <a:ext cx="1701800" cy="2268537"/>
          </a:xfrm>
          <a:prstGeom prst="arc">
            <a:avLst>
              <a:gd name="adj1" fmla="val 14511769"/>
              <a:gd name="adj2" fmla="val 10954347"/>
            </a:avLst>
          </a:prstGeom>
          <a:ln w="22225">
            <a:solidFill>
              <a:srgbClr val="0056A4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en-IN" sz="1350"/>
          </a:p>
        </p:txBody>
      </p:sp>
      <p:sp>
        <p:nvSpPr>
          <p:cNvPr id="14" name="Arc 13"/>
          <p:cNvSpPr>
            <a:spLocks noChangeAspect="1"/>
          </p:cNvSpPr>
          <p:nvPr/>
        </p:nvSpPr>
        <p:spPr>
          <a:xfrm>
            <a:off x="4725988" y="2554288"/>
            <a:ext cx="1577975" cy="2105025"/>
          </a:xfrm>
          <a:prstGeom prst="arc">
            <a:avLst>
              <a:gd name="adj1" fmla="val 14511769"/>
              <a:gd name="adj2" fmla="val 10954347"/>
            </a:avLst>
          </a:prstGeom>
          <a:ln w="22225">
            <a:solidFill>
              <a:srgbClr val="0056A4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en-IN" sz="1350" dirty="0"/>
          </a:p>
        </p:txBody>
      </p:sp>
      <p:sp>
        <p:nvSpPr>
          <p:cNvPr id="15" name="Arc 14"/>
          <p:cNvSpPr>
            <a:spLocks noChangeAspect="1"/>
          </p:cNvSpPr>
          <p:nvPr/>
        </p:nvSpPr>
        <p:spPr>
          <a:xfrm rot="11700000">
            <a:off x="4664075" y="2471738"/>
            <a:ext cx="1701800" cy="2268537"/>
          </a:xfrm>
          <a:prstGeom prst="arc">
            <a:avLst>
              <a:gd name="adj1" fmla="val 14511769"/>
              <a:gd name="adj2" fmla="val 10954347"/>
            </a:avLst>
          </a:prstGeom>
          <a:ln w="22225">
            <a:solidFill>
              <a:srgbClr val="0056A4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en-IN" sz="135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Picture Placeholder 6"/>
          <p:cNvSpPr>
            <a:spLocks noGrp="1"/>
          </p:cNvSpPr>
          <p:nvPr>
            <p:ph type="pic" sz="quarter" idx="13"/>
          </p:nvPr>
        </p:nvSpPr>
        <p:spPr>
          <a:xfrm>
            <a:off x="452643" y="2634974"/>
            <a:ext cx="1457325" cy="1943100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rtlCol="0">
            <a:normAutofit/>
          </a:bodyPr>
          <a:lstStyle>
            <a:lvl1pPr marL="0" marR="0" indent="0" algn="ctr" defTabSz="450850" rtl="0" eaLnBrk="1" fontAlgn="auto" latinLnBrk="0" hangingPunct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sz="675"/>
            </a:lvl1pPr>
          </a:lstStyle>
          <a:p>
            <a:pPr lvl="0"/>
            <a:r>
              <a:rPr lang="en-US" altLang="ja-JP" noProof="0"/>
              <a:t>Click icon to add picture</a:t>
            </a:r>
            <a:endParaRPr lang="ja-JP" altLang="en-US" noProof="0" dirty="0"/>
          </a:p>
        </p:txBody>
      </p:sp>
      <p:sp>
        <p:nvSpPr>
          <p:cNvPr id="5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2043112" y="2605741"/>
            <a:ext cx="1585913" cy="38913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50" b="1">
                <a:solidFill>
                  <a:srgbClr val="0056A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2043112" y="3069758"/>
            <a:ext cx="1585913" cy="34694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125" b="1">
                <a:solidFill>
                  <a:srgbClr val="F68B1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4"/>
          </p:nvPr>
        </p:nvSpPr>
        <p:spPr>
          <a:xfrm>
            <a:off x="2043112" y="3543300"/>
            <a:ext cx="2328863" cy="857250"/>
          </a:xfrm>
          <a:prstGeom prst="rect">
            <a:avLst/>
          </a:prstGeom>
        </p:spPr>
        <p:txBody>
          <a:bodyPr lIns="0" tIns="0" rIns="0" bIns="0"/>
          <a:lstStyle>
            <a:lvl1pPr marL="128905" marR="0" indent="-128905" algn="l" defTabSz="514350" rtl="0" eaLnBrk="1" fontAlgn="auto" latinLnBrk="0" hangingPunct="1">
              <a:lnSpc>
                <a:spcPct val="100000"/>
              </a:lnSpc>
              <a:spcBef>
                <a:spcPts val="565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 sz="9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0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6457950" y="2605741"/>
            <a:ext cx="1585913" cy="38913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50" b="1">
                <a:solidFill>
                  <a:srgbClr val="0056A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5"/>
          <p:cNvSpPr>
            <a:spLocks noGrp="1"/>
          </p:cNvSpPr>
          <p:nvPr>
            <p:ph type="body" sz="quarter" idx="17"/>
          </p:nvPr>
        </p:nvSpPr>
        <p:spPr>
          <a:xfrm>
            <a:off x="6457950" y="3069758"/>
            <a:ext cx="1585913" cy="34694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125" b="1">
                <a:solidFill>
                  <a:srgbClr val="F68B1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5"/>
          <p:cNvSpPr>
            <a:spLocks noGrp="1"/>
          </p:cNvSpPr>
          <p:nvPr>
            <p:ph type="body" sz="quarter" idx="18"/>
          </p:nvPr>
        </p:nvSpPr>
        <p:spPr>
          <a:xfrm>
            <a:off x="6457950" y="3543300"/>
            <a:ext cx="2328863" cy="857250"/>
          </a:xfrm>
          <a:prstGeom prst="rect">
            <a:avLst/>
          </a:prstGeom>
        </p:spPr>
        <p:txBody>
          <a:bodyPr lIns="0" tIns="0" rIns="0" bIns="0"/>
          <a:lstStyle>
            <a:lvl1pPr marL="128905" marR="0" indent="-128905" algn="l" defTabSz="514350" rtl="0" eaLnBrk="1" fontAlgn="auto" latinLnBrk="0" hangingPunct="1">
              <a:lnSpc>
                <a:spcPct val="100000"/>
              </a:lnSpc>
              <a:spcBef>
                <a:spcPts val="565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 sz="9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3" name="Picture Placeholder 6"/>
          <p:cNvSpPr>
            <a:spLocks noGrp="1"/>
          </p:cNvSpPr>
          <p:nvPr>
            <p:ph type="pic" sz="quarter" idx="19"/>
          </p:nvPr>
        </p:nvSpPr>
        <p:spPr>
          <a:xfrm>
            <a:off x="4786314" y="2634974"/>
            <a:ext cx="1457325" cy="1943100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rtlCol="0">
            <a:normAutofit/>
          </a:bodyPr>
          <a:lstStyle>
            <a:lvl1pPr marL="0" marR="0" indent="0" algn="ctr" defTabSz="450850" rtl="0" eaLnBrk="1" fontAlgn="auto" latinLnBrk="0" hangingPunct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sz="675"/>
            </a:lvl1pPr>
          </a:lstStyle>
          <a:p>
            <a:pPr lvl="0"/>
            <a:r>
              <a:rPr lang="en-US" altLang="ja-JP" noProof="0"/>
              <a:t>Click icon to add picture</a:t>
            </a:r>
            <a:endParaRPr lang="ja-JP" altLang="en-US" noProof="0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4"/>
          <p:cNvSpPr/>
          <p:nvPr/>
        </p:nvSpPr>
        <p:spPr>
          <a:xfrm>
            <a:off x="0" y="0"/>
            <a:ext cx="1381125" cy="15525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350"/>
          </a:p>
        </p:txBody>
      </p:sp>
      <p:sp>
        <p:nvSpPr>
          <p:cNvPr id="6" name="Oval 5"/>
          <p:cNvSpPr/>
          <p:nvPr/>
        </p:nvSpPr>
        <p:spPr>
          <a:xfrm>
            <a:off x="8643938" y="6286500"/>
            <a:ext cx="342900" cy="457200"/>
          </a:xfrm>
          <a:prstGeom prst="ellipse">
            <a:avLst/>
          </a:prstGeom>
          <a:noFill/>
          <a:ln w="19050">
            <a:solidFill>
              <a:srgbClr val="F68B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350"/>
          </a:p>
        </p:txBody>
      </p:sp>
      <p:sp>
        <p:nvSpPr>
          <p:cNvPr id="7" name="Holder 5"/>
          <p:cNvSpPr txBox="1"/>
          <p:nvPr/>
        </p:nvSpPr>
        <p:spPr>
          <a:xfrm>
            <a:off x="8578850" y="6343650"/>
            <a:ext cx="490538" cy="342900"/>
          </a:xfrm>
          <a:prstGeom prst="rect">
            <a:avLst/>
          </a:prstGeom>
        </p:spPr>
        <p:txBody>
          <a:bodyPr lIns="0" tIns="0" rIns="0" bIns="0" anchor="ctr"/>
          <a:lstStyle>
            <a:defPPr>
              <a:defRPr lang="en-US"/>
            </a:defPPr>
            <a:lvl1pPr marL="0" algn="r" defTabSz="914400" rtl="0" eaLnBrk="1" latinLnBrk="0" hangingPunct="1">
              <a:defRPr sz="2000" b="1" kern="1200">
                <a:solidFill>
                  <a:srgbClr val="001B44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fld id="{A7F73BAD-4833-495F-BA9D-4827F5D68C97}" type="slidenum">
              <a:rPr lang="en-GB" sz="790" smtClean="0">
                <a:solidFill>
                  <a:schemeClr val="bg1">
                    <a:lumMod val="50000"/>
                  </a:schemeClr>
                </a:solidFill>
              </a:rPr>
              <a:t>‹#›</a:t>
            </a:fld>
            <a:endParaRPr lang="en-GB" sz="790" dirty="0">
              <a:solidFill>
                <a:schemeClr val="bg1">
                  <a:lumMod val="50000"/>
                </a:schemeClr>
              </a:solidFill>
            </a:endParaRPr>
          </a:p>
        </p:txBody>
      </p:sp>
      <p:grpSp>
        <p:nvGrpSpPr>
          <p:cNvPr id="8" name="Group 13"/>
          <p:cNvGrpSpPr/>
          <p:nvPr/>
        </p:nvGrpSpPr>
        <p:grpSpPr bwMode="auto">
          <a:xfrm>
            <a:off x="5686425" y="1028700"/>
            <a:ext cx="3459163" cy="3814763"/>
            <a:chOff x="10032998" y="1581147"/>
            <a:chExt cx="6225676" cy="5010153"/>
          </a:xfrm>
        </p:grpSpPr>
        <p:pic>
          <p:nvPicPr>
            <p:cNvPr id="9" name="Graphic 14"/>
            <p:cNvPicPr>
              <a:picLocks noChangeAspect="1" noChangeArrowheads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110141" y="1660375"/>
              <a:ext cx="6148533" cy="4930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2" name="Oval 11"/>
            <p:cNvSpPr>
              <a:spLocks noChangeAspect="1"/>
            </p:cNvSpPr>
            <p:nvPr userDrawn="1"/>
          </p:nvSpPr>
          <p:spPr>
            <a:xfrm>
              <a:off x="10032998" y="1581147"/>
              <a:ext cx="220000" cy="212666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IN" sz="1350"/>
            </a:p>
          </p:txBody>
        </p:sp>
      </p:grpSp>
      <p:pic>
        <p:nvPicPr>
          <p:cNvPr id="13" name="Picture 16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734050"/>
            <a:ext cx="842963" cy="1123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362138" y="457200"/>
            <a:ext cx="5109397" cy="548878"/>
          </a:xfrm>
        </p:spPr>
        <p:txBody>
          <a:bodyPr/>
          <a:lstStyle>
            <a:lvl1pPr>
              <a:defRPr>
                <a:solidFill>
                  <a:srgbClr val="0056A4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5"/>
          <p:cNvSpPr>
            <a:spLocks noGrp="1"/>
          </p:cNvSpPr>
          <p:nvPr>
            <p:ph type="body" sz="quarter" idx="15"/>
          </p:nvPr>
        </p:nvSpPr>
        <p:spPr>
          <a:xfrm>
            <a:off x="405000" y="1371600"/>
            <a:ext cx="5067113" cy="85725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marR="0" indent="0" algn="l" defTabSz="514350" rtl="0" eaLnBrk="1" fontAlgn="auto" latinLnBrk="0" hangingPunct="1">
              <a:lnSpc>
                <a:spcPct val="100000"/>
              </a:lnSpc>
              <a:spcBef>
                <a:spcPts val="565"/>
              </a:spcBef>
              <a:spcAft>
                <a:spcPts val="0"/>
              </a:spcAft>
              <a:buClrTx/>
              <a:buSzTx/>
              <a:buFontTx/>
              <a:buNone/>
              <a:defRPr sz="1125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4"/>
          <p:cNvSpPr/>
          <p:nvPr/>
        </p:nvSpPr>
        <p:spPr>
          <a:xfrm>
            <a:off x="0" y="0"/>
            <a:ext cx="1381125" cy="15525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350"/>
          </a:p>
        </p:txBody>
      </p:sp>
      <p:sp>
        <p:nvSpPr>
          <p:cNvPr id="6" name="Oval 5"/>
          <p:cNvSpPr/>
          <p:nvPr/>
        </p:nvSpPr>
        <p:spPr>
          <a:xfrm>
            <a:off x="8643938" y="6286500"/>
            <a:ext cx="342900" cy="457200"/>
          </a:xfrm>
          <a:prstGeom prst="ellipse">
            <a:avLst/>
          </a:prstGeom>
          <a:noFill/>
          <a:ln w="19050">
            <a:solidFill>
              <a:srgbClr val="F68B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350"/>
          </a:p>
        </p:txBody>
      </p:sp>
      <p:sp>
        <p:nvSpPr>
          <p:cNvPr id="7" name="Holder 5"/>
          <p:cNvSpPr txBox="1"/>
          <p:nvPr/>
        </p:nvSpPr>
        <p:spPr>
          <a:xfrm>
            <a:off x="8578850" y="6343650"/>
            <a:ext cx="490538" cy="342900"/>
          </a:xfrm>
          <a:prstGeom prst="rect">
            <a:avLst/>
          </a:prstGeom>
        </p:spPr>
        <p:txBody>
          <a:bodyPr lIns="0" tIns="0" rIns="0" bIns="0" anchor="ctr"/>
          <a:lstStyle>
            <a:defPPr>
              <a:defRPr lang="en-US"/>
            </a:defPPr>
            <a:lvl1pPr marL="0" algn="r" defTabSz="914400" rtl="0" eaLnBrk="1" latinLnBrk="0" hangingPunct="1">
              <a:defRPr sz="2000" b="1" kern="1200">
                <a:solidFill>
                  <a:srgbClr val="001B44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fld id="{E0DDC219-6C7D-4E08-BDF2-79E6087E5D71}" type="slidenum">
              <a:rPr lang="en-GB" sz="790" smtClean="0">
                <a:solidFill>
                  <a:schemeClr val="bg1">
                    <a:lumMod val="50000"/>
                  </a:schemeClr>
                </a:solidFill>
              </a:rPr>
              <a:t>‹#›</a:t>
            </a:fld>
            <a:endParaRPr lang="en-GB" sz="790" dirty="0">
              <a:solidFill>
                <a:schemeClr val="bg1">
                  <a:lumMod val="50000"/>
                </a:schemeClr>
              </a:solidFill>
            </a:endParaRPr>
          </a:p>
        </p:txBody>
      </p:sp>
      <p:grpSp>
        <p:nvGrpSpPr>
          <p:cNvPr id="8" name="Group 13"/>
          <p:cNvGrpSpPr/>
          <p:nvPr/>
        </p:nvGrpSpPr>
        <p:grpSpPr bwMode="auto">
          <a:xfrm>
            <a:off x="5686425" y="1028700"/>
            <a:ext cx="3459163" cy="3814763"/>
            <a:chOff x="10032998" y="1581147"/>
            <a:chExt cx="6225676" cy="5010153"/>
          </a:xfrm>
        </p:grpSpPr>
        <p:pic>
          <p:nvPicPr>
            <p:cNvPr id="9" name="Graphic 14"/>
            <p:cNvPicPr>
              <a:picLocks noChangeAspect="1" noChangeArrowheads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110141" y="1660375"/>
              <a:ext cx="6148533" cy="4930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2" name="Oval 11"/>
            <p:cNvSpPr>
              <a:spLocks noChangeAspect="1"/>
            </p:cNvSpPr>
            <p:nvPr userDrawn="1"/>
          </p:nvSpPr>
          <p:spPr>
            <a:xfrm>
              <a:off x="10032998" y="1581147"/>
              <a:ext cx="220000" cy="212666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IN" sz="1350"/>
            </a:p>
          </p:txBody>
        </p:sp>
      </p:grpSp>
      <p:pic>
        <p:nvPicPr>
          <p:cNvPr id="13" name="Picture 16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734050"/>
            <a:ext cx="842963" cy="1123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362138" y="457200"/>
            <a:ext cx="5109397" cy="548878"/>
          </a:xfrm>
        </p:spPr>
        <p:txBody>
          <a:bodyPr/>
          <a:lstStyle>
            <a:lvl1pPr>
              <a:defRPr>
                <a:solidFill>
                  <a:srgbClr val="0056A4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5"/>
          <p:cNvSpPr>
            <a:spLocks noGrp="1"/>
          </p:cNvSpPr>
          <p:nvPr>
            <p:ph type="body" sz="quarter" idx="15"/>
          </p:nvPr>
        </p:nvSpPr>
        <p:spPr>
          <a:xfrm>
            <a:off x="405000" y="1371600"/>
            <a:ext cx="5067113" cy="85725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marR="0" indent="0" algn="l" defTabSz="514350" rtl="0" eaLnBrk="1" fontAlgn="auto" latinLnBrk="0" hangingPunct="1">
              <a:lnSpc>
                <a:spcPct val="100000"/>
              </a:lnSpc>
              <a:spcBef>
                <a:spcPts val="565"/>
              </a:spcBef>
              <a:spcAft>
                <a:spcPts val="0"/>
              </a:spcAft>
              <a:buClrTx/>
              <a:buSzTx/>
              <a:buFontTx/>
              <a:buNone/>
              <a:defRPr sz="1125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4"/>
          <p:cNvSpPr/>
          <p:nvPr/>
        </p:nvSpPr>
        <p:spPr>
          <a:xfrm>
            <a:off x="0" y="0"/>
            <a:ext cx="1381125" cy="15525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350"/>
          </a:p>
        </p:txBody>
      </p:sp>
      <p:sp>
        <p:nvSpPr>
          <p:cNvPr id="6" name="Oval 5"/>
          <p:cNvSpPr/>
          <p:nvPr/>
        </p:nvSpPr>
        <p:spPr>
          <a:xfrm>
            <a:off x="8643938" y="6286500"/>
            <a:ext cx="342900" cy="457200"/>
          </a:xfrm>
          <a:prstGeom prst="ellipse">
            <a:avLst/>
          </a:prstGeom>
          <a:noFill/>
          <a:ln w="19050">
            <a:solidFill>
              <a:srgbClr val="F68B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350"/>
          </a:p>
        </p:txBody>
      </p:sp>
      <p:sp>
        <p:nvSpPr>
          <p:cNvPr id="7" name="Holder 5"/>
          <p:cNvSpPr txBox="1"/>
          <p:nvPr/>
        </p:nvSpPr>
        <p:spPr>
          <a:xfrm>
            <a:off x="8578850" y="6343650"/>
            <a:ext cx="490538" cy="342900"/>
          </a:xfrm>
          <a:prstGeom prst="rect">
            <a:avLst/>
          </a:prstGeom>
        </p:spPr>
        <p:txBody>
          <a:bodyPr lIns="0" tIns="0" rIns="0" bIns="0" anchor="ctr"/>
          <a:lstStyle>
            <a:defPPr>
              <a:defRPr lang="en-US"/>
            </a:defPPr>
            <a:lvl1pPr marL="0" algn="r" defTabSz="914400" rtl="0" eaLnBrk="1" latinLnBrk="0" hangingPunct="1">
              <a:defRPr sz="2000" b="1" kern="1200">
                <a:solidFill>
                  <a:srgbClr val="001B44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fld id="{3907E527-3BD8-493F-873D-FCC367DC724E}" type="slidenum">
              <a:rPr lang="en-GB" sz="790" smtClean="0">
                <a:solidFill>
                  <a:schemeClr val="bg1">
                    <a:lumMod val="50000"/>
                  </a:schemeClr>
                </a:solidFill>
              </a:rPr>
              <a:t>‹#›</a:t>
            </a:fld>
            <a:endParaRPr lang="en-GB" sz="790" dirty="0">
              <a:solidFill>
                <a:schemeClr val="bg1">
                  <a:lumMod val="50000"/>
                </a:schemeClr>
              </a:solidFill>
            </a:endParaRPr>
          </a:p>
        </p:txBody>
      </p:sp>
      <p:grpSp>
        <p:nvGrpSpPr>
          <p:cNvPr id="8" name="Group 13"/>
          <p:cNvGrpSpPr/>
          <p:nvPr/>
        </p:nvGrpSpPr>
        <p:grpSpPr bwMode="auto">
          <a:xfrm>
            <a:off x="5686425" y="1028700"/>
            <a:ext cx="3459163" cy="3814763"/>
            <a:chOff x="10032998" y="1581147"/>
            <a:chExt cx="6225676" cy="5010153"/>
          </a:xfrm>
        </p:grpSpPr>
        <p:pic>
          <p:nvPicPr>
            <p:cNvPr id="9" name="Graphic 14"/>
            <p:cNvPicPr>
              <a:picLocks noChangeAspect="1" noChangeArrowheads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110141" y="1660375"/>
              <a:ext cx="6148533" cy="4930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" name="Oval 9"/>
            <p:cNvSpPr>
              <a:spLocks noChangeAspect="1"/>
            </p:cNvSpPr>
            <p:nvPr userDrawn="1"/>
          </p:nvSpPr>
          <p:spPr>
            <a:xfrm>
              <a:off x="10032998" y="1581147"/>
              <a:ext cx="220000" cy="212666"/>
            </a:xfrm>
            <a:prstGeom prst="ellipse">
              <a:avLst/>
            </a:prstGeom>
            <a:solidFill>
              <a:srgbClr val="0056A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IN" sz="1350" dirty="0"/>
            </a:p>
          </p:txBody>
        </p:sp>
      </p:grpSp>
      <p:pic>
        <p:nvPicPr>
          <p:cNvPr id="13" name="Picture 16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734050"/>
            <a:ext cx="842963" cy="1123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362138" y="457200"/>
            <a:ext cx="5109397" cy="548878"/>
          </a:xfrm>
        </p:spPr>
        <p:txBody>
          <a:bodyPr/>
          <a:lstStyle>
            <a:lvl1pPr>
              <a:defRPr>
                <a:solidFill>
                  <a:srgbClr val="0056A4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15"/>
          </p:nvPr>
        </p:nvSpPr>
        <p:spPr>
          <a:xfrm>
            <a:off x="405000" y="1371600"/>
            <a:ext cx="5067113" cy="85725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marR="0" indent="0" algn="l" defTabSz="514350" rtl="0" eaLnBrk="1" fontAlgn="auto" latinLnBrk="0" hangingPunct="1">
              <a:lnSpc>
                <a:spcPct val="100000"/>
              </a:lnSpc>
              <a:spcBef>
                <a:spcPts val="565"/>
              </a:spcBef>
              <a:spcAft>
                <a:spcPts val="0"/>
              </a:spcAft>
              <a:buClrTx/>
              <a:buSzTx/>
              <a:buFontTx/>
              <a:buNone/>
              <a:defRPr sz="1125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val 8"/>
          <p:cNvSpPr/>
          <p:nvPr/>
        </p:nvSpPr>
        <p:spPr>
          <a:xfrm>
            <a:off x="457200" y="2114550"/>
            <a:ext cx="814388" cy="1085850"/>
          </a:xfrm>
          <a:prstGeom prst="ellipse">
            <a:avLst/>
          </a:prstGeom>
          <a:solidFill>
            <a:srgbClr val="0056A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350"/>
          </a:p>
        </p:txBody>
      </p:sp>
      <p:sp>
        <p:nvSpPr>
          <p:cNvPr id="10" name="Oval 9"/>
          <p:cNvSpPr/>
          <p:nvPr/>
        </p:nvSpPr>
        <p:spPr>
          <a:xfrm>
            <a:off x="3249613" y="2114550"/>
            <a:ext cx="814387" cy="1085850"/>
          </a:xfrm>
          <a:prstGeom prst="ellipse">
            <a:avLst/>
          </a:prstGeom>
          <a:solidFill>
            <a:srgbClr val="F68B1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350"/>
          </a:p>
        </p:txBody>
      </p:sp>
      <p:sp>
        <p:nvSpPr>
          <p:cNvPr id="11" name="Oval 10"/>
          <p:cNvSpPr/>
          <p:nvPr/>
        </p:nvSpPr>
        <p:spPr>
          <a:xfrm>
            <a:off x="5994400" y="2114550"/>
            <a:ext cx="814388" cy="1085850"/>
          </a:xfrm>
          <a:prstGeom prst="ellipse">
            <a:avLst/>
          </a:prstGeom>
          <a:solidFill>
            <a:srgbClr val="80808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350"/>
          </a:p>
        </p:txBody>
      </p:sp>
      <p:pic>
        <p:nvPicPr>
          <p:cNvPr id="12" name="Picture 11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61088" y="2501900"/>
            <a:ext cx="473075" cy="358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" name="Picture 1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63925" y="2465388"/>
            <a:ext cx="414338" cy="392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0" name="Group 19"/>
          <p:cNvGrpSpPr/>
          <p:nvPr/>
        </p:nvGrpSpPr>
        <p:grpSpPr bwMode="auto">
          <a:xfrm>
            <a:off x="733425" y="2365375"/>
            <a:ext cx="279400" cy="615950"/>
            <a:chOff x="6531329" y="2691707"/>
            <a:chExt cx="444716" cy="733318"/>
          </a:xfrm>
        </p:grpSpPr>
        <p:sp>
          <p:nvSpPr>
            <p:cNvPr id="21" name="Freeform 95"/>
            <p:cNvSpPr/>
            <p:nvPr/>
          </p:nvSpPr>
          <p:spPr bwMode="auto">
            <a:xfrm>
              <a:off x="6652002" y="3283678"/>
              <a:ext cx="203371" cy="52742"/>
            </a:xfrm>
            <a:custGeom>
              <a:avLst/>
              <a:gdLst>
                <a:gd name="T0" fmla="*/ 175909934 w 204"/>
                <a:gd name="T1" fmla="*/ 0 h 53"/>
                <a:gd name="T2" fmla="*/ 25840080 w 204"/>
                <a:gd name="T3" fmla="*/ 0 h 53"/>
                <a:gd name="T4" fmla="*/ 0 w 204"/>
                <a:gd name="T5" fmla="*/ 25747052 h 53"/>
                <a:gd name="T6" fmla="*/ 25840080 w 204"/>
                <a:gd name="T7" fmla="*/ 52485256 h 53"/>
                <a:gd name="T8" fmla="*/ 175909934 w 204"/>
                <a:gd name="T9" fmla="*/ 52485256 h 53"/>
                <a:gd name="T10" fmla="*/ 202743939 w 204"/>
                <a:gd name="T11" fmla="*/ 25747052 h 53"/>
                <a:gd name="T12" fmla="*/ 175909934 w 204"/>
                <a:gd name="T13" fmla="*/ 0 h 5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04" h="53">
                  <a:moveTo>
                    <a:pt x="177" y="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12" y="0"/>
                    <a:pt x="0" y="12"/>
                    <a:pt x="0" y="26"/>
                  </a:cubicBezTo>
                  <a:cubicBezTo>
                    <a:pt x="0" y="41"/>
                    <a:pt x="12" y="53"/>
                    <a:pt x="26" y="53"/>
                  </a:cubicBezTo>
                  <a:cubicBezTo>
                    <a:pt x="177" y="53"/>
                    <a:pt x="177" y="53"/>
                    <a:pt x="177" y="53"/>
                  </a:cubicBezTo>
                  <a:cubicBezTo>
                    <a:pt x="192" y="53"/>
                    <a:pt x="204" y="41"/>
                    <a:pt x="204" y="26"/>
                  </a:cubicBezTo>
                  <a:cubicBezTo>
                    <a:pt x="204" y="12"/>
                    <a:pt x="192" y="0"/>
                    <a:pt x="177" y="0"/>
                  </a:cubicBezTo>
                  <a:close/>
                </a:path>
              </a:pathLst>
            </a:custGeom>
            <a:noFill/>
            <a:ln w="19050" cap="rnd">
              <a:solidFill>
                <a:srgbClr val="FFFFFF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121920" tIns="60960" rIns="121920" bIns="60960"/>
            <a:lstStyle/>
            <a:p>
              <a:endParaRPr lang="de-DE"/>
            </a:p>
          </p:txBody>
        </p:sp>
        <p:sp>
          <p:nvSpPr>
            <p:cNvPr id="22" name="Freeform 96"/>
            <p:cNvSpPr/>
            <p:nvPr/>
          </p:nvSpPr>
          <p:spPr bwMode="auto">
            <a:xfrm>
              <a:off x="6652002" y="3336419"/>
              <a:ext cx="203371" cy="54007"/>
            </a:xfrm>
            <a:custGeom>
              <a:avLst/>
              <a:gdLst>
                <a:gd name="T0" fmla="*/ 175909934 w 204"/>
                <a:gd name="T1" fmla="*/ 0 h 54"/>
                <a:gd name="T2" fmla="*/ 25840080 w 204"/>
                <a:gd name="T3" fmla="*/ 0 h 54"/>
                <a:gd name="T4" fmla="*/ 0 w 204"/>
                <a:gd name="T5" fmla="*/ 27007501 h 54"/>
                <a:gd name="T6" fmla="*/ 25840080 w 204"/>
                <a:gd name="T7" fmla="*/ 54014001 h 54"/>
                <a:gd name="T8" fmla="*/ 175909934 w 204"/>
                <a:gd name="T9" fmla="*/ 54014001 h 54"/>
                <a:gd name="T10" fmla="*/ 202743939 w 204"/>
                <a:gd name="T11" fmla="*/ 27007501 h 54"/>
                <a:gd name="T12" fmla="*/ 175909934 w 204"/>
                <a:gd name="T13" fmla="*/ 0 h 5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04" h="54">
                  <a:moveTo>
                    <a:pt x="177" y="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12" y="0"/>
                    <a:pt x="0" y="12"/>
                    <a:pt x="0" y="27"/>
                  </a:cubicBezTo>
                  <a:cubicBezTo>
                    <a:pt x="0" y="42"/>
                    <a:pt x="12" y="54"/>
                    <a:pt x="26" y="54"/>
                  </a:cubicBezTo>
                  <a:cubicBezTo>
                    <a:pt x="177" y="54"/>
                    <a:pt x="177" y="54"/>
                    <a:pt x="177" y="54"/>
                  </a:cubicBezTo>
                  <a:cubicBezTo>
                    <a:pt x="192" y="54"/>
                    <a:pt x="204" y="42"/>
                    <a:pt x="204" y="27"/>
                  </a:cubicBezTo>
                  <a:cubicBezTo>
                    <a:pt x="204" y="12"/>
                    <a:pt x="192" y="0"/>
                    <a:pt x="177" y="0"/>
                  </a:cubicBezTo>
                  <a:close/>
                </a:path>
              </a:pathLst>
            </a:custGeom>
            <a:noFill/>
            <a:ln w="19050" cap="rnd">
              <a:solidFill>
                <a:srgbClr val="FFFFFF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121920" tIns="60960" rIns="121920" bIns="60960"/>
            <a:lstStyle/>
            <a:p>
              <a:endParaRPr lang="de-DE"/>
            </a:p>
          </p:txBody>
        </p:sp>
        <p:sp>
          <p:nvSpPr>
            <p:cNvPr id="23" name="Freeform 97"/>
            <p:cNvSpPr/>
            <p:nvPr/>
          </p:nvSpPr>
          <p:spPr bwMode="auto">
            <a:xfrm>
              <a:off x="6687866" y="3390427"/>
              <a:ext cx="131643" cy="34598"/>
            </a:xfrm>
            <a:custGeom>
              <a:avLst/>
              <a:gdLst>
                <a:gd name="T0" fmla="*/ 0 w 132"/>
                <a:gd name="T1" fmla="*/ 0 h 35"/>
                <a:gd name="T2" fmla="*/ 65643981 w 132"/>
                <a:gd name="T3" fmla="*/ 34200617 h 35"/>
                <a:gd name="T4" fmla="*/ 131286966 w 132"/>
                <a:gd name="T5" fmla="*/ 0 h 3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32" h="35">
                  <a:moveTo>
                    <a:pt x="0" y="0"/>
                  </a:moveTo>
                  <a:cubicBezTo>
                    <a:pt x="0" y="19"/>
                    <a:pt x="29" y="35"/>
                    <a:pt x="66" y="35"/>
                  </a:cubicBezTo>
                  <a:cubicBezTo>
                    <a:pt x="102" y="35"/>
                    <a:pt x="132" y="19"/>
                    <a:pt x="132" y="0"/>
                  </a:cubicBezTo>
                </a:path>
              </a:pathLst>
            </a:custGeom>
            <a:noFill/>
            <a:ln w="19050" cap="rnd">
              <a:solidFill>
                <a:srgbClr val="FFFFFF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121920" tIns="60960" rIns="121920" bIns="60960"/>
            <a:lstStyle/>
            <a:p>
              <a:endParaRPr lang="de-DE"/>
            </a:p>
          </p:txBody>
        </p:sp>
        <p:sp>
          <p:nvSpPr>
            <p:cNvPr id="24" name="Freeform 98"/>
            <p:cNvSpPr/>
            <p:nvPr/>
          </p:nvSpPr>
          <p:spPr bwMode="auto">
            <a:xfrm>
              <a:off x="6531329" y="2691707"/>
              <a:ext cx="444716" cy="537964"/>
            </a:xfrm>
            <a:custGeom>
              <a:avLst/>
              <a:gdLst>
                <a:gd name="T0" fmla="*/ 221717848 w 446"/>
                <a:gd name="T1" fmla="*/ 0 h 540"/>
                <a:gd name="T2" fmla="*/ 0 w 446"/>
                <a:gd name="T3" fmla="*/ 221321378 h 540"/>
                <a:gd name="T4" fmla="*/ 61644019 w 446"/>
                <a:gd name="T5" fmla="*/ 376147417 h 540"/>
                <a:gd name="T6" fmla="*/ 93459161 w 446"/>
                <a:gd name="T7" fmla="*/ 436688292 h 540"/>
                <a:gd name="T8" fmla="*/ 93459161 w 446"/>
                <a:gd name="T9" fmla="*/ 480357022 h 540"/>
                <a:gd name="T10" fmla="*/ 149137405 w 446"/>
                <a:gd name="T11" fmla="*/ 535935676 h 540"/>
                <a:gd name="T12" fmla="*/ 294298291 w 446"/>
                <a:gd name="T13" fmla="*/ 535935676 h 540"/>
                <a:gd name="T14" fmla="*/ 349976535 w 446"/>
                <a:gd name="T15" fmla="*/ 480357022 h 540"/>
                <a:gd name="T16" fmla="*/ 349976535 w 446"/>
                <a:gd name="T17" fmla="*/ 436688292 h 540"/>
                <a:gd name="T18" fmla="*/ 380797548 w 446"/>
                <a:gd name="T19" fmla="*/ 376147417 h 540"/>
                <a:gd name="T20" fmla="*/ 443435697 w 446"/>
                <a:gd name="T21" fmla="*/ 221321378 h 540"/>
                <a:gd name="T22" fmla="*/ 221717848 w 446"/>
                <a:gd name="T23" fmla="*/ 0 h 540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446" h="540">
                  <a:moveTo>
                    <a:pt x="223" y="0"/>
                  </a:moveTo>
                  <a:cubicBezTo>
                    <a:pt x="99" y="0"/>
                    <a:pt x="0" y="100"/>
                    <a:pt x="0" y="223"/>
                  </a:cubicBezTo>
                  <a:cubicBezTo>
                    <a:pt x="0" y="284"/>
                    <a:pt x="22" y="339"/>
                    <a:pt x="62" y="379"/>
                  </a:cubicBezTo>
                  <a:cubicBezTo>
                    <a:pt x="83" y="399"/>
                    <a:pt x="94" y="415"/>
                    <a:pt x="94" y="440"/>
                  </a:cubicBezTo>
                  <a:cubicBezTo>
                    <a:pt x="94" y="466"/>
                    <a:pt x="94" y="484"/>
                    <a:pt x="94" y="484"/>
                  </a:cubicBezTo>
                  <a:cubicBezTo>
                    <a:pt x="94" y="515"/>
                    <a:pt x="119" y="540"/>
                    <a:pt x="150" y="540"/>
                  </a:cubicBezTo>
                  <a:cubicBezTo>
                    <a:pt x="296" y="540"/>
                    <a:pt x="296" y="540"/>
                    <a:pt x="296" y="540"/>
                  </a:cubicBezTo>
                  <a:cubicBezTo>
                    <a:pt x="327" y="540"/>
                    <a:pt x="352" y="515"/>
                    <a:pt x="352" y="484"/>
                  </a:cubicBezTo>
                  <a:cubicBezTo>
                    <a:pt x="352" y="484"/>
                    <a:pt x="352" y="466"/>
                    <a:pt x="352" y="440"/>
                  </a:cubicBezTo>
                  <a:cubicBezTo>
                    <a:pt x="352" y="415"/>
                    <a:pt x="362" y="399"/>
                    <a:pt x="383" y="379"/>
                  </a:cubicBezTo>
                  <a:cubicBezTo>
                    <a:pt x="423" y="339"/>
                    <a:pt x="446" y="284"/>
                    <a:pt x="446" y="223"/>
                  </a:cubicBezTo>
                  <a:cubicBezTo>
                    <a:pt x="446" y="100"/>
                    <a:pt x="347" y="0"/>
                    <a:pt x="223" y="0"/>
                  </a:cubicBezTo>
                  <a:close/>
                </a:path>
              </a:pathLst>
            </a:custGeom>
            <a:noFill/>
            <a:ln w="19050" cap="rnd">
              <a:solidFill>
                <a:srgbClr val="FFFFFF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121920" tIns="60960" rIns="121920" bIns="60960"/>
            <a:lstStyle/>
            <a:p>
              <a:endParaRPr lang="de-DE"/>
            </a:p>
          </p:txBody>
        </p:sp>
        <p:sp>
          <p:nvSpPr>
            <p:cNvPr id="25" name="Freeform 99"/>
            <p:cNvSpPr/>
            <p:nvPr/>
          </p:nvSpPr>
          <p:spPr bwMode="auto">
            <a:xfrm>
              <a:off x="6652002" y="3229670"/>
              <a:ext cx="203371" cy="54007"/>
            </a:xfrm>
            <a:custGeom>
              <a:avLst/>
              <a:gdLst>
                <a:gd name="T0" fmla="*/ 175909934 w 204"/>
                <a:gd name="T1" fmla="*/ 0 h 54"/>
                <a:gd name="T2" fmla="*/ 25840080 w 204"/>
                <a:gd name="T3" fmla="*/ 0 h 54"/>
                <a:gd name="T4" fmla="*/ 0 w 204"/>
                <a:gd name="T5" fmla="*/ 27007501 h 54"/>
                <a:gd name="T6" fmla="*/ 25840080 w 204"/>
                <a:gd name="T7" fmla="*/ 54014001 h 54"/>
                <a:gd name="T8" fmla="*/ 175909934 w 204"/>
                <a:gd name="T9" fmla="*/ 54014001 h 54"/>
                <a:gd name="T10" fmla="*/ 202743939 w 204"/>
                <a:gd name="T11" fmla="*/ 27007501 h 54"/>
                <a:gd name="T12" fmla="*/ 175909934 w 204"/>
                <a:gd name="T13" fmla="*/ 0 h 5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04" h="54">
                  <a:moveTo>
                    <a:pt x="177" y="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12" y="0"/>
                    <a:pt x="0" y="12"/>
                    <a:pt x="0" y="27"/>
                  </a:cubicBezTo>
                  <a:cubicBezTo>
                    <a:pt x="0" y="42"/>
                    <a:pt x="12" y="54"/>
                    <a:pt x="26" y="54"/>
                  </a:cubicBezTo>
                  <a:cubicBezTo>
                    <a:pt x="177" y="54"/>
                    <a:pt x="177" y="54"/>
                    <a:pt x="177" y="54"/>
                  </a:cubicBezTo>
                  <a:cubicBezTo>
                    <a:pt x="192" y="54"/>
                    <a:pt x="204" y="42"/>
                    <a:pt x="204" y="27"/>
                  </a:cubicBezTo>
                  <a:cubicBezTo>
                    <a:pt x="204" y="12"/>
                    <a:pt x="192" y="0"/>
                    <a:pt x="177" y="0"/>
                  </a:cubicBezTo>
                  <a:close/>
                </a:path>
              </a:pathLst>
            </a:custGeom>
            <a:noFill/>
            <a:ln w="19050" cap="rnd">
              <a:solidFill>
                <a:srgbClr val="FFFFFF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121920" tIns="60960" rIns="121920" bIns="60960"/>
            <a:lstStyle/>
            <a:p>
              <a:endParaRPr lang="de-DE"/>
            </a:p>
          </p:txBody>
        </p:sp>
      </p:grp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1228725" y="400050"/>
            <a:ext cx="7372350" cy="54887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1357312" y="2133601"/>
            <a:ext cx="1585913" cy="38913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50" b="1">
                <a:solidFill>
                  <a:srgbClr val="0056A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5"/>
          <p:cNvSpPr>
            <a:spLocks noGrp="1"/>
          </p:cNvSpPr>
          <p:nvPr>
            <p:ph type="body" sz="quarter" idx="14"/>
          </p:nvPr>
        </p:nvSpPr>
        <p:spPr>
          <a:xfrm>
            <a:off x="1357313" y="2613960"/>
            <a:ext cx="1714500" cy="2243790"/>
          </a:xfrm>
          <a:prstGeom prst="rect">
            <a:avLst/>
          </a:prstGeom>
        </p:spPr>
        <p:txBody>
          <a:bodyPr lIns="0" tIns="0" rIns="0" bIns="0"/>
          <a:lstStyle>
            <a:lvl1pPr marL="128905" marR="0" indent="-128905" algn="l" defTabSz="514350" rtl="0" eaLnBrk="1" fontAlgn="auto" latinLnBrk="0" hangingPunct="1">
              <a:lnSpc>
                <a:spcPct val="100000"/>
              </a:lnSpc>
              <a:spcBef>
                <a:spcPts val="565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 sz="9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6" name="Text Placeholder 5"/>
          <p:cNvSpPr>
            <a:spLocks noGrp="1"/>
          </p:cNvSpPr>
          <p:nvPr>
            <p:ph type="body" sz="quarter" idx="15"/>
          </p:nvPr>
        </p:nvSpPr>
        <p:spPr>
          <a:xfrm>
            <a:off x="4155559" y="2133601"/>
            <a:ext cx="1585913" cy="38913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50" b="1">
                <a:solidFill>
                  <a:srgbClr val="0056A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4155559" y="2613960"/>
            <a:ext cx="1714500" cy="2243790"/>
          </a:xfrm>
          <a:prstGeom prst="rect">
            <a:avLst/>
          </a:prstGeom>
        </p:spPr>
        <p:txBody>
          <a:bodyPr lIns="0" tIns="0" rIns="0" bIns="0"/>
          <a:lstStyle>
            <a:lvl1pPr marL="128905" marR="0" indent="-128905" algn="l" defTabSz="514350" rtl="0" eaLnBrk="1" fontAlgn="auto" latinLnBrk="0" hangingPunct="1">
              <a:lnSpc>
                <a:spcPct val="100000"/>
              </a:lnSpc>
              <a:spcBef>
                <a:spcPts val="565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 sz="9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8" name="Text Placeholder 5"/>
          <p:cNvSpPr>
            <a:spLocks noGrp="1"/>
          </p:cNvSpPr>
          <p:nvPr>
            <p:ph type="body" sz="quarter" idx="17"/>
          </p:nvPr>
        </p:nvSpPr>
        <p:spPr>
          <a:xfrm>
            <a:off x="6886575" y="2133601"/>
            <a:ext cx="1585913" cy="38913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50" b="1">
                <a:solidFill>
                  <a:srgbClr val="0056A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5"/>
          <p:cNvSpPr>
            <a:spLocks noGrp="1"/>
          </p:cNvSpPr>
          <p:nvPr>
            <p:ph type="body" sz="quarter" idx="18"/>
          </p:nvPr>
        </p:nvSpPr>
        <p:spPr>
          <a:xfrm>
            <a:off x="6886575" y="2613960"/>
            <a:ext cx="1714500" cy="2243790"/>
          </a:xfrm>
          <a:prstGeom prst="rect">
            <a:avLst/>
          </a:prstGeom>
        </p:spPr>
        <p:txBody>
          <a:bodyPr lIns="0" tIns="0" rIns="0" bIns="0"/>
          <a:lstStyle>
            <a:lvl1pPr marL="128905" marR="0" indent="-128905" algn="l" defTabSz="514350" rtl="0" eaLnBrk="1" fontAlgn="auto" latinLnBrk="0" hangingPunct="1">
              <a:lnSpc>
                <a:spcPct val="100000"/>
              </a:lnSpc>
              <a:spcBef>
                <a:spcPts val="565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 sz="9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val 5"/>
          <p:cNvSpPr/>
          <p:nvPr/>
        </p:nvSpPr>
        <p:spPr>
          <a:xfrm>
            <a:off x="3784600" y="2132013"/>
            <a:ext cx="1628775" cy="2171700"/>
          </a:xfrm>
          <a:prstGeom prst="ellipse">
            <a:avLst/>
          </a:prstGeom>
          <a:solidFill>
            <a:srgbClr val="F68B1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350"/>
          </a:p>
        </p:txBody>
      </p:sp>
      <p:sp>
        <p:nvSpPr>
          <p:cNvPr id="7" name="Arc 6"/>
          <p:cNvSpPr>
            <a:spLocks noChangeAspect="1"/>
          </p:cNvSpPr>
          <p:nvPr/>
        </p:nvSpPr>
        <p:spPr>
          <a:xfrm>
            <a:off x="3706813" y="2030413"/>
            <a:ext cx="1782762" cy="2376487"/>
          </a:xfrm>
          <a:prstGeom prst="arc">
            <a:avLst>
              <a:gd name="adj1" fmla="val 14511769"/>
              <a:gd name="adj2" fmla="val 10954347"/>
            </a:avLst>
          </a:prstGeom>
          <a:ln w="22225">
            <a:solidFill>
              <a:srgbClr val="F68B1F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en-IN" sz="1350" dirty="0"/>
          </a:p>
        </p:txBody>
      </p:sp>
      <p:sp>
        <p:nvSpPr>
          <p:cNvPr id="8" name="Arc 7"/>
          <p:cNvSpPr>
            <a:spLocks noChangeAspect="1"/>
          </p:cNvSpPr>
          <p:nvPr/>
        </p:nvSpPr>
        <p:spPr>
          <a:xfrm rot="11700000">
            <a:off x="3748088" y="2084388"/>
            <a:ext cx="1700212" cy="2268537"/>
          </a:xfrm>
          <a:prstGeom prst="arc">
            <a:avLst>
              <a:gd name="adj1" fmla="val 14511769"/>
              <a:gd name="adj2" fmla="val 10954347"/>
            </a:avLst>
          </a:prstGeom>
          <a:ln w="22225">
            <a:solidFill>
              <a:srgbClr val="F68B1F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en-IN" sz="1350"/>
          </a:p>
        </p:txBody>
      </p:sp>
      <p:sp>
        <p:nvSpPr>
          <p:cNvPr id="9" name="Oval 8"/>
          <p:cNvSpPr/>
          <p:nvPr/>
        </p:nvSpPr>
        <p:spPr>
          <a:xfrm>
            <a:off x="1463675" y="2132013"/>
            <a:ext cx="1628775" cy="2171700"/>
          </a:xfrm>
          <a:prstGeom prst="ellipse">
            <a:avLst/>
          </a:prstGeom>
          <a:solidFill>
            <a:srgbClr val="0056A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350"/>
          </a:p>
        </p:txBody>
      </p:sp>
      <p:sp>
        <p:nvSpPr>
          <p:cNvPr id="10" name="Arc 9"/>
          <p:cNvSpPr>
            <a:spLocks noChangeAspect="1"/>
          </p:cNvSpPr>
          <p:nvPr/>
        </p:nvSpPr>
        <p:spPr>
          <a:xfrm>
            <a:off x="1385888" y="2030413"/>
            <a:ext cx="1782762" cy="2376487"/>
          </a:xfrm>
          <a:prstGeom prst="arc">
            <a:avLst>
              <a:gd name="adj1" fmla="val 14511769"/>
              <a:gd name="adj2" fmla="val 10954347"/>
            </a:avLst>
          </a:prstGeom>
          <a:ln w="22225">
            <a:solidFill>
              <a:srgbClr val="0056A4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en-IN" sz="1350" dirty="0"/>
          </a:p>
        </p:txBody>
      </p:sp>
      <p:sp>
        <p:nvSpPr>
          <p:cNvPr id="11" name="Arc 10"/>
          <p:cNvSpPr>
            <a:spLocks noChangeAspect="1"/>
          </p:cNvSpPr>
          <p:nvPr/>
        </p:nvSpPr>
        <p:spPr>
          <a:xfrm rot="11700000">
            <a:off x="1427163" y="2084388"/>
            <a:ext cx="1700212" cy="2268537"/>
          </a:xfrm>
          <a:prstGeom prst="arc">
            <a:avLst>
              <a:gd name="adj1" fmla="val 14511769"/>
              <a:gd name="adj2" fmla="val 10954347"/>
            </a:avLst>
          </a:prstGeom>
          <a:ln w="22225">
            <a:solidFill>
              <a:srgbClr val="0056A4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en-IN" sz="1350"/>
          </a:p>
        </p:txBody>
      </p:sp>
      <p:sp>
        <p:nvSpPr>
          <p:cNvPr id="13" name="Oval 12"/>
          <p:cNvSpPr/>
          <p:nvPr/>
        </p:nvSpPr>
        <p:spPr>
          <a:xfrm>
            <a:off x="6115050" y="2132013"/>
            <a:ext cx="1628775" cy="2171700"/>
          </a:xfrm>
          <a:prstGeom prst="ellipse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350"/>
          </a:p>
        </p:txBody>
      </p:sp>
      <p:sp>
        <p:nvSpPr>
          <p:cNvPr id="14" name="Arc 13"/>
          <p:cNvSpPr>
            <a:spLocks noChangeAspect="1"/>
          </p:cNvSpPr>
          <p:nvPr/>
        </p:nvSpPr>
        <p:spPr>
          <a:xfrm>
            <a:off x="6037263" y="2030413"/>
            <a:ext cx="1782762" cy="2376487"/>
          </a:xfrm>
          <a:prstGeom prst="arc">
            <a:avLst>
              <a:gd name="adj1" fmla="val 14511769"/>
              <a:gd name="adj2" fmla="val 10954347"/>
            </a:avLst>
          </a:prstGeom>
          <a:ln w="22225">
            <a:solidFill>
              <a:schemeClr val="tx1">
                <a:lumMod val="85000"/>
                <a:lumOff val="15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en-IN" sz="1350" dirty="0"/>
          </a:p>
        </p:txBody>
      </p:sp>
      <p:sp>
        <p:nvSpPr>
          <p:cNvPr id="15" name="Arc 14"/>
          <p:cNvSpPr>
            <a:spLocks noChangeAspect="1"/>
          </p:cNvSpPr>
          <p:nvPr/>
        </p:nvSpPr>
        <p:spPr>
          <a:xfrm rot="11700000">
            <a:off x="6078538" y="2084388"/>
            <a:ext cx="1700212" cy="2268537"/>
          </a:xfrm>
          <a:prstGeom prst="arc">
            <a:avLst>
              <a:gd name="adj1" fmla="val 14511769"/>
              <a:gd name="adj2" fmla="val 10954347"/>
            </a:avLst>
          </a:prstGeom>
          <a:ln w="22225">
            <a:solidFill>
              <a:schemeClr val="tx1">
                <a:lumMod val="85000"/>
                <a:lumOff val="15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en-IN" sz="1350"/>
          </a:p>
        </p:txBody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1228725" y="400050"/>
            <a:ext cx="7458075" cy="54887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3757613" y="2926564"/>
            <a:ext cx="1628775" cy="547672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buFontTx/>
              <a:buNone/>
              <a:defRPr sz="1125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5"/>
          <p:cNvSpPr>
            <a:spLocks noGrp="1"/>
          </p:cNvSpPr>
          <p:nvPr>
            <p:ph type="body" sz="quarter" idx="14"/>
          </p:nvPr>
        </p:nvSpPr>
        <p:spPr>
          <a:xfrm>
            <a:off x="1436742" y="2926564"/>
            <a:ext cx="1628775" cy="547672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buFontTx/>
              <a:buNone/>
              <a:defRPr sz="1125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5"/>
          <p:cNvSpPr>
            <a:spLocks noGrp="1"/>
          </p:cNvSpPr>
          <p:nvPr>
            <p:ph type="body" sz="quarter" idx="15"/>
          </p:nvPr>
        </p:nvSpPr>
        <p:spPr>
          <a:xfrm>
            <a:off x="6087952" y="2926564"/>
            <a:ext cx="1628775" cy="547672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buFontTx/>
              <a:buNone/>
              <a:defRPr sz="1125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350"/>
          </a:p>
        </p:txBody>
      </p:sp>
      <p:pic>
        <p:nvPicPr>
          <p:cNvPr id="6" name="Picture 8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851535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object 19"/>
          <p:cNvSpPr txBox="1"/>
          <p:nvPr/>
        </p:nvSpPr>
        <p:spPr>
          <a:xfrm>
            <a:off x="404813" y="6424613"/>
            <a:ext cx="2282825" cy="111125"/>
          </a:xfrm>
          <a:prstGeom prst="rect">
            <a:avLst/>
          </a:prstGeom>
        </p:spPr>
        <p:txBody>
          <a:bodyPr lIns="0" tIns="7144" rIns="0" bIns="0">
            <a:spAutoFit/>
          </a:bodyPr>
          <a:lstStyle/>
          <a:p>
            <a:pPr marL="6985">
              <a:spcBef>
                <a:spcPts val="55"/>
              </a:spcBef>
              <a:defRPr/>
            </a:pPr>
            <a:r>
              <a:rPr sz="675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© </a:t>
            </a:r>
            <a:r>
              <a:rPr sz="675" spc="-3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</a:t>
            </a:r>
            <a:r>
              <a:rPr lang="en-US" sz="675" spc="-3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</a:t>
            </a:r>
            <a:r>
              <a:rPr sz="675" spc="-3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675" spc="-3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Coforge</a:t>
            </a:r>
            <a:endParaRPr sz="675" dirty="0">
              <a:solidFill>
                <a:schemeClr val="bg1">
                  <a:lumMod val="9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Oval 7"/>
          <p:cNvSpPr/>
          <p:nvPr/>
        </p:nvSpPr>
        <p:spPr>
          <a:xfrm>
            <a:off x="8643938" y="6286500"/>
            <a:ext cx="342900" cy="457200"/>
          </a:xfrm>
          <a:prstGeom prst="ellipse">
            <a:avLst/>
          </a:prstGeom>
          <a:noFill/>
          <a:ln w="19050">
            <a:solidFill>
              <a:srgbClr val="F68B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350"/>
          </a:p>
        </p:txBody>
      </p:sp>
      <p:sp>
        <p:nvSpPr>
          <p:cNvPr id="9" name="Holder 5"/>
          <p:cNvSpPr txBox="1"/>
          <p:nvPr/>
        </p:nvSpPr>
        <p:spPr>
          <a:xfrm>
            <a:off x="8578850" y="6343650"/>
            <a:ext cx="490538" cy="342900"/>
          </a:xfrm>
          <a:prstGeom prst="rect">
            <a:avLst/>
          </a:prstGeom>
        </p:spPr>
        <p:txBody>
          <a:bodyPr lIns="0" tIns="0" rIns="0" bIns="0" anchor="ctr"/>
          <a:lstStyle>
            <a:defPPr>
              <a:defRPr lang="en-US"/>
            </a:defPPr>
            <a:lvl1pPr marL="0" algn="r" defTabSz="914400" rtl="0" eaLnBrk="1" latinLnBrk="0" hangingPunct="1">
              <a:defRPr sz="2000" b="1" kern="1200">
                <a:solidFill>
                  <a:srgbClr val="001B44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fld id="{EB014F5B-34A7-4DA4-BCA0-585CF1CE164D}" type="slidenum">
              <a:rPr lang="en-GB" sz="790" smtClean="0">
                <a:solidFill>
                  <a:schemeClr val="bg1">
                    <a:lumMod val="50000"/>
                  </a:schemeClr>
                </a:solidFill>
              </a:rPr>
              <a:t>‹#›</a:t>
            </a:fld>
            <a:endParaRPr lang="en-GB" sz="790" dirty="0">
              <a:solidFill>
                <a:schemeClr val="bg1">
                  <a:lumMod val="50000"/>
                </a:schemeClr>
              </a:solidFill>
            </a:endParaRPr>
          </a:p>
        </p:txBody>
      </p:sp>
      <p:grpSp>
        <p:nvGrpSpPr>
          <p:cNvPr id="10" name="Group 14"/>
          <p:cNvGrpSpPr/>
          <p:nvPr/>
        </p:nvGrpSpPr>
        <p:grpSpPr bwMode="auto">
          <a:xfrm>
            <a:off x="4443413" y="725488"/>
            <a:ext cx="717550" cy="6132512"/>
            <a:chOff x="8146768" y="966535"/>
            <a:chExt cx="1276632" cy="8177465"/>
          </a:xfrm>
        </p:grpSpPr>
        <p:pic>
          <p:nvPicPr>
            <p:cNvPr id="11" name="Graphic 15"/>
            <p:cNvPicPr>
              <a:picLocks noChangeAspect="1" noChangeArrowheads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146768" y="989820"/>
              <a:ext cx="1276632" cy="81541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2" name="Oval 11"/>
            <p:cNvSpPr>
              <a:spLocks noChangeAspect="1"/>
            </p:cNvSpPr>
            <p:nvPr userDrawn="1"/>
          </p:nvSpPr>
          <p:spPr>
            <a:xfrm>
              <a:off x="8629741" y="966535"/>
              <a:ext cx="217480" cy="215921"/>
            </a:xfrm>
            <a:prstGeom prst="ellipse">
              <a:avLst/>
            </a:prstGeom>
            <a:solidFill>
              <a:srgbClr val="F68B1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IN" sz="1350"/>
            </a:p>
          </p:txBody>
        </p:sp>
      </p:grpSp>
      <p:sp>
        <p:nvSpPr>
          <p:cNvPr id="20" name="Title 1"/>
          <p:cNvSpPr>
            <a:spLocks noGrp="1"/>
          </p:cNvSpPr>
          <p:nvPr>
            <p:ph type="title"/>
          </p:nvPr>
        </p:nvSpPr>
        <p:spPr>
          <a:xfrm>
            <a:off x="328613" y="457200"/>
            <a:ext cx="4114800" cy="54887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5"/>
          <p:cNvSpPr>
            <a:spLocks noGrp="1"/>
          </p:cNvSpPr>
          <p:nvPr>
            <p:ph type="body" sz="quarter" idx="14"/>
          </p:nvPr>
        </p:nvSpPr>
        <p:spPr>
          <a:xfrm>
            <a:off x="405000" y="1463278"/>
            <a:ext cx="4167000" cy="85725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marR="0" indent="0" algn="l" defTabSz="514350" rtl="0" eaLnBrk="1" fontAlgn="auto" latinLnBrk="0" hangingPunct="1">
              <a:lnSpc>
                <a:spcPct val="100000"/>
              </a:lnSpc>
              <a:spcBef>
                <a:spcPts val="565"/>
              </a:spcBef>
              <a:spcAft>
                <a:spcPts val="0"/>
              </a:spcAft>
              <a:buClrTx/>
              <a:buSzTx/>
              <a:buFontTx/>
              <a:buNone/>
              <a:defRPr sz="1125" b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5"/>
          <p:cNvSpPr>
            <a:spLocks noGrp="1"/>
          </p:cNvSpPr>
          <p:nvPr>
            <p:ph type="body" sz="quarter" idx="15"/>
          </p:nvPr>
        </p:nvSpPr>
        <p:spPr>
          <a:xfrm>
            <a:off x="5129212" y="606028"/>
            <a:ext cx="3814763" cy="85725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marR="0" indent="0" algn="l" defTabSz="514350" rtl="0" eaLnBrk="1" fontAlgn="auto" latinLnBrk="0" hangingPunct="1">
              <a:lnSpc>
                <a:spcPct val="100000"/>
              </a:lnSpc>
              <a:spcBef>
                <a:spcPts val="565"/>
              </a:spcBef>
              <a:spcAft>
                <a:spcPts val="0"/>
              </a:spcAft>
              <a:buClrTx/>
              <a:buSzTx/>
              <a:buFontTx/>
              <a:buNone/>
              <a:defRPr sz="1125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/>
          <p:nvPr/>
        </p:nvSpPr>
        <p:spPr>
          <a:xfrm>
            <a:off x="1228725" y="447675"/>
            <a:ext cx="7415213" cy="549275"/>
          </a:xfrm>
          <a:prstGeom prst="rect">
            <a:avLst/>
          </a:prstGeom>
        </p:spPr>
        <p:txBody>
          <a:bodyPr lIns="51435" tIns="25718" rIns="51435" bIns="25718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 sz="2250" dirty="0">
                <a:solidFill>
                  <a:srgbClr val="0056A4"/>
                </a:solidFill>
              </a:rPr>
              <a:t>Click to edit Master title style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4375" y="1371600"/>
            <a:ext cx="2949476" cy="1070372"/>
          </a:xfrm>
        </p:spPr>
        <p:txBody>
          <a:bodyPr/>
          <a:lstStyle>
            <a:lvl1pPr>
              <a:defRPr sz="1800">
                <a:solidFill>
                  <a:srgbClr val="0056A4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71925" y="1371600"/>
            <a:ext cx="4629150" cy="4874419"/>
          </a:xfrm>
        </p:spPr>
        <p:txBody>
          <a:bodyPr/>
          <a:lstStyle>
            <a:lvl1pPr>
              <a:defRPr sz="1575"/>
            </a:lvl1pPr>
            <a:lvl2pPr>
              <a:defRPr sz="1350"/>
            </a:lvl2pPr>
            <a:lvl3pPr>
              <a:defRPr sz="1125"/>
            </a:lvl3pPr>
            <a:lvl4pPr>
              <a:defRPr sz="1015"/>
            </a:lvl4pPr>
            <a:lvl5pPr>
              <a:defRPr sz="1015"/>
            </a:lvl5pPr>
            <a:lvl6pPr>
              <a:defRPr sz="1125"/>
            </a:lvl6pPr>
            <a:lvl7pPr>
              <a:defRPr sz="1125"/>
            </a:lvl7pPr>
            <a:lvl8pPr>
              <a:defRPr sz="1125"/>
            </a:lvl8pPr>
            <a:lvl9pPr>
              <a:defRPr sz="112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14375" y="2441972"/>
            <a:ext cx="2949476" cy="3811191"/>
          </a:xfrm>
        </p:spPr>
        <p:txBody>
          <a:bodyPr/>
          <a:lstStyle>
            <a:lvl1pPr marL="0" indent="0">
              <a:buNone/>
              <a:defRPr sz="900"/>
            </a:lvl1pPr>
            <a:lvl2pPr marL="257175" indent="0">
              <a:buNone/>
              <a:defRPr sz="790"/>
            </a:lvl2pPr>
            <a:lvl3pPr marL="514350" indent="0">
              <a:buNone/>
              <a:defRPr sz="675"/>
            </a:lvl3pPr>
            <a:lvl4pPr marL="771525" indent="0">
              <a:buNone/>
              <a:defRPr sz="565"/>
            </a:lvl4pPr>
            <a:lvl5pPr marL="1028700" indent="0">
              <a:buNone/>
              <a:defRPr sz="565"/>
            </a:lvl5pPr>
            <a:lvl6pPr marL="1285875" indent="0">
              <a:buNone/>
              <a:defRPr sz="565"/>
            </a:lvl6pPr>
            <a:lvl7pPr marL="1543050" indent="0">
              <a:buNone/>
              <a:defRPr sz="565"/>
            </a:lvl7pPr>
            <a:lvl8pPr marL="1800225" indent="0">
              <a:buNone/>
              <a:defRPr sz="565"/>
            </a:lvl8pPr>
            <a:lvl9pPr marL="2057400" indent="0">
              <a:buNone/>
              <a:defRPr sz="56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Presentation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Presentation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object 19"/>
          <p:cNvSpPr txBox="1"/>
          <p:nvPr/>
        </p:nvSpPr>
        <p:spPr>
          <a:xfrm>
            <a:off x="404813" y="6481763"/>
            <a:ext cx="2282825" cy="111125"/>
          </a:xfrm>
          <a:prstGeom prst="rect">
            <a:avLst/>
          </a:prstGeom>
        </p:spPr>
        <p:txBody>
          <a:bodyPr lIns="0" tIns="7144" rIns="0" bIns="0">
            <a:spAutoFit/>
          </a:bodyPr>
          <a:lstStyle/>
          <a:p>
            <a:pPr marL="6985">
              <a:spcBef>
                <a:spcPts val="55"/>
              </a:spcBef>
              <a:defRPr/>
            </a:pPr>
            <a:r>
              <a:rPr sz="675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© </a:t>
            </a:r>
            <a:r>
              <a:rPr sz="675" spc="-3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</a:t>
            </a:r>
            <a:r>
              <a:rPr lang="en-US" sz="675" spc="-3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</a:t>
            </a:r>
            <a:r>
              <a:rPr sz="675" spc="-3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675" spc="-3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Coforge</a:t>
            </a:r>
            <a:endParaRPr sz="675" dirty="0">
              <a:solidFill>
                <a:schemeClr val="bg1">
                  <a:lumMod val="9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10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314" b="23924"/>
          <a:stretch>
            <a:fillRect/>
          </a:stretch>
        </p:blipFill>
        <p:spPr bwMode="auto">
          <a:xfrm>
            <a:off x="6861175" y="382588"/>
            <a:ext cx="1984375" cy="874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29138" y="2800350"/>
            <a:ext cx="3593306" cy="1257300"/>
          </a:xfrm>
        </p:spPr>
        <p:txBody>
          <a:bodyPr>
            <a:noAutofit/>
          </a:bodyPr>
          <a:lstStyle>
            <a:lvl1pPr algn="l">
              <a:defRPr sz="304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Presentation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object 19"/>
          <p:cNvSpPr txBox="1"/>
          <p:nvPr/>
        </p:nvSpPr>
        <p:spPr>
          <a:xfrm>
            <a:off x="6500813" y="6343650"/>
            <a:ext cx="2282825" cy="111125"/>
          </a:xfrm>
          <a:prstGeom prst="rect">
            <a:avLst/>
          </a:prstGeom>
        </p:spPr>
        <p:txBody>
          <a:bodyPr lIns="0" tIns="7144" rIns="0" bIns="0">
            <a:spAutoFit/>
          </a:bodyPr>
          <a:lstStyle/>
          <a:p>
            <a:pPr marL="6985" algn="r">
              <a:spcBef>
                <a:spcPts val="55"/>
              </a:spcBef>
              <a:defRPr/>
            </a:pPr>
            <a:r>
              <a:rPr sz="675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© </a:t>
            </a:r>
            <a:r>
              <a:rPr sz="675" spc="-3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</a:t>
            </a:r>
            <a:r>
              <a:rPr lang="en-US" sz="675" spc="-3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</a:t>
            </a:r>
            <a:r>
              <a:rPr sz="675" spc="-3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675" spc="-3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Coforge</a:t>
            </a:r>
            <a:endParaRPr sz="675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10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43713" y="423863"/>
            <a:ext cx="2006600" cy="719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Freeform 8">
            <a:hlinkClick r:id="rId4"/>
          </p:cNvPr>
          <p:cNvSpPr/>
          <p:nvPr/>
        </p:nvSpPr>
        <p:spPr bwMode="auto">
          <a:xfrm>
            <a:off x="6180138" y="4308475"/>
            <a:ext cx="244475" cy="266700"/>
          </a:xfrm>
          <a:custGeom>
            <a:avLst/>
            <a:gdLst>
              <a:gd name="T0" fmla="*/ 18 w 422"/>
              <a:gd name="T1" fmla="*/ 307 h 345"/>
              <a:gd name="T2" fmla="*/ 68 w 422"/>
              <a:gd name="T3" fmla="*/ 301 h 345"/>
              <a:gd name="T4" fmla="*/ 112 w 422"/>
              <a:gd name="T5" fmla="*/ 281 h 345"/>
              <a:gd name="T6" fmla="*/ 112 w 422"/>
              <a:gd name="T7" fmla="*/ 269 h 345"/>
              <a:gd name="T8" fmla="*/ 78 w 422"/>
              <a:gd name="T9" fmla="*/ 253 h 345"/>
              <a:gd name="T10" fmla="*/ 52 w 422"/>
              <a:gd name="T11" fmla="*/ 223 h 345"/>
              <a:gd name="T12" fmla="*/ 66 w 422"/>
              <a:gd name="T13" fmla="*/ 211 h 345"/>
              <a:gd name="T14" fmla="*/ 86 w 422"/>
              <a:gd name="T15" fmla="*/ 209 h 345"/>
              <a:gd name="T16" fmla="*/ 46 w 422"/>
              <a:gd name="T17" fmla="*/ 189 h 345"/>
              <a:gd name="T18" fmla="*/ 26 w 422"/>
              <a:gd name="T19" fmla="*/ 164 h 345"/>
              <a:gd name="T20" fmla="*/ 16 w 422"/>
              <a:gd name="T21" fmla="*/ 122 h 345"/>
              <a:gd name="T22" fmla="*/ 44 w 422"/>
              <a:gd name="T23" fmla="*/ 132 h 345"/>
              <a:gd name="T24" fmla="*/ 42 w 422"/>
              <a:gd name="T25" fmla="*/ 122 h 345"/>
              <a:gd name="T26" fmla="*/ 20 w 422"/>
              <a:gd name="T27" fmla="*/ 80 h 345"/>
              <a:gd name="T28" fmla="*/ 18 w 422"/>
              <a:gd name="T29" fmla="*/ 48 h 345"/>
              <a:gd name="T30" fmla="*/ 28 w 422"/>
              <a:gd name="T31" fmla="*/ 16 h 345"/>
              <a:gd name="T32" fmla="*/ 86 w 422"/>
              <a:gd name="T33" fmla="*/ 68 h 345"/>
              <a:gd name="T34" fmla="*/ 156 w 422"/>
              <a:gd name="T35" fmla="*/ 98 h 345"/>
              <a:gd name="T36" fmla="*/ 208 w 422"/>
              <a:gd name="T37" fmla="*/ 108 h 345"/>
              <a:gd name="T38" fmla="*/ 206 w 422"/>
              <a:gd name="T39" fmla="*/ 78 h 345"/>
              <a:gd name="T40" fmla="*/ 220 w 422"/>
              <a:gd name="T41" fmla="*/ 40 h 345"/>
              <a:gd name="T42" fmla="*/ 236 w 422"/>
              <a:gd name="T43" fmla="*/ 20 h 345"/>
              <a:gd name="T44" fmla="*/ 268 w 422"/>
              <a:gd name="T45" fmla="*/ 4 h 345"/>
              <a:gd name="T46" fmla="*/ 304 w 422"/>
              <a:gd name="T47" fmla="*/ 2 h 345"/>
              <a:gd name="T48" fmla="*/ 330 w 422"/>
              <a:gd name="T49" fmla="*/ 10 h 345"/>
              <a:gd name="T50" fmla="*/ 352 w 422"/>
              <a:gd name="T51" fmla="*/ 26 h 345"/>
              <a:gd name="T52" fmla="*/ 360 w 422"/>
              <a:gd name="T53" fmla="*/ 28 h 345"/>
              <a:gd name="T54" fmla="*/ 406 w 422"/>
              <a:gd name="T55" fmla="*/ 10 h 345"/>
              <a:gd name="T56" fmla="*/ 404 w 422"/>
              <a:gd name="T57" fmla="*/ 22 h 345"/>
              <a:gd name="T58" fmla="*/ 386 w 422"/>
              <a:gd name="T59" fmla="*/ 46 h 345"/>
              <a:gd name="T60" fmla="*/ 398 w 422"/>
              <a:gd name="T61" fmla="*/ 50 h 345"/>
              <a:gd name="T62" fmla="*/ 422 w 422"/>
              <a:gd name="T63" fmla="*/ 44 h 345"/>
              <a:gd name="T64" fmla="*/ 400 w 422"/>
              <a:gd name="T65" fmla="*/ 68 h 345"/>
              <a:gd name="T66" fmla="*/ 380 w 422"/>
              <a:gd name="T67" fmla="*/ 90 h 345"/>
              <a:gd name="T68" fmla="*/ 372 w 422"/>
              <a:gd name="T69" fmla="*/ 154 h 345"/>
              <a:gd name="T70" fmla="*/ 350 w 422"/>
              <a:gd name="T71" fmla="*/ 215 h 345"/>
              <a:gd name="T72" fmla="*/ 314 w 422"/>
              <a:gd name="T73" fmla="*/ 267 h 345"/>
              <a:gd name="T74" fmla="*/ 268 w 422"/>
              <a:gd name="T75" fmla="*/ 307 h 345"/>
              <a:gd name="T76" fmla="*/ 232 w 422"/>
              <a:gd name="T77" fmla="*/ 327 h 345"/>
              <a:gd name="T78" fmla="*/ 150 w 422"/>
              <a:gd name="T79" fmla="*/ 345 h 345"/>
              <a:gd name="T80" fmla="*/ 98 w 422"/>
              <a:gd name="T81" fmla="*/ 343 h 345"/>
              <a:gd name="T82" fmla="*/ 30 w 422"/>
              <a:gd name="T83" fmla="*/ 323 h 345"/>
              <a:gd name="T84" fmla="*/ 0 w 422"/>
              <a:gd name="T85" fmla="*/ 309 h 3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</a:cxnLst>
            <a:rect l="0" t="0" r="r" b="b"/>
            <a:pathLst>
              <a:path w="422" h="345">
                <a:moveTo>
                  <a:pt x="0" y="307"/>
                </a:moveTo>
                <a:lnTo>
                  <a:pt x="0" y="307"/>
                </a:lnTo>
                <a:lnTo>
                  <a:pt x="18" y="307"/>
                </a:lnTo>
                <a:lnTo>
                  <a:pt x="34" y="307"/>
                </a:lnTo>
                <a:lnTo>
                  <a:pt x="52" y="305"/>
                </a:lnTo>
                <a:lnTo>
                  <a:pt x="68" y="301"/>
                </a:lnTo>
                <a:lnTo>
                  <a:pt x="82" y="297"/>
                </a:lnTo>
                <a:lnTo>
                  <a:pt x="98" y="289"/>
                </a:lnTo>
                <a:lnTo>
                  <a:pt x="112" y="281"/>
                </a:lnTo>
                <a:lnTo>
                  <a:pt x="128" y="271"/>
                </a:lnTo>
                <a:lnTo>
                  <a:pt x="128" y="271"/>
                </a:lnTo>
                <a:lnTo>
                  <a:pt x="112" y="269"/>
                </a:lnTo>
                <a:lnTo>
                  <a:pt x="100" y="265"/>
                </a:lnTo>
                <a:lnTo>
                  <a:pt x="88" y="261"/>
                </a:lnTo>
                <a:lnTo>
                  <a:pt x="78" y="253"/>
                </a:lnTo>
                <a:lnTo>
                  <a:pt x="68" y="245"/>
                </a:lnTo>
                <a:lnTo>
                  <a:pt x="60" y="235"/>
                </a:lnTo>
                <a:lnTo>
                  <a:pt x="52" y="223"/>
                </a:lnTo>
                <a:lnTo>
                  <a:pt x="46" y="211"/>
                </a:lnTo>
                <a:lnTo>
                  <a:pt x="46" y="211"/>
                </a:lnTo>
                <a:lnTo>
                  <a:pt x="66" y="211"/>
                </a:lnTo>
                <a:lnTo>
                  <a:pt x="76" y="211"/>
                </a:lnTo>
                <a:lnTo>
                  <a:pt x="86" y="209"/>
                </a:lnTo>
                <a:lnTo>
                  <a:pt x="86" y="209"/>
                </a:lnTo>
                <a:lnTo>
                  <a:pt x="70" y="205"/>
                </a:lnTo>
                <a:lnTo>
                  <a:pt x="58" y="197"/>
                </a:lnTo>
                <a:lnTo>
                  <a:pt x="46" y="189"/>
                </a:lnTo>
                <a:lnTo>
                  <a:pt x="36" y="178"/>
                </a:lnTo>
                <a:lnTo>
                  <a:pt x="36" y="178"/>
                </a:lnTo>
                <a:lnTo>
                  <a:pt x="26" y="164"/>
                </a:lnTo>
                <a:lnTo>
                  <a:pt x="20" y="152"/>
                </a:lnTo>
                <a:lnTo>
                  <a:pt x="18" y="138"/>
                </a:lnTo>
                <a:lnTo>
                  <a:pt x="16" y="122"/>
                </a:lnTo>
                <a:lnTo>
                  <a:pt x="16" y="122"/>
                </a:lnTo>
                <a:lnTo>
                  <a:pt x="34" y="130"/>
                </a:lnTo>
                <a:lnTo>
                  <a:pt x="44" y="132"/>
                </a:lnTo>
                <a:lnTo>
                  <a:pt x="56" y="132"/>
                </a:lnTo>
                <a:lnTo>
                  <a:pt x="56" y="132"/>
                </a:lnTo>
                <a:lnTo>
                  <a:pt x="42" y="122"/>
                </a:lnTo>
                <a:lnTo>
                  <a:pt x="32" y="110"/>
                </a:lnTo>
                <a:lnTo>
                  <a:pt x="24" y="96"/>
                </a:lnTo>
                <a:lnTo>
                  <a:pt x="20" y="80"/>
                </a:lnTo>
                <a:lnTo>
                  <a:pt x="20" y="80"/>
                </a:lnTo>
                <a:lnTo>
                  <a:pt x="16" y="64"/>
                </a:lnTo>
                <a:lnTo>
                  <a:pt x="18" y="48"/>
                </a:lnTo>
                <a:lnTo>
                  <a:pt x="22" y="32"/>
                </a:lnTo>
                <a:lnTo>
                  <a:pt x="28" y="16"/>
                </a:lnTo>
                <a:lnTo>
                  <a:pt x="28" y="16"/>
                </a:lnTo>
                <a:lnTo>
                  <a:pt x="46" y="36"/>
                </a:lnTo>
                <a:lnTo>
                  <a:pt x="66" y="54"/>
                </a:lnTo>
                <a:lnTo>
                  <a:pt x="86" y="68"/>
                </a:lnTo>
                <a:lnTo>
                  <a:pt x="108" y="82"/>
                </a:lnTo>
                <a:lnTo>
                  <a:pt x="132" y="92"/>
                </a:lnTo>
                <a:lnTo>
                  <a:pt x="156" y="98"/>
                </a:lnTo>
                <a:lnTo>
                  <a:pt x="180" y="104"/>
                </a:lnTo>
                <a:lnTo>
                  <a:pt x="208" y="108"/>
                </a:lnTo>
                <a:lnTo>
                  <a:pt x="208" y="108"/>
                </a:lnTo>
                <a:lnTo>
                  <a:pt x="206" y="92"/>
                </a:lnTo>
                <a:lnTo>
                  <a:pt x="206" y="92"/>
                </a:lnTo>
                <a:lnTo>
                  <a:pt x="206" y="78"/>
                </a:lnTo>
                <a:lnTo>
                  <a:pt x="208" y="64"/>
                </a:lnTo>
                <a:lnTo>
                  <a:pt x="214" y="52"/>
                </a:lnTo>
                <a:lnTo>
                  <a:pt x="220" y="40"/>
                </a:lnTo>
                <a:lnTo>
                  <a:pt x="220" y="40"/>
                </a:lnTo>
                <a:lnTo>
                  <a:pt x="228" y="30"/>
                </a:lnTo>
                <a:lnTo>
                  <a:pt x="236" y="20"/>
                </a:lnTo>
                <a:lnTo>
                  <a:pt x="246" y="14"/>
                </a:lnTo>
                <a:lnTo>
                  <a:pt x="256" y="8"/>
                </a:lnTo>
                <a:lnTo>
                  <a:pt x="268" y="4"/>
                </a:lnTo>
                <a:lnTo>
                  <a:pt x="278" y="2"/>
                </a:lnTo>
                <a:lnTo>
                  <a:pt x="290" y="0"/>
                </a:lnTo>
                <a:lnTo>
                  <a:pt x="304" y="2"/>
                </a:lnTo>
                <a:lnTo>
                  <a:pt x="304" y="2"/>
                </a:lnTo>
                <a:lnTo>
                  <a:pt x="318" y="4"/>
                </a:lnTo>
                <a:lnTo>
                  <a:pt x="330" y="10"/>
                </a:lnTo>
                <a:lnTo>
                  <a:pt x="342" y="16"/>
                </a:lnTo>
                <a:lnTo>
                  <a:pt x="352" y="26"/>
                </a:lnTo>
                <a:lnTo>
                  <a:pt x="352" y="26"/>
                </a:lnTo>
                <a:lnTo>
                  <a:pt x="356" y="28"/>
                </a:lnTo>
                <a:lnTo>
                  <a:pt x="360" y="28"/>
                </a:lnTo>
                <a:lnTo>
                  <a:pt x="360" y="28"/>
                </a:lnTo>
                <a:lnTo>
                  <a:pt x="384" y="20"/>
                </a:lnTo>
                <a:lnTo>
                  <a:pt x="406" y="10"/>
                </a:lnTo>
                <a:lnTo>
                  <a:pt x="406" y="10"/>
                </a:lnTo>
                <a:lnTo>
                  <a:pt x="410" y="8"/>
                </a:lnTo>
                <a:lnTo>
                  <a:pt x="410" y="8"/>
                </a:lnTo>
                <a:lnTo>
                  <a:pt x="404" y="22"/>
                </a:lnTo>
                <a:lnTo>
                  <a:pt x="396" y="34"/>
                </a:lnTo>
                <a:lnTo>
                  <a:pt x="396" y="34"/>
                </a:lnTo>
                <a:lnTo>
                  <a:pt x="386" y="46"/>
                </a:lnTo>
                <a:lnTo>
                  <a:pt x="374" y="54"/>
                </a:lnTo>
                <a:lnTo>
                  <a:pt x="374" y="54"/>
                </a:lnTo>
                <a:lnTo>
                  <a:pt x="398" y="50"/>
                </a:lnTo>
                <a:lnTo>
                  <a:pt x="422" y="42"/>
                </a:lnTo>
                <a:lnTo>
                  <a:pt x="422" y="42"/>
                </a:lnTo>
                <a:lnTo>
                  <a:pt x="422" y="44"/>
                </a:lnTo>
                <a:lnTo>
                  <a:pt x="422" y="44"/>
                </a:lnTo>
                <a:lnTo>
                  <a:pt x="400" y="68"/>
                </a:lnTo>
                <a:lnTo>
                  <a:pt x="400" y="68"/>
                </a:lnTo>
                <a:lnTo>
                  <a:pt x="382" y="84"/>
                </a:lnTo>
                <a:lnTo>
                  <a:pt x="382" y="84"/>
                </a:lnTo>
                <a:lnTo>
                  <a:pt x="380" y="90"/>
                </a:lnTo>
                <a:lnTo>
                  <a:pt x="380" y="90"/>
                </a:lnTo>
                <a:lnTo>
                  <a:pt x="378" y="122"/>
                </a:lnTo>
                <a:lnTo>
                  <a:pt x="372" y="154"/>
                </a:lnTo>
                <a:lnTo>
                  <a:pt x="364" y="185"/>
                </a:lnTo>
                <a:lnTo>
                  <a:pt x="350" y="215"/>
                </a:lnTo>
                <a:lnTo>
                  <a:pt x="350" y="215"/>
                </a:lnTo>
                <a:lnTo>
                  <a:pt x="340" y="233"/>
                </a:lnTo>
                <a:lnTo>
                  <a:pt x="328" y="251"/>
                </a:lnTo>
                <a:lnTo>
                  <a:pt x="314" y="267"/>
                </a:lnTo>
                <a:lnTo>
                  <a:pt x="300" y="281"/>
                </a:lnTo>
                <a:lnTo>
                  <a:pt x="286" y="295"/>
                </a:lnTo>
                <a:lnTo>
                  <a:pt x="268" y="307"/>
                </a:lnTo>
                <a:lnTo>
                  <a:pt x="252" y="317"/>
                </a:lnTo>
                <a:lnTo>
                  <a:pt x="232" y="327"/>
                </a:lnTo>
                <a:lnTo>
                  <a:pt x="232" y="327"/>
                </a:lnTo>
                <a:lnTo>
                  <a:pt x="206" y="335"/>
                </a:lnTo>
                <a:lnTo>
                  <a:pt x="178" y="343"/>
                </a:lnTo>
                <a:lnTo>
                  <a:pt x="150" y="345"/>
                </a:lnTo>
                <a:lnTo>
                  <a:pt x="122" y="345"/>
                </a:lnTo>
                <a:lnTo>
                  <a:pt x="122" y="345"/>
                </a:lnTo>
                <a:lnTo>
                  <a:pt x="98" y="343"/>
                </a:lnTo>
                <a:lnTo>
                  <a:pt x="76" y="339"/>
                </a:lnTo>
                <a:lnTo>
                  <a:pt x="52" y="333"/>
                </a:lnTo>
                <a:lnTo>
                  <a:pt x="30" y="323"/>
                </a:lnTo>
                <a:lnTo>
                  <a:pt x="30" y="323"/>
                </a:lnTo>
                <a:lnTo>
                  <a:pt x="0" y="309"/>
                </a:lnTo>
                <a:lnTo>
                  <a:pt x="0" y="309"/>
                </a:lnTo>
                <a:lnTo>
                  <a:pt x="0" y="307"/>
                </a:lnTo>
                <a:lnTo>
                  <a:pt x="0" y="307"/>
                </a:lnTo>
                <a:close/>
              </a:path>
            </a:pathLst>
          </a:custGeom>
          <a:solidFill>
            <a:srgbClr val="F68B1F"/>
          </a:solidFill>
          <a:ln>
            <a:noFill/>
          </a:ln>
        </p:spPr>
        <p:txBody>
          <a:bodyPr lIns="51435" tIns="25718" rIns="51435" bIns="25718"/>
          <a:lstStyle/>
          <a:p>
            <a:pPr>
              <a:defRPr/>
            </a:pPr>
            <a:endParaRPr lang="en-IN" sz="1350"/>
          </a:p>
        </p:txBody>
      </p:sp>
      <p:grpSp>
        <p:nvGrpSpPr>
          <p:cNvPr id="8" name="Group 7"/>
          <p:cNvGrpSpPr/>
          <p:nvPr/>
        </p:nvGrpSpPr>
        <p:grpSpPr>
          <a:xfrm>
            <a:off x="6543675" y="4286250"/>
            <a:ext cx="239951" cy="322889"/>
            <a:chOff x="2652713" y="4170363"/>
            <a:chExt cx="687388" cy="693738"/>
          </a:xfrm>
          <a:solidFill>
            <a:schemeClr val="bg1"/>
          </a:solidFill>
        </p:grpSpPr>
        <p:sp>
          <p:nvSpPr>
            <p:cNvPr id="9" name="Freeform 10">
              <a:hlinkClick r:id="rId5"/>
            </p:cNvPr>
            <p:cNvSpPr/>
            <p:nvPr/>
          </p:nvSpPr>
          <p:spPr bwMode="auto">
            <a:xfrm>
              <a:off x="2652713" y="4170363"/>
              <a:ext cx="687388" cy="693738"/>
            </a:xfrm>
            <a:custGeom>
              <a:avLst/>
              <a:gdLst>
                <a:gd name="T0" fmla="*/ 0 w 433"/>
                <a:gd name="T1" fmla="*/ 233 h 437"/>
                <a:gd name="T2" fmla="*/ 0 w 433"/>
                <a:gd name="T3" fmla="*/ 205 h 437"/>
                <a:gd name="T4" fmla="*/ 0 w 433"/>
                <a:gd name="T5" fmla="*/ 201 h 437"/>
                <a:gd name="T6" fmla="*/ 4 w 433"/>
                <a:gd name="T7" fmla="*/ 168 h 437"/>
                <a:gd name="T8" fmla="*/ 16 w 433"/>
                <a:gd name="T9" fmla="*/ 136 h 437"/>
                <a:gd name="T10" fmla="*/ 28 w 433"/>
                <a:gd name="T11" fmla="*/ 110 h 437"/>
                <a:gd name="T12" fmla="*/ 60 w 433"/>
                <a:gd name="T13" fmla="*/ 66 h 437"/>
                <a:gd name="T14" fmla="*/ 80 w 433"/>
                <a:gd name="T15" fmla="*/ 48 h 437"/>
                <a:gd name="T16" fmla="*/ 130 w 433"/>
                <a:gd name="T17" fmla="*/ 18 h 437"/>
                <a:gd name="T18" fmla="*/ 188 w 433"/>
                <a:gd name="T19" fmla="*/ 2 h 437"/>
                <a:gd name="T20" fmla="*/ 204 w 433"/>
                <a:gd name="T21" fmla="*/ 0 h 437"/>
                <a:gd name="T22" fmla="*/ 230 w 433"/>
                <a:gd name="T23" fmla="*/ 0 h 437"/>
                <a:gd name="T24" fmla="*/ 232 w 433"/>
                <a:gd name="T25" fmla="*/ 2 h 437"/>
                <a:gd name="T26" fmla="*/ 266 w 433"/>
                <a:gd name="T27" fmla="*/ 6 h 437"/>
                <a:gd name="T28" fmla="*/ 292 w 433"/>
                <a:gd name="T29" fmla="*/ 14 h 437"/>
                <a:gd name="T30" fmla="*/ 338 w 433"/>
                <a:gd name="T31" fmla="*/ 38 h 437"/>
                <a:gd name="T32" fmla="*/ 360 w 433"/>
                <a:gd name="T33" fmla="*/ 56 h 437"/>
                <a:gd name="T34" fmla="*/ 400 w 433"/>
                <a:gd name="T35" fmla="*/ 102 h 437"/>
                <a:gd name="T36" fmla="*/ 411 w 433"/>
                <a:gd name="T37" fmla="*/ 122 h 437"/>
                <a:gd name="T38" fmla="*/ 427 w 433"/>
                <a:gd name="T39" fmla="*/ 166 h 437"/>
                <a:gd name="T40" fmla="*/ 431 w 433"/>
                <a:gd name="T41" fmla="*/ 189 h 437"/>
                <a:gd name="T42" fmla="*/ 433 w 433"/>
                <a:gd name="T43" fmla="*/ 205 h 437"/>
                <a:gd name="T44" fmla="*/ 433 w 433"/>
                <a:gd name="T45" fmla="*/ 233 h 437"/>
                <a:gd name="T46" fmla="*/ 431 w 433"/>
                <a:gd name="T47" fmla="*/ 249 h 437"/>
                <a:gd name="T48" fmla="*/ 423 w 433"/>
                <a:gd name="T49" fmla="*/ 285 h 437"/>
                <a:gd name="T50" fmla="*/ 409 w 433"/>
                <a:gd name="T51" fmla="*/ 317 h 437"/>
                <a:gd name="T52" fmla="*/ 396 w 433"/>
                <a:gd name="T53" fmla="*/ 341 h 437"/>
                <a:gd name="T54" fmla="*/ 362 w 433"/>
                <a:gd name="T55" fmla="*/ 379 h 437"/>
                <a:gd name="T56" fmla="*/ 342 w 433"/>
                <a:gd name="T57" fmla="*/ 395 h 437"/>
                <a:gd name="T58" fmla="*/ 296 w 433"/>
                <a:gd name="T59" fmla="*/ 421 h 437"/>
                <a:gd name="T60" fmla="*/ 246 w 433"/>
                <a:gd name="T61" fmla="*/ 435 h 437"/>
                <a:gd name="T62" fmla="*/ 230 w 433"/>
                <a:gd name="T63" fmla="*/ 437 h 437"/>
                <a:gd name="T64" fmla="*/ 204 w 433"/>
                <a:gd name="T65" fmla="*/ 437 h 437"/>
                <a:gd name="T66" fmla="*/ 188 w 433"/>
                <a:gd name="T67" fmla="*/ 435 h 437"/>
                <a:gd name="T68" fmla="*/ 170 w 433"/>
                <a:gd name="T69" fmla="*/ 431 h 437"/>
                <a:gd name="T70" fmla="*/ 134 w 433"/>
                <a:gd name="T71" fmla="*/ 421 h 437"/>
                <a:gd name="T72" fmla="*/ 118 w 433"/>
                <a:gd name="T73" fmla="*/ 413 h 437"/>
                <a:gd name="T74" fmla="*/ 74 w 433"/>
                <a:gd name="T75" fmla="*/ 383 h 437"/>
                <a:gd name="T76" fmla="*/ 40 w 433"/>
                <a:gd name="T77" fmla="*/ 345 h 437"/>
                <a:gd name="T78" fmla="*/ 26 w 433"/>
                <a:gd name="T79" fmla="*/ 323 h 437"/>
                <a:gd name="T80" fmla="*/ 6 w 433"/>
                <a:gd name="T81" fmla="*/ 273 h 437"/>
                <a:gd name="T82" fmla="*/ 2 w 433"/>
                <a:gd name="T83" fmla="*/ 247 h 437"/>
                <a:gd name="T84" fmla="*/ 0 w 433"/>
                <a:gd name="T85" fmla="*/ 233 h 4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433" h="437">
                  <a:moveTo>
                    <a:pt x="0" y="233"/>
                  </a:moveTo>
                  <a:lnTo>
                    <a:pt x="0" y="233"/>
                  </a:lnTo>
                  <a:lnTo>
                    <a:pt x="0" y="205"/>
                  </a:lnTo>
                  <a:lnTo>
                    <a:pt x="0" y="205"/>
                  </a:lnTo>
                  <a:lnTo>
                    <a:pt x="0" y="201"/>
                  </a:lnTo>
                  <a:lnTo>
                    <a:pt x="0" y="201"/>
                  </a:lnTo>
                  <a:lnTo>
                    <a:pt x="2" y="185"/>
                  </a:lnTo>
                  <a:lnTo>
                    <a:pt x="4" y="168"/>
                  </a:lnTo>
                  <a:lnTo>
                    <a:pt x="10" y="152"/>
                  </a:lnTo>
                  <a:lnTo>
                    <a:pt x="16" y="136"/>
                  </a:lnTo>
                  <a:lnTo>
                    <a:pt x="16" y="136"/>
                  </a:lnTo>
                  <a:lnTo>
                    <a:pt x="28" y="110"/>
                  </a:lnTo>
                  <a:lnTo>
                    <a:pt x="42" y="88"/>
                  </a:lnTo>
                  <a:lnTo>
                    <a:pt x="60" y="66"/>
                  </a:lnTo>
                  <a:lnTo>
                    <a:pt x="80" y="48"/>
                  </a:lnTo>
                  <a:lnTo>
                    <a:pt x="80" y="48"/>
                  </a:lnTo>
                  <a:lnTo>
                    <a:pt x="104" y="32"/>
                  </a:lnTo>
                  <a:lnTo>
                    <a:pt x="130" y="18"/>
                  </a:lnTo>
                  <a:lnTo>
                    <a:pt x="158" y="8"/>
                  </a:lnTo>
                  <a:lnTo>
                    <a:pt x="188" y="2"/>
                  </a:lnTo>
                  <a:lnTo>
                    <a:pt x="188" y="2"/>
                  </a:lnTo>
                  <a:lnTo>
                    <a:pt x="204" y="0"/>
                  </a:lnTo>
                  <a:lnTo>
                    <a:pt x="204" y="0"/>
                  </a:lnTo>
                  <a:lnTo>
                    <a:pt x="230" y="0"/>
                  </a:lnTo>
                  <a:lnTo>
                    <a:pt x="230" y="0"/>
                  </a:lnTo>
                  <a:lnTo>
                    <a:pt x="232" y="2"/>
                  </a:lnTo>
                  <a:lnTo>
                    <a:pt x="232" y="2"/>
                  </a:lnTo>
                  <a:lnTo>
                    <a:pt x="266" y="6"/>
                  </a:lnTo>
                  <a:lnTo>
                    <a:pt x="266" y="6"/>
                  </a:lnTo>
                  <a:lnTo>
                    <a:pt x="292" y="14"/>
                  </a:lnTo>
                  <a:lnTo>
                    <a:pt x="316" y="24"/>
                  </a:lnTo>
                  <a:lnTo>
                    <a:pt x="338" y="38"/>
                  </a:lnTo>
                  <a:lnTo>
                    <a:pt x="360" y="56"/>
                  </a:lnTo>
                  <a:lnTo>
                    <a:pt x="360" y="56"/>
                  </a:lnTo>
                  <a:lnTo>
                    <a:pt x="382" y="78"/>
                  </a:lnTo>
                  <a:lnTo>
                    <a:pt x="400" y="102"/>
                  </a:lnTo>
                  <a:lnTo>
                    <a:pt x="400" y="102"/>
                  </a:lnTo>
                  <a:lnTo>
                    <a:pt x="411" y="122"/>
                  </a:lnTo>
                  <a:lnTo>
                    <a:pt x="419" y="144"/>
                  </a:lnTo>
                  <a:lnTo>
                    <a:pt x="427" y="166"/>
                  </a:lnTo>
                  <a:lnTo>
                    <a:pt x="431" y="189"/>
                  </a:lnTo>
                  <a:lnTo>
                    <a:pt x="431" y="189"/>
                  </a:lnTo>
                  <a:lnTo>
                    <a:pt x="433" y="205"/>
                  </a:lnTo>
                  <a:lnTo>
                    <a:pt x="433" y="205"/>
                  </a:lnTo>
                  <a:lnTo>
                    <a:pt x="433" y="233"/>
                  </a:lnTo>
                  <a:lnTo>
                    <a:pt x="433" y="233"/>
                  </a:lnTo>
                  <a:lnTo>
                    <a:pt x="431" y="249"/>
                  </a:lnTo>
                  <a:lnTo>
                    <a:pt x="431" y="249"/>
                  </a:lnTo>
                  <a:lnTo>
                    <a:pt x="427" y="267"/>
                  </a:lnTo>
                  <a:lnTo>
                    <a:pt x="423" y="285"/>
                  </a:lnTo>
                  <a:lnTo>
                    <a:pt x="417" y="301"/>
                  </a:lnTo>
                  <a:lnTo>
                    <a:pt x="409" y="317"/>
                  </a:lnTo>
                  <a:lnTo>
                    <a:pt x="409" y="317"/>
                  </a:lnTo>
                  <a:lnTo>
                    <a:pt x="396" y="341"/>
                  </a:lnTo>
                  <a:lnTo>
                    <a:pt x="380" y="361"/>
                  </a:lnTo>
                  <a:lnTo>
                    <a:pt x="362" y="379"/>
                  </a:lnTo>
                  <a:lnTo>
                    <a:pt x="342" y="395"/>
                  </a:lnTo>
                  <a:lnTo>
                    <a:pt x="342" y="395"/>
                  </a:lnTo>
                  <a:lnTo>
                    <a:pt x="320" y="409"/>
                  </a:lnTo>
                  <a:lnTo>
                    <a:pt x="296" y="421"/>
                  </a:lnTo>
                  <a:lnTo>
                    <a:pt x="272" y="429"/>
                  </a:lnTo>
                  <a:lnTo>
                    <a:pt x="246" y="435"/>
                  </a:lnTo>
                  <a:lnTo>
                    <a:pt x="246" y="435"/>
                  </a:lnTo>
                  <a:lnTo>
                    <a:pt x="230" y="437"/>
                  </a:lnTo>
                  <a:lnTo>
                    <a:pt x="230" y="437"/>
                  </a:lnTo>
                  <a:lnTo>
                    <a:pt x="204" y="437"/>
                  </a:lnTo>
                  <a:lnTo>
                    <a:pt x="204" y="437"/>
                  </a:lnTo>
                  <a:lnTo>
                    <a:pt x="188" y="435"/>
                  </a:lnTo>
                  <a:lnTo>
                    <a:pt x="188" y="435"/>
                  </a:lnTo>
                  <a:lnTo>
                    <a:pt x="170" y="431"/>
                  </a:lnTo>
                  <a:lnTo>
                    <a:pt x="152" y="427"/>
                  </a:lnTo>
                  <a:lnTo>
                    <a:pt x="134" y="421"/>
                  </a:lnTo>
                  <a:lnTo>
                    <a:pt x="118" y="413"/>
                  </a:lnTo>
                  <a:lnTo>
                    <a:pt x="118" y="413"/>
                  </a:lnTo>
                  <a:lnTo>
                    <a:pt x="96" y="399"/>
                  </a:lnTo>
                  <a:lnTo>
                    <a:pt x="74" y="383"/>
                  </a:lnTo>
                  <a:lnTo>
                    <a:pt x="56" y="365"/>
                  </a:lnTo>
                  <a:lnTo>
                    <a:pt x="40" y="345"/>
                  </a:lnTo>
                  <a:lnTo>
                    <a:pt x="40" y="345"/>
                  </a:lnTo>
                  <a:lnTo>
                    <a:pt x="26" y="323"/>
                  </a:lnTo>
                  <a:lnTo>
                    <a:pt x="14" y="299"/>
                  </a:lnTo>
                  <a:lnTo>
                    <a:pt x="6" y="273"/>
                  </a:lnTo>
                  <a:lnTo>
                    <a:pt x="2" y="247"/>
                  </a:lnTo>
                  <a:lnTo>
                    <a:pt x="2" y="247"/>
                  </a:lnTo>
                  <a:lnTo>
                    <a:pt x="0" y="233"/>
                  </a:lnTo>
                  <a:lnTo>
                    <a:pt x="0" y="233"/>
                  </a:lnTo>
                  <a:close/>
                </a:path>
              </a:pathLst>
            </a:custGeom>
            <a:solidFill>
              <a:srgbClr val="F68B1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en-IN" sz="1350" dirty="0"/>
            </a:p>
          </p:txBody>
        </p:sp>
        <p:sp>
          <p:nvSpPr>
            <p:cNvPr id="10" name="Freeform 12"/>
            <p:cNvSpPr/>
            <p:nvPr/>
          </p:nvSpPr>
          <p:spPr bwMode="auto">
            <a:xfrm>
              <a:off x="2922588" y="4389438"/>
              <a:ext cx="190500" cy="252413"/>
            </a:xfrm>
            <a:custGeom>
              <a:avLst/>
              <a:gdLst>
                <a:gd name="T0" fmla="*/ 0 w 120"/>
                <a:gd name="T1" fmla="*/ 159 h 159"/>
                <a:gd name="T2" fmla="*/ 0 w 120"/>
                <a:gd name="T3" fmla="*/ 159 h 159"/>
                <a:gd name="T4" fmla="*/ 0 w 120"/>
                <a:gd name="T5" fmla="*/ 0 h 159"/>
                <a:gd name="T6" fmla="*/ 0 w 120"/>
                <a:gd name="T7" fmla="*/ 0 h 159"/>
                <a:gd name="T8" fmla="*/ 120 w 120"/>
                <a:gd name="T9" fmla="*/ 81 h 159"/>
                <a:gd name="T10" fmla="*/ 120 w 120"/>
                <a:gd name="T11" fmla="*/ 81 h 159"/>
                <a:gd name="T12" fmla="*/ 0 w 120"/>
                <a:gd name="T13" fmla="*/ 159 h 159"/>
                <a:gd name="T14" fmla="*/ 0 w 120"/>
                <a:gd name="T15" fmla="*/ 159 h 1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0" h="159">
                  <a:moveTo>
                    <a:pt x="0" y="159"/>
                  </a:moveTo>
                  <a:lnTo>
                    <a:pt x="0" y="159"/>
                  </a:lnTo>
                  <a:lnTo>
                    <a:pt x="0" y="0"/>
                  </a:lnTo>
                  <a:lnTo>
                    <a:pt x="0" y="0"/>
                  </a:lnTo>
                  <a:lnTo>
                    <a:pt x="120" y="81"/>
                  </a:lnTo>
                  <a:lnTo>
                    <a:pt x="120" y="81"/>
                  </a:lnTo>
                  <a:lnTo>
                    <a:pt x="0" y="159"/>
                  </a:lnTo>
                  <a:lnTo>
                    <a:pt x="0" y="15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en-IN" sz="1350"/>
            </a:p>
          </p:txBody>
        </p:sp>
      </p:grpSp>
      <p:sp>
        <p:nvSpPr>
          <p:cNvPr id="11" name="Freeform 13"/>
          <p:cNvSpPr/>
          <p:nvPr/>
        </p:nvSpPr>
        <p:spPr bwMode="auto">
          <a:xfrm>
            <a:off x="5581650" y="4354513"/>
            <a:ext cx="160338" cy="217487"/>
          </a:xfrm>
          <a:custGeom>
            <a:avLst/>
            <a:gdLst>
              <a:gd name="T0" fmla="*/ 0 w 278"/>
              <a:gd name="T1" fmla="*/ 281 h 281"/>
              <a:gd name="T2" fmla="*/ 0 w 278"/>
              <a:gd name="T3" fmla="*/ 8 h 281"/>
              <a:gd name="T4" fmla="*/ 4 w 278"/>
              <a:gd name="T5" fmla="*/ 6 h 281"/>
              <a:gd name="T6" fmla="*/ 88 w 278"/>
              <a:gd name="T7" fmla="*/ 6 h 281"/>
              <a:gd name="T8" fmla="*/ 92 w 278"/>
              <a:gd name="T9" fmla="*/ 12 h 281"/>
              <a:gd name="T10" fmla="*/ 92 w 278"/>
              <a:gd name="T11" fmla="*/ 46 h 281"/>
              <a:gd name="T12" fmla="*/ 100 w 278"/>
              <a:gd name="T13" fmla="*/ 34 h 281"/>
              <a:gd name="T14" fmla="*/ 112 w 278"/>
              <a:gd name="T15" fmla="*/ 20 h 281"/>
              <a:gd name="T16" fmla="*/ 142 w 278"/>
              <a:gd name="T17" fmla="*/ 4 h 281"/>
              <a:gd name="T18" fmla="*/ 160 w 278"/>
              <a:gd name="T19" fmla="*/ 2 h 281"/>
              <a:gd name="T20" fmla="*/ 192 w 278"/>
              <a:gd name="T21" fmla="*/ 2 h 281"/>
              <a:gd name="T22" fmla="*/ 222 w 278"/>
              <a:gd name="T23" fmla="*/ 12 h 281"/>
              <a:gd name="T24" fmla="*/ 234 w 278"/>
              <a:gd name="T25" fmla="*/ 18 h 281"/>
              <a:gd name="T26" fmla="*/ 254 w 278"/>
              <a:gd name="T27" fmla="*/ 38 h 281"/>
              <a:gd name="T28" fmla="*/ 262 w 278"/>
              <a:gd name="T29" fmla="*/ 50 h 281"/>
              <a:gd name="T30" fmla="*/ 274 w 278"/>
              <a:gd name="T31" fmla="*/ 84 h 281"/>
              <a:gd name="T32" fmla="*/ 278 w 278"/>
              <a:gd name="T33" fmla="*/ 123 h 281"/>
              <a:gd name="T34" fmla="*/ 278 w 278"/>
              <a:gd name="T35" fmla="*/ 279 h 281"/>
              <a:gd name="T36" fmla="*/ 278 w 278"/>
              <a:gd name="T37" fmla="*/ 281 h 281"/>
              <a:gd name="T38" fmla="*/ 186 w 278"/>
              <a:gd name="T39" fmla="*/ 281 h 281"/>
              <a:gd name="T40" fmla="*/ 186 w 278"/>
              <a:gd name="T41" fmla="*/ 277 h 281"/>
              <a:gd name="T42" fmla="*/ 186 w 278"/>
              <a:gd name="T43" fmla="*/ 137 h 281"/>
              <a:gd name="T44" fmla="*/ 186 w 278"/>
              <a:gd name="T45" fmla="*/ 119 h 281"/>
              <a:gd name="T46" fmla="*/ 182 w 278"/>
              <a:gd name="T47" fmla="*/ 101 h 281"/>
              <a:gd name="T48" fmla="*/ 164 w 278"/>
              <a:gd name="T49" fmla="*/ 78 h 281"/>
              <a:gd name="T50" fmla="*/ 138 w 278"/>
              <a:gd name="T51" fmla="*/ 72 h 281"/>
              <a:gd name="T52" fmla="*/ 122 w 278"/>
              <a:gd name="T53" fmla="*/ 76 h 281"/>
              <a:gd name="T54" fmla="*/ 100 w 278"/>
              <a:gd name="T55" fmla="*/ 94 h 281"/>
              <a:gd name="T56" fmla="*/ 94 w 278"/>
              <a:gd name="T57" fmla="*/ 109 h 281"/>
              <a:gd name="T58" fmla="*/ 92 w 278"/>
              <a:gd name="T59" fmla="*/ 131 h 281"/>
              <a:gd name="T60" fmla="*/ 92 w 278"/>
              <a:gd name="T61" fmla="*/ 277 h 281"/>
              <a:gd name="T62" fmla="*/ 90 w 278"/>
              <a:gd name="T63" fmla="*/ 281 h 281"/>
              <a:gd name="T64" fmla="*/ 88 w 278"/>
              <a:gd name="T65" fmla="*/ 281 h 281"/>
              <a:gd name="T66" fmla="*/ 6 w 278"/>
              <a:gd name="T67" fmla="*/ 281 h 281"/>
              <a:gd name="T68" fmla="*/ 0 w 278"/>
              <a:gd name="T69" fmla="*/ 281 h 2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278" h="281">
                <a:moveTo>
                  <a:pt x="0" y="281"/>
                </a:moveTo>
                <a:lnTo>
                  <a:pt x="0" y="281"/>
                </a:lnTo>
                <a:lnTo>
                  <a:pt x="0" y="8"/>
                </a:lnTo>
                <a:lnTo>
                  <a:pt x="0" y="8"/>
                </a:lnTo>
                <a:lnTo>
                  <a:pt x="4" y="6"/>
                </a:lnTo>
                <a:lnTo>
                  <a:pt x="4" y="6"/>
                </a:lnTo>
                <a:lnTo>
                  <a:pt x="88" y="6"/>
                </a:lnTo>
                <a:lnTo>
                  <a:pt x="88" y="6"/>
                </a:lnTo>
                <a:lnTo>
                  <a:pt x="90" y="8"/>
                </a:lnTo>
                <a:lnTo>
                  <a:pt x="92" y="12"/>
                </a:lnTo>
                <a:lnTo>
                  <a:pt x="92" y="12"/>
                </a:lnTo>
                <a:lnTo>
                  <a:pt x="92" y="46"/>
                </a:lnTo>
                <a:lnTo>
                  <a:pt x="92" y="46"/>
                </a:lnTo>
                <a:lnTo>
                  <a:pt x="100" y="34"/>
                </a:lnTo>
                <a:lnTo>
                  <a:pt x="100" y="34"/>
                </a:lnTo>
                <a:lnTo>
                  <a:pt x="112" y="20"/>
                </a:lnTo>
                <a:lnTo>
                  <a:pt x="126" y="12"/>
                </a:lnTo>
                <a:lnTo>
                  <a:pt x="142" y="4"/>
                </a:lnTo>
                <a:lnTo>
                  <a:pt x="160" y="2"/>
                </a:lnTo>
                <a:lnTo>
                  <a:pt x="160" y="2"/>
                </a:lnTo>
                <a:lnTo>
                  <a:pt x="176" y="0"/>
                </a:lnTo>
                <a:lnTo>
                  <a:pt x="192" y="2"/>
                </a:lnTo>
                <a:lnTo>
                  <a:pt x="206" y="6"/>
                </a:lnTo>
                <a:lnTo>
                  <a:pt x="222" y="12"/>
                </a:lnTo>
                <a:lnTo>
                  <a:pt x="222" y="12"/>
                </a:lnTo>
                <a:lnTo>
                  <a:pt x="234" y="18"/>
                </a:lnTo>
                <a:lnTo>
                  <a:pt x="244" y="28"/>
                </a:lnTo>
                <a:lnTo>
                  <a:pt x="254" y="38"/>
                </a:lnTo>
                <a:lnTo>
                  <a:pt x="262" y="50"/>
                </a:lnTo>
                <a:lnTo>
                  <a:pt x="262" y="50"/>
                </a:lnTo>
                <a:lnTo>
                  <a:pt x="270" y="66"/>
                </a:lnTo>
                <a:lnTo>
                  <a:pt x="274" y="84"/>
                </a:lnTo>
                <a:lnTo>
                  <a:pt x="276" y="105"/>
                </a:lnTo>
                <a:lnTo>
                  <a:pt x="278" y="123"/>
                </a:lnTo>
                <a:lnTo>
                  <a:pt x="278" y="123"/>
                </a:lnTo>
                <a:lnTo>
                  <a:pt x="278" y="279"/>
                </a:lnTo>
                <a:lnTo>
                  <a:pt x="278" y="279"/>
                </a:lnTo>
                <a:lnTo>
                  <a:pt x="278" y="281"/>
                </a:lnTo>
                <a:lnTo>
                  <a:pt x="278" y="281"/>
                </a:lnTo>
                <a:lnTo>
                  <a:pt x="186" y="281"/>
                </a:lnTo>
                <a:lnTo>
                  <a:pt x="186" y="281"/>
                </a:lnTo>
                <a:lnTo>
                  <a:pt x="186" y="277"/>
                </a:lnTo>
                <a:lnTo>
                  <a:pt x="186" y="277"/>
                </a:lnTo>
                <a:lnTo>
                  <a:pt x="186" y="137"/>
                </a:lnTo>
                <a:lnTo>
                  <a:pt x="186" y="137"/>
                </a:lnTo>
                <a:lnTo>
                  <a:pt x="186" y="119"/>
                </a:lnTo>
                <a:lnTo>
                  <a:pt x="182" y="101"/>
                </a:lnTo>
                <a:lnTo>
                  <a:pt x="182" y="101"/>
                </a:lnTo>
                <a:lnTo>
                  <a:pt x="174" y="88"/>
                </a:lnTo>
                <a:lnTo>
                  <a:pt x="164" y="78"/>
                </a:lnTo>
                <a:lnTo>
                  <a:pt x="152" y="74"/>
                </a:lnTo>
                <a:lnTo>
                  <a:pt x="138" y="72"/>
                </a:lnTo>
                <a:lnTo>
                  <a:pt x="138" y="72"/>
                </a:lnTo>
                <a:lnTo>
                  <a:pt x="122" y="76"/>
                </a:lnTo>
                <a:lnTo>
                  <a:pt x="110" y="84"/>
                </a:lnTo>
                <a:lnTo>
                  <a:pt x="100" y="94"/>
                </a:lnTo>
                <a:lnTo>
                  <a:pt x="94" y="109"/>
                </a:lnTo>
                <a:lnTo>
                  <a:pt x="94" y="109"/>
                </a:lnTo>
                <a:lnTo>
                  <a:pt x="92" y="119"/>
                </a:lnTo>
                <a:lnTo>
                  <a:pt x="92" y="131"/>
                </a:lnTo>
                <a:lnTo>
                  <a:pt x="92" y="131"/>
                </a:lnTo>
                <a:lnTo>
                  <a:pt x="92" y="277"/>
                </a:lnTo>
                <a:lnTo>
                  <a:pt x="92" y="277"/>
                </a:lnTo>
                <a:lnTo>
                  <a:pt x="90" y="281"/>
                </a:lnTo>
                <a:lnTo>
                  <a:pt x="88" y="281"/>
                </a:lnTo>
                <a:lnTo>
                  <a:pt x="88" y="281"/>
                </a:lnTo>
                <a:lnTo>
                  <a:pt x="6" y="281"/>
                </a:lnTo>
                <a:lnTo>
                  <a:pt x="6" y="281"/>
                </a:lnTo>
                <a:lnTo>
                  <a:pt x="0" y="281"/>
                </a:lnTo>
                <a:lnTo>
                  <a:pt x="0" y="281"/>
                </a:lnTo>
                <a:close/>
              </a:path>
            </a:pathLst>
          </a:custGeom>
          <a:solidFill>
            <a:srgbClr val="F68B1F"/>
          </a:solidFill>
          <a:ln>
            <a:noFill/>
          </a:ln>
        </p:spPr>
        <p:txBody>
          <a:bodyPr lIns="51435" tIns="25718" rIns="51435" bIns="25718"/>
          <a:lstStyle/>
          <a:p>
            <a:pPr>
              <a:defRPr/>
            </a:pPr>
            <a:endParaRPr lang="en-IN" sz="1350"/>
          </a:p>
        </p:txBody>
      </p:sp>
      <p:sp>
        <p:nvSpPr>
          <p:cNvPr id="12" name="Freeform 10"/>
          <p:cNvSpPr/>
          <p:nvPr/>
        </p:nvSpPr>
        <p:spPr bwMode="auto">
          <a:xfrm>
            <a:off x="5500688" y="4359275"/>
            <a:ext cx="52387" cy="212725"/>
          </a:xfrm>
          <a:custGeom>
            <a:avLst/>
            <a:gdLst>
              <a:gd name="T0" fmla="*/ 89 w 89"/>
              <a:gd name="T1" fmla="*/ 275 h 275"/>
              <a:gd name="T2" fmla="*/ 89 w 89"/>
              <a:gd name="T3" fmla="*/ 275 h 275"/>
              <a:gd name="T4" fmla="*/ 85 w 89"/>
              <a:gd name="T5" fmla="*/ 275 h 275"/>
              <a:gd name="T6" fmla="*/ 85 w 89"/>
              <a:gd name="T7" fmla="*/ 275 h 275"/>
              <a:gd name="T8" fmla="*/ 4 w 89"/>
              <a:gd name="T9" fmla="*/ 275 h 275"/>
              <a:gd name="T10" fmla="*/ 4 w 89"/>
              <a:gd name="T11" fmla="*/ 275 h 275"/>
              <a:gd name="T12" fmla="*/ 0 w 89"/>
              <a:gd name="T13" fmla="*/ 275 h 275"/>
              <a:gd name="T14" fmla="*/ 0 w 89"/>
              <a:gd name="T15" fmla="*/ 271 h 275"/>
              <a:gd name="T16" fmla="*/ 0 w 89"/>
              <a:gd name="T17" fmla="*/ 271 h 275"/>
              <a:gd name="T18" fmla="*/ 0 w 89"/>
              <a:gd name="T19" fmla="*/ 4 h 275"/>
              <a:gd name="T20" fmla="*/ 0 w 89"/>
              <a:gd name="T21" fmla="*/ 4 h 275"/>
              <a:gd name="T22" fmla="*/ 0 w 89"/>
              <a:gd name="T23" fmla="*/ 2 h 275"/>
              <a:gd name="T24" fmla="*/ 4 w 89"/>
              <a:gd name="T25" fmla="*/ 0 h 275"/>
              <a:gd name="T26" fmla="*/ 4 w 89"/>
              <a:gd name="T27" fmla="*/ 0 h 275"/>
              <a:gd name="T28" fmla="*/ 85 w 89"/>
              <a:gd name="T29" fmla="*/ 0 h 275"/>
              <a:gd name="T30" fmla="*/ 85 w 89"/>
              <a:gd name="T31" fmla="*/ 0 h 275"/>
              <a:gd name="T32" fmla="*/ 89 w 89"/>
              <a:gd name="T33" fmla="*/ 2 h 275"/>
              <a:gd name="T34" fmla="*/ 89 w 89"/>
              <a:gd name="T35" fmla="*/ 2 h 275"/>
              <a:gd name="T36" fmla="*/ 89 w 89"/>
              <a:gd name="T37" fmla="*/ 275 h 275"/>
              <a:gd name="T38" fmla="*/ 89 w 89"/>
              <a:gd name="T39" fmla="*/ 275 h 27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</a:cxnLst>
            <a:rect l="0" t="0" r="r" b="b"/>
            <a:pathLst>
              <a:path w="89" h="275">
                <a:moveTo>
                  <a:pt x="89" y="275"/>
                </a:moveTo>
                <a:lnTo>
                  <a:pt x="89" y="275"/>
                </a:lnTo>
                <a:lnTo>
                  <a:pt x="85" y="275"/>
                </a:lnTo>
                <a:lnTo>
                  <a:pt x="85" y="275"/>
                </a:lnTo>
                <a:lnTo>
                  <a:pt x="4" y="275"/>
                </a:lnTo>
                <a:lnTo>
                  <a:pt x="4" y="275"/>
                </a:lnTo>
                <a:lnTo>
                  <a:pt x="0" y="275"/>
                </a:lnTo>
                <a:lnTo>
                  <a:pt x="0" y="271"/>
                </a:lnTo>
                <a:lnTo>
                  <a:pt x="0" y="271"/>
                </a:lnTo>
                <a:lnTo>
                  <a:pt x="0" y="4"/>
                </a:lnTo>
                <a:lnTo>
                  <a:pt x="0" y="4"/>
                </a:lnTo>
                <a:lnTo>
                  <a:pt x="0" y="2"/>
                </a:lnTo>
                <a:lnTo>
                  <a:pt x="4" y="0"/>
                </a:lnTo>
                <a:lnTo>
                  <a:pt x="4" y="0"/>
                </a:lnTo>
                <a:lnTo>
                  <a:pt x="85" y="0"/>
                </a:lnTo>
                <a:lnTo>
                  <a:pt x="85" y="0"/>
                </a:lnTo>
                <a:lnTo>
                  <a:pt x="89" y="2"/>
                </a:lnTo>
                <a:lnTo>
                  <a:pt x="89" y="2"/>
                </a:lnTo>
                <a:lnTo>
                  <a:pt x="89" y="275"/>
                </a:lnTo>
                <a:lnTo>
                  <a:pt x="89" y="275"/>
                </a:lnTo>
                <a:close/>
              </a:path>
            </a:pathLst>
          </a:custGeom>
          <a:solidFill>
            <a:srgbClr val="F68B1F"/>
          </a:solidFill>
          <a:ln>
            <a:noFill/>
          </a:ln>
        </p:spPr>
        <p:txBody>
          <a:bodyPr lIns="51435" tIns="25718" rIns="51435" bIns="25718"/>
          <a:lstStyle/>
          <a:p>
            <a:pPr>
              <a:defRPr/>
            </a:pPr>
            <a:endParaRPr lang="en-IN" sz="1350"/>
          </a:p>
        </p:txBody>
      </p:sp>
      <p:sp>
        <p:nvSpPr>
          <p:cNvPr id="13" name="Freeform 11"/>
          <p:cNvSpPr/>
          <p:nvPr/>
        </p:nvSpPr>
        <p:spPr bwMode="auto">
          <a:xfrm>
            <a:off x="5497513" y="4257675"/>
            <a:ext cx="58737" cy="73025"/>
          </a:xfrm>
          <a:custGeom>
            <a:avLst/>
            <a:gdLst>
              <a:gd name="T0" fmla="*/ 49 w 101"/>
              <a:gd name="T1" fmla="*/ 94 h 94"/>
              <a:gd name="T2" fmla="*/ 49 w 101"/>
              <a:gd name="T3" fmla="*/ 94 h 94"/>
              <a:gd name="T4" fmla="*/ 38 w 101"/>
              <a:gd name="T5" fmla="*/ 92 h 94"/>
              <a:gd name="T6" fmla="*/ 26 w 101"/>
              <a:gd name="T7" fmla="*/ 88 h 94"/>
              <a:gd name="T8" fmla="*/ 16 w 101"/>
              <a:gd name="T9" fmla="*/ 82 h 94"/>
              <a:gd name="T10" fmla="*/ 8 w 101"/>
              <a:gd name="T11" fmla="*/ 72 h 94"/>
              <a:gd name="T12" fmla="*/ 8 w 101"/>
              <a:gd name="T13" fmla="*/ 72 h 94"/>
              <a:gd name="T14" fmla="*/ 4 w 101"/>
              <a:gd name="T15" fmla="*/ 62 h 94"/>
              <a:gd name="T16" fmla="*/ 0 w 101"/>
              <a:gd name="T17" fmla="*/ 52 h 94"/>
              <a:gd name="T18" fmla="*/ 0 w 101"/>
              <a:gd name="T19" fmla="*/ 42 h 94"/>
              <a:gd name="T20" fmla="*/ 2 w 101"/>
              <a:gd name="T21" fmla="*/ 32 h 94"/>
              <a:gd name="T22" fmla="*/ 6 w 101"/>
              <a:gd name="T23" fmla="*/ 22 h 94"/>
              <a:gd name="T24" fmla="*/ 14 w 101"/>
              <a:gd name="T25" fmla="*/ 14 h 94"/>
              <a:gd name="T26" fmla="*/ 22 w 101"/>
              <a:gd name="T27" fmla="*/ 6 h 94"/>
              <a:gd name="T28" fmla="*/ 34 w 101"/>
              <a:gd name="T29" fmla="*/ 2 h 94"/>
              <a:gd name="T30" fmla="*/ 34 w 101"/>
              <a:gd name="T31" fmla="*/ 2 h 94"/>
              <a:gd name="T32" fmla="*/ 45 w 101"/>
              <a:gd name="T33" fmla="*/ 0 h 94"/>
              <a:gd name="T34" fmla="*/ 59 w 101"/>
              <a:gd name="T35" fmla="*/ 0 h 94"/>
              <a:gd name="T36" fmla="*/ 71 w 101"/>
              <a:gd name="T37" fmla="*/ 2 h 94"/>
              <a:gd name="T38" fmla="*/ 83 w 101"/>
              <a:gd name="T39" fmla="*/ 8 h 94"/>
              <a:gd name="T40" fmla="*/ 83 w 101"/>
              <a:gd name="T41" fmla="*/ 8 h 94"/>
              <a:gd name="T42" fmla="*/ 91 w 101"/>
              <a:gd name="T43" fmla="*/ 18 h 94"/>
              <a:gd name="T44" fmla="*/ 99 w 101"/>
              <a:gd name="T45" fmla="*/ 28 h 94"/>
              <a:gd name="T46" fmla="*/ 101 w 101"/>
              <a:gd name="T47" fmla="*/ 40 h 94"/>
              <a:gd name="T48" fmla="*/ 101 w 101"/>
              <a:gd name="T49" fmla="*/ 54 h 94"/>
              <a:gd name="T50" fmla="*/ 101 w 101"/>
              <a:gd name="T51" fmla="*/ 54 h 94"/>
              <a:gd name="T52" fmla="*/ 97 w 101"/>
              <a:gd name="T53" fmla="*/ 66 h 94"/>
              <a:gd name="T54" fmla="*/ 91 w 101"/>
              <a:gd name="T55" fmla="*/ 76 h 94"/>
              <a:gd name="T56" fmla="*/ 83 w 101"/>
              <a:gd name="T57" fmla="*/ 84 h 94"/>
              <a:gd name="T58" fmla="*/ 71 w 101"/>
              <a:gd name="T59" fmla="*/ 90 h 94"/>
              <a:gd name="T60" fmla="*/ 71 w 101"/>
              <a:gd name="T61" fmla="*/ 90 h 94"/>
              <a:gd name="T62" fmla="*/ 61 w 101"/>
              <a:gd name="T63" fmla="*/ 92 h 94"/>
              <a:gd name="T64" fmla="*/ 51 w 101"/>
              <a:gd name="T65" fmla="*/ 94 h 94"/>
              <a:gd name="T66" fmla="*/ 51 w 101"/>
              <a:gd name="T67" fmla="*/ 94 h 94"/>
              <a:gd name="T68" fmla="*/ 49 w 101"/>
              <a:gd name="T69" fmla="*/ 94 h 94"/>
              <a:gd name="T70" fmla="*/ 49 w 101"/>
              <a:gd name="T71" fmla="*/ 94 h 9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</a:cxnLst>
            <a:rect l="0" t="0" r="r" b="b"/>
            <a:pathLst>
              <a:path w="101" h="94">
                <a:moveTo>
                  <a:pt x="49" y="94"/>
                </a:moveTo>
                <a:lnTo>
                  <a:pt x="49" y="94"/>
                </a:lnTo>
                <a:lnTo>
                  <a:pt x="38" y="92"/>
                </a:lnTo>
                <a:lnTo>
                  <a:pt x="26" y="88"/>
                </a:lnTo>
                <a:lnTo>
                  <a:pt x="16" y="82"/>
                </a:lnTo>
                <a:lnTo>
                  <a:pt x="8" y="72"/>
                </a:lnTo>
                <a:lnTo>
                  <a:pt x="8" y="72"/>
                </a:lnTo>
                <a:lnTo>
                  <a:pt x="4" y="62"/>
                </a:lnTo>
                <a:lnTo>
                  <a:pt x="0" y="52"/>
                </a:lnTo>
                <a:lnTo>
                  <a:pt x="0" y="42"/>
                </a:lnTo>
                <a:lnTo>
                  <a:pt x="2" y="32"/>
                </a:lnTo>
                <a:lnTo>
                  <a:pt x="6" y="22"/>
                </a:lnTo>
                <a:lnTo>
                  <a:pt x="14" y="14"/>
                </a:lnTo>
                <a:lnTo>
                  <a:pt x="22" y="6"/>
                </a:lnTo>
                <a:lnTo>
                  <a:pt x="34" y="2"/>
                </a:lnTo>
                <a:lnTo>
                  <a:pt x="34" y="2"/>
                </a:lnTo>
                <a:lnTo>
                  <a:pt x="45" y="0"/>
                </a:lnTo>
                <a:lnTo>
                  <a:pt x="59" y="0"/>
                </a:lnTo>
                <a:lnTo>
                  <a:pt x="71" y="2"/>
                </a:lnTo>
                <a:lnTo>
                  <a:pt x="83" y="8"/>
                </a:lnTo>
                <a:lnTo>
                  <a:pt x="83" y="8"/>
                </a:lnTo>
                <a:lnTo>
                  <a:pt x="91" y="18"/>
                </a:lnTo>
                <a:lnTo>
                  <a:pt x="99" y="28"/>
                </a:lnTo>
                <a:lnTo>
                  <a:pt x="101" y="40"/>
                </a:lnTo>
                <a:lnTo>
                  <a:pt x="101" y="54"/>
                </a:lnTo>
                <a:lnTo>
                  <a:pt x="101" y="54"/>
                </a:lnTo>
                <a:lnTo>
                  <a:pt x="97" y="66"/>
                </a:lnTo>
                <a:lnTo>
                  <a:pt x="91" y="76"/>
                </a:lnTo>
                <a:lnTo>
                  <a:pt x="83" y="84"/>
                </a:lnTo>
                <a:lnTo>
                  <a:pt x="71" y="90"/>
                </a:lnTo>
                <a:lnTo>
                  <a:pt x="71" y="90"/>
                </a:lnTo>
                <a:lnTo>
                  <a:pt x="61" y="92"/>
                </a:lnTo>
                <a:lnTo>
                  <a:pt x="51" y="94"/>
                </a:lnTo>
                <a:lnTo>
                  <a:pt x="51" y="94"/>
                </a:lnTo>
                <a:lnTo>
                  <a:pt x="49" y="94"/>
                </a:lnTo>
                <a:lnTo>
                  <a:pt x="49" y="94"/>
                </a:lnTo>
                <a:close/>
              </a:path>
            </a:pathLst>
          </a:custGeom>
          <a:solidFill>
            <a:srgbClr val="F68B1F"/>
          </a:solidFill>
          <a:ln>
            <a:noFill/>
          </a:ln>
        </p:spPr>
        <p:txBody>
          <a:bodyPr lIns="51435" tIns="25718" rIns="51435" bIns="25718"/>
          <a:lstStyle/>
          <a:p>
            <a:pPr>
              <a:defRPr/>
            </a:pPr>
            <a:endParaRPr lang="en-IN" sz="1350"/>
          </a:p>
        </p:txBody>
      </p:sp>
      <p:sp>
        <p:nvSpPr>
          <p:cNvPr id="14" name="Freeform 12">
            <a:hlinkClick r:id="rId6"/>
          </p:cNvPr>
          <p:cNvSpPr/>
          <p:nvPr/>
        </p:nvSpPr>
        <p:spPr bwMode="auto">
          <a:xfrm>
            <a:off x="5903913" y="4271963"/>
            <a:ext cx="114300" cy="330200"/>
          </a:xfrm>
          <a:custGeom>
            <a:avLst/>
            <a:gdLst>
              <a:gd name="T0" fmla="*/ 92 w 140"/>
              <a:gd name="T1" fmla="*/ 152 h 305"/>
              <a:gd name="T2" fmla="*/ 92 w 140"/>
              <a:gd name="T3" fmla="*/ 152 h 305"/>
              <a:gd name="T4" fmla="*/ 92 w 140"/>
              <a:gd name="T5" fmla="*/ 305 h 305"/>
              <a:gd name="T6" fmla="*/ 92 w 140"/>
              <a:gd name="T7" fmla="*/ 305 h 305"/>
              <a:gd name="T8" fmla="*/ 30 w 140"/>
              <a:gd name="T9" fmla="*/ 305 h 305"/>
              <a:gd name="T10" fmla="*/ 30 w 140"/>
              <a:gd name="T11" fmla="*/ 305 h 305"/>
              <a:gd name="T12" fmla="*/ 30 w 140"/>
              <a:gd name="T13" fmla="*/ 152 h 305"/>
              <a:gd name="T14" fmla="*/ 30 w 140"/>
              <a:gd name="T15" fmla="*/ 152 h 305"/>
              <a:gd name="T16" fmla="*/ 0 w 140"/>
              <a:gd name="T17" fmla="*/ 152 h 305"/>
              <a:gd name="T18" fmla="*/ 0 w 140"/>
              <a:gd name="T19" fmla="*/ 152 h 305"/>
              <a:gd name="T20" fmla="*/ 0 w 140"/>
              <a:gd name="T21" fmla="*/ 98 h 305"/>
              <a:gd name="T22" fmla="*/ 0 w 140"/>
              <a:gd name="T23" fmla="*/ 98 h 305"/>
              <a:gd name="T24" fmla="*/ 30 w 140"/>
              <a:gd name="T25" fmla="*/ 98 h 305"/>
              <a:gd name="T26" fmla="*/ 30 w 140"/>
              <a:gd name="T27" fmla="*/ 98 h 305"/>
              <a:gd name="T28" fmla="*/ 30 w 140"/>
              <a:gd name="T29" fmla="*/ 94 h 305"/>
              <a:gd name="T30" fmla="*/ 30 w 140"/>
              <a:gd name="T31" fmla="*/ 94 h 305"/>
              <a:gd name="T32" fmla="*/ 30 w 140"/>
              <a:gd name="T33" fmla="*/ 56 h 305"/>
              <a:gd name="T34" fmla="*/ 30 w 140"/>
              <a:gd name="T35" fmla="*/ 56 h 305"/>
              <a:gd name="T36" fmla="*/ 32 w 140"/>
              <a:gd name="T37" fmla="*/ 42 h 305"/>
              <a:gd name="T38" fmla="*/ 38 w 140"/>
              <a:gd name="T39" fmla="*/ 30 h 305"/>
              <a:gd name="T40" fmla="*/ 46 w 140"/>
              <a:gd name="T41" fmla="*/ 18 h 305"/>
              <a:gd name="T42" fmla="*/ 58 w 140"/>
              <a:gd name="T43" fmla="*/ 8 h 305"/>
              <a:gd name="T44" fmla="*/ 58 w 140"/>
              <a:gd name="T45" fmla="*/ 8 h 305"/>
              <a:gd name="T46" fmla="*/ 74 w 140"/>
              <a:gd name="T47" fmla="*/ 2 h 305"/>
              <a:gd name="T48" fmla="*/ 90 w 140"/>
              <a:gd name="T49" fmla="*/ 0 h 305"/>
              <a:gd name="T50" fmla="*/ 90 w 140"/>
              <a:gd name="T51" fmla="*/ 0 h 305"/>
              <a:gd name="T52" fmla="*/ 138 w 140"/>
              <a:gd name="T53" fmla="*/ 0 h 305"/>
              <a:gd name="T54" fmla="*/ 138 w 140"/>
              <a:gd name="T55" fmla="*/ 0 h 305"/>
              <a:gd name="T56" fmla="*/ 140 w 140"/>
              <a:gd name="T57" fmla="*/ 0 h 305"/>
              <a:gd name="T58" fmla="*/ 140 w 140"/>
              <a:gd name="T59" fmla="*/ 0 h 305"/>
              <a:gd name="T60" fmla="*/ 140 w 140"/>
              <a:gd name="T61" fmla="*/ 52 h 305"/>
              <a:gd name="T62" fmla="*/ 140 w 140"/>
              <a:gd name="T63" fmla="*/ 52 h 305"/>
              <a:gd name="T64" fmla="*/ 132 w 140"/>
              <a:gd name="T65" fmla="*/ 52 h 305"/>
              <a:gd name="T66" fmla="*/ 132 w 140"/>
              <a:gd name="T67" fmla="*/ 52 h 305"/>
              <a:gd name="T68" fmla="*/ 106 w 140"/>
              <a:gd name="T69" fmla="*/ 52 h 305"/>
              <a:gd name="T70" fmla="*/ 106 w 140"/>
              <a:gd name="T71" fmla="*/ 52 h 305"/>
              <a:gd name="T72" fmla="*/ 102 w 140"/>
              <a:gd name="T73" fmla="*/ 54 h 305"/>
              <a:gd name="T74" fmla="*/ 96 w 140"/>
              <a:gd name="T75" fmla="*/ 56 h 305"/>
              <a:gd name="T76" fmla="*/ 94 w 140"/>
              <a:gd name="T77" fmla="*/ 60 h 305"/>
              <a:gd name="T78" fmla="*/ 92 w 140"/>
              <a:gd name="T79" fmla="*/ 64 h 305"/>
              <a:gd name="T80" fmla="*/ 92 w 140"/>
              <a:gd name="T81" fmla="*/ 64 h 305"/>
              <a:gd name="T82" fmla="*/ 92 w 140"/>
              <a:gd name="T83" fmla="*/ 98 h 305"/>
              <a:gd name="T84" fmla="*/ 92 w 140"/>
              <a:gd name="T85" fmla="*/ 98 h 305"/>
              <a:gd name="T86" fmla="*/ 140 w 140"/>
              <a:gd name="T87" fmla="*/ 98 h 305"/>
              <a:gd name="T88" fmla="*/ 140 w 140"/>
              <a:gd name="T89" fmla="*/ 98 h 305"/>
              <a:gd name="T90" fmla="*/ 136 w 140"/>
              <a:gd name="T91" fmla="*/ 152 h 305"/>
              <a:gd name="T92" fmla="*/ 136 w 140"/>
              <a:gd name="T93" fmla="*/ 152 h 305"/>
              <a:gd name="T94" fmla="*/ 92 w 140"/>
              <a:gd name="T95" fmla="*/ 152 h 305"/>
              <a:gd name="T96" fmla="*/ 92 w 140"/>
              <a:gd name="T97" fmla="*/ 152 h 30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</a:cxnLst>
            <a:rect l="0" t="0" r="r" b="b"/>
            <a:pathLst>
              <a:path w="140" h="305">
                <a:moveTo>
                  <a:pt x="92" y="152"/>
                </a:moveTo>
                <a:lnTo>
                  <a:pt x="92" y="152"/>
                </a:lnTo>
                <a:lnTo>
                  <a:pt x="92" y="305"/>
                </a:lnTo>
                <a:lnTo>
                  <a:pt x="92" y="305"/>
                </a:lnTo>
                <a:lnTo>
                  <a:pt x="30" y="305"/>
                </a:lnTo>
                <a:lnTo>
                  <a:pt x="30" y="305"/>
                </a:lnTo>
                <a:lnTo>
                  <a:pt x="30" y="152"/>
                </a:lnTo>
                <a:lnTo>
                  <a:pt x="30" y="152"/>
                </a:lnTo>
                <a:lnTo>
                  <a:pt x="0" y="152"/>
                </a:lnTo>
                <a:lnTo>
                  <a:pt x="0" y="152"/>
                </a:lnTo>
                <a:lnTo>
                  <a:pt x="0" y="98"/>
                </a:lnTo>
                <a:lnTo>
                  <a:pt x="0" y="98"/>
                </a:lnTo>
                <a:lnTo>
                  <a:pt x="30" y="98"/>
                </a:lnTo>
                <a:lnTo>
                  <a:pt x="30" y="98"/>
                </a:lnTo>
                <a:lnTo>
                  <a:pt x="30" y="94"/>
                </a:lnTo>
                <a:lnTo>
                  <a:pt x="30" y="94"/>
                </a:lnTo>
                <a:lnTo>
                  <a:pt x="30" y="56"/>
                </a:lnTo>
                <a:lnTo>
                  <a:pt x="30" y="56"/>
                </a:lnTo>
                <a:lnTo>
                  <a:pt x="32" y="42"/>
                </a:lnTo>
                <a:lnTo>
                  <a:pt x="38" y="30"/>
                </a:lnTo>
                <a:lnTo>
                  <a:pt x="46" y="18"/>
                </a:lnTo>
                <a:lnTo>
                  <a:pt x="58" y="8"/>
                </a:lnTo>
                <a:lnTo>
                  <a:pt x="58" y="8"/>
                </a:lnTo>
                <a:lnTo>
                  <a:pt x="74" y="2"/>
                </a:lnTo>
                <a:lnTo>
                  <a:pt x="90" y="0"/>
                </a:lnTo>
                <a:lnTo>
                  <a:pt x="90" y="0"/>
                </a:lnTo>
                <a:lnTo>
                  <a:pt x="138" y="0"/>
                </a:lnTo>
                <a:lnTo>
                  <a:pt x="138" y="0"/>
                </a:lnTo>
                <a:lnTo>
                  <a:pt x="140" y="0"/>
                </a:lnTo>
                <a:lnTo>
                  <a:pt x="140" y="0"/>
                </a:lnTo>
                <a:lnTo>
                  <a:pt x="140" y="52"/>
                </a:lnTo>
                <a:lnTo>
                  <a:pt x="140" y="52"/>
                </a:lnTo>
                <a:lnTo>
                  <a:pt x="132" y="52"/>
                </a:lnTo>
                <a:lnTo>
                  <a:pt x="132" y="52"/>
                </a:lnTo>
                <a:lnTo>
                  <a:pt x="106" y="52"/>
                </a:lnTo>
                <a:lnTo>
                  <a:pt x="106" y="52"/>
                </a:lnTo>
                <a:lnTo>
                  <a:pt x="102" y="54"/>
                </a:lnTo>
                <a:lnTo>
                  <a:pt x="96" y="56"/>
                </a:lnTo>
                <a:lnTo>
                  <a:pt x="94" y="60"/>
                </a:lnTo>
                <a:lnTo>
                  <a:pt x="92" y="64"/>
                </a:lnTo>
                <a:lnTo>
                  <a:pt x="92" y="64"/>
                </a:lnTo>
                <a:lnTo>
                  <a:pt x="92" y="98"/>
                </a:lnTo>
                <a:lnTo>
                  <a:pt x="92" y="98"/>
                </a:lnTo>
                <a:lnTo>
                  <a:pt x="140" y="98"/>
                </a:lnTo>
                <a:lnTo>
                  <a:pt x="140" y="98"/>
                </a:lnTo>
                <a:lnTo>
                  <a:pt x="136" y="152"/>
                </a:lnTo>
                <a:lnTo>
                  <a:pt x="136" y="152"/>
                </a:lnTo>
                <a:lnTo>
                  <a:pt x="92" y="152"/>
                </a:lnTo>
                <a:lnTo>
                  <a:pt x="92" y="152"/>
                </a:lnTo>
                <a:close/>
              </a:path>
            </a:pathLst>
          </a:custGeom>
          <a:solidFill>
            <a:srgbClr val="F68B1F"/>
          </a:solidFill>
          <a:ln>
            <a:noFill/>
          </a:ln>
        </p:spPr>
        <p:txBody>
          <a:bodyPr lIns="51435" tIns="25718" rIns="51435" bIns="25718"/>
          <a:lstStyle/>
          <a:p>
            <a:pPr>
              <a:defRPr/>
            </a:pPr>
            <a:endParaRPr lang="en-IN" sz="1350"/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5429250" y="2971800"/>
            <a:ext cx="3593306" cy="1257300"/>
          </a:xfrm>
        </p:spPr>
        <p:txBody>
          <a:bodyPr>
            <a:noAutofit/>
          </a:bodyPr>
          <a:lstStyle>
            <a:lvl1pPr algn="l">
              <a:defRPr sz="3040">
                <a:solidFill>
                  <a:srgbClr val="0056A4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Presentation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0"/>
            <a:ext cx="8772525" cy="14922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350"/>
          </a:p>
        </p:txBody>
      </p:sp>
      <p:sp>
        <p:nvSpPr>
          <p:cNvPr id="5" name="Rectangle 4"/>
          <p:cNvSpPr/>
          <p:nvPr userDrawn="1"/>
        </p:nvSpPr>
        <p:spPr>
          <a:xfrm>
            <a:off x="6829425" y="5365750"/>
            <a:ext cx="2314575" cy="14922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350"/>
          </a:p>
        </p:txBody>
      </p:sp>
      <p:pic>
        <p:nvPicPr>
          <p:cNvPr id="6" name="Picture 10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11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43713" y="423863"/>
            <a:ext cx="2006600" cy="719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object 19"/>
          <p:cNvSpPr txBox="1"/>
          <p:nvPr userDrawn="1"/>
        </p:nvSpPr>
        <p:spPr>
          <a:xfrm>
            <a:off x="6500813" y="6253163"/>
            <a:ext cx="2282825" cy="111125"/>
          </a:xfrm>
          <a:prstGeom prst="rect">
            <a:avLst/>
          </a:prstGeom>
        </p:spPr>
        <p:txBody>
          <a:bodyPr lIns="0" tIns="7144" rIns="0" bIns="0">
            <a:spAutoFit/>
          </a:bodyPr>
          <a:lstStyle/>
          <a:p>
            <a:pPr marL="6985" algn="r">
              <a:spcBef>
                <a:spcPts val="55"/>
              </a:spcBef>
              <a:defRPr/>
            </a:pPr>
            <a:r>
              <a:rPr sz="675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© </a:t>
            </a:r>
            <a:r>
              <a:rPr sz="675" spc="-3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</a:t>
            </a:r>
            <a:r>
              <a:rPr lang="en-US" sz="675" spc="-3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</a:t>
            </a:r>
            <a:r>
              <a:rPr sz="675" spc="-3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675" spc="-3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Coforge</a:t>
            </a:r>
            <a:endParaRPr sz="675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343525" y="2943948"/>
            <a:ext cx="3471863" cy="548878"/>
          </a:xfrm>
        </p:spPr>
        <p:txBody>
          <a:bodyPr>
            <a:noAutofit/>
          </a:bodyPr>
          <a:lstStyle>
            <a:lvl1pPr algn="l">
              <a:defRPr sz="3375">
                <a:solidFill>
                  <a:srgbClr val="0056A4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5396335" y="3892380"/>
            <a:ext cx="3419053" cy="389135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 algn="l">
              <a:buFontTx/>
              <a:buNone/>
              <a:defRPr sz="2025" b="1">
                <a:solidFill>
                  <a:srgbClr val="F68B1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4338" y="1371600"/>
            <a:ext cx="7886700" cy="46291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56888" y="1395057"/>
            <a:ext cx="3900488" cy="435173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85963" y="1395057"/>
            <a:ext cx="3900488" cy="435173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 Single Corner Rectangle 6"/>
          <p:cNvSpPr/>
          <p:nvPr userDrawn="1"/>
        </p:nvSpPr>
        <p:spPr>
          <a:xfrm>
            <a:off x="350838" y="1600200"/>
            <a:ext cx="2678112" cy="571500"/>
          </a:xfrm>
          <a:prstGeom prst="round1Rect">
            <a:avLst>
              <a:gd name="adj" fmla="val 50000"/>
            </a:avLst>
          </a:prstGeom>
          <a:solidFill>
            <a:srgbClr val="0061A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1435" tIns="25718" rIns="51435" bIns="25718" anchor="ctr"/>
          <a:lstStyle/>
          <a:p>
            <a:pPr algn="ctr">
              <a:defRPr/>
            </a:pPr>
            <a:endParaRPr lang="en-US" sz="135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itle 1"/>
          <p:cNvSpPr txBox="1"/>
          <p:nvPr userDrawn="1"/>
        </p:nvSpPr>
        <p:spPr>
          <a:xfrm>
            <a:off x="371475" y="1651000"/>
            <a:ext cx="2571750" cy="549275"/>
          </a:xfrm>
          <a:prstGeom prst="rect">
            <a:avLst/>
          </a:prstGeom>
        </p:spPr>
        <p:txBody>
          <a:bodyPr lIns="51435" tIns="25718" rIns="51435" bIns="25718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 sz="1350" dirty="0"/>
              <a:t>Click to edit Master title style</a:t>
            </a:r>
          </a:p>
        </p:txBody>
      </p:sp>
      <p:sp>
        <p:nvSpPr>
          <p:cNvPr id="8" name="Round Single Corner Rectangle 11"/>
          <p:cNvSpPr/>
          <p:nvPr userDrawn="1"/>
        </p:nvSpPr>
        <p:spPr>
          <a:xfrm>
            <a:off x="3221038" y="1600200"/>
            <a:ext cx="2679700" cy="571500"/>
          </a:xfrm>
          <a:prstGeom prst="round1Rect">
            <a:avLst>
              <a:gd name="adj" fmla="val 50000"/>
            </a:avLst>
          </a:prstGeom>
          <a:solidFill>
            <a:srgbClr val="F68B1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1435" tIns="25718" rIns="51435" bIns="25718" anchor="ctr"/>
          <a:lstStyle/>
          <a:p>
            <a:pPr algn="ctr">
              <a:defRPr/>
            </a:pPr>
            <a:endParaRPr lang="en-US" sz="135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itle 1"/>
          <p:cNvSpPr txBox="1"/>
          <p:nvPr userDrawn="1"/>
        </p:nvSpPr>
        <p:spPr>
          <a:xfrm>
            <a:off x="3243263" y="1651000"/>
            <a:ext cx="2571750" cy="549275"/>
          </a:xfrm>
          <a:prstGeom prst="rect">
            <a:avLst/>
          </a:prstGeom>
        </p:spPr>
        <p:txBody>
          <a:bodyPr lIns="51435" tIns="25718" rIns="51435" bIns="25718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 sz="1350" dirty="0"/>
              <a:t>Click to edit Master title style</a:t>
            </a:r>
          </a:p>
        </p:txBody>
      </p:sp>
      <p:sp>
        <p:nvSpPr>
          <p:cNvPr id="10" name="Round Single Corner Rectangle 14"/>
          <p:cNvSpPr/>
          <p:nvPr userDrawn="1"/>
        </p:nvSpPr>
        <p:spPr>
          <a:xfrm>
            <a:off x="6094413" y="1600200"/>
            <a:ext cx="2678112" cy="571500"/>
          </a:xfrm>
          <a:prstGeom prst="round1Rect">
            <a:avLst>
              <a:gd name="adj" fmla="val 50000"/>
            </a:avLst>
          </a:prstGeom>
          <a:solidFill>
            <a:srgbClr val="80808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1435" tIns="25718" rIns="51435" bIns="25718" anchor="ctr"/>
          <a:lstStyle/>
          <a:p>
            <a:pPr algn="ctr">
              <a:defRPr/>
            </a:pPr>
            <a:endParaRPr lang="en-US" sz="135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itle 1"/>
          <p:cNvSpPr txBox="1"/>
          <p:nvPr userDrawn="1"/>
        </p:nvSpPr>
        <p:spPr>
          <a:xfrm>
            <a:off x="6115050" y="1651000"/>
            <a:ext cx="2571750" cy="549275"/>
          </a:xfrm>
          <a:prstGeom prst="rect">
            <a:avLst/>
          </a:prstGeom>
        </p:spPr>
        <p:txBody>
          <a:bodyPr lIns="51435" tIns="25718" rIns="51435" bIns="25718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 sz="1350" dirty="0"/>
              <a:t>Click to edit Master title style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5"/>
          <p:cNvSpPr>
            <a:spLocks noGrp="1"/>
          </p:cNvSpPr>
          <p:nvPr>
            <p:ph type="body" sz="quarter" idx="14"/>
          </p:nvPr>
        </p:nvSpPr>
        <p:spPr>
          <a:xfrm>
            <a:off x="364331" y="2245381"/>
            <a:ext cx="2664619" cy="2934464"/>
          </a:xfrm>
          <a:prstGeom prst="rect">
            <a:avLst/>
          </a:prstGeom>
        </p:spPr>
        <p:txBody>
          <a:bodyPr tIns="91440" bIns="91440">
            <a:noAutofit/>
          </a:bodyPr>
          <a:lstStyle>
            <a:lvl1pPr marL="96520" marR="0" indent="-96520" algn="l" defTabSz="342900" rtl="0" eaLnBrk="1" fontAlgn="auto" latinLnBrk="0" hangingPunct="1">
              <a:lnSpc>
                <a:spcPct val="100000"/>
              </a:lnSpc>
              <a:spcBef>
                <a:spcPts val="340"/>
              </a:spcBef>
              <a:spcAft>
                <a:spcPts val="340"/>
              </a:spcAft>
              <a:buClrTx/>
              <a:buSzTx/>
              <a:buFont typeface="Arial" panose="020B0604020202020204" pitchFamily="34" charset="0"/>
              <a:buChar char="•"/>
              <a:tabLst>
                <a:tab pos="95885" algn="l"/>
              </a:tabLst>
              <a:defRPr lang="en-US" sz="1015" b="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160655" indent="-154305">
              <a:buFont typeface="Wingdings" panose="05000000000000000000" pitchFamily="2" charset="2"/>
              <a:buChar char="§"/>
              <a:tabLst>
                <a:tab pos="160655" algn="l"/>
              </a:tabLst>
              <a:defRPr sz="675"/>
            </a:lvl2pPr>
            <a:lvl3pPr marL="160655" indent="-154305">
              <a:buFont typeface="Wingdings" panose="05000000000000000000" pitchFamily="2" charset="2"/>
              <a:buChar char="§"/>
              <a:tabLst>
                <a:tab pos="160655" algn="l"/>
              </a:tabLst>
              <a:defRPr sz="675"/>
            </a:lvl3pPr>
            <a:lvl4pPr marL="160655" indent="-154305">
              <a:buFont typeface="Wingdings" panose="05000000000000000000" pitchFamily="2" charset="2"/>
              <a:buChar char="§"/>
              <a:tabLst>
                <a:tab pos="160655" algn="l"/>
              </a:tabLst>
              <a:defRPr sz="675"/>
            </a:lvl4pPr>
            <a:lvl5pPr marL="160655" indent="-154305">
              <a:buFont typeface="Wingdings" panose="05000000000000000000" pitchFamily="2" charset="2"/>
              <a:buChar char="§"/>
              <a:tabLst>
                <a:tab pos="160655" algn="l"/>
              </a:tabLst>
              <a:defRPr sz="675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Text Placeholder 5"/>
          <p:cNvSpPr>
            <a:spLocks noGrp="1"/>
          </p:cNvSpPr>
          <p:nvPr>
            <p:ph type="body" sz="quarter" idx="15"/>
          </p:nvPr>
        </p:nvSpPr>
        <p:spPr>
          <a:xfrm>
            <a:off x="3235813" y="2245381"/>
            <a:ext cx="2664619" cy="2934464"/>
          </a:xfrm>
          <a:prstGeom prst="rect">
            <a:avLst/>
          </a:prstGeom>
        </p:spPr>
        <p:txBody>
          <a:bodyPr tIns="91440" bIns="91440">
            <a:noAutofit/>
          </a:bodyPr>
          <a:lstStyle>
            <a:lvl1pPr marL="96520" marR="0" indent="-96520" algn="l" defTabSz="342900" rtl="0" eaLnBrk="1" fontAlgn="auto" latinLnBrk="0" hangingPunct="1">
              <a:lnSpc>
                <a:spcPct val="100000"/>
              </a:lnSpc>
              <a:spcBef>
                <a:spcPts val="340"/>
              </a:spcBef>
              <a:spcAft>
                <a:spcPts val="340"/>
              </a:spcAft>
              <a:buClrTx/>
              <a:buSzTx/>
              <a:buFont typeface="Arial" panose="020B0604020202020204" pitchFamily="34" charset="0"/>
              <a:buChar char="•"/>
              <a:tabLst>
                <a:tab pos="95885" algn="l"/>
              </a:tabLst>
              <a:defRPr lang="en-US" sz="1015" b="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160655" indent="-154305">
              <a:buFont typeface="Wingdings" panose="05000000000000000000" pitchFamily="2" charset="2"/>
              <a:buChar char="§"/>
              <a:tabLst>
                <a:tab pos="160655" algn="l"/>
              </a:tabLst>
              <a:defRPr sz="675"/>
            </a:lvl2pPr>
            <a:lvl3pPr marL="160655" indent="-154305">
              <a:buFont typeface="Wingdings" panose="05000000000000000000" pitchFamily="2" charset="2"/>
              <a:buChar char="§"/>
              <a:tabLst>
                <a:tab pos="160655" algn="l"/>
              </a:tabLst>
              <a:defRPr sz="675"/>
            </a:lvl3pPr>
            <a:lvl4pPr marL="160655" indent="-154305">
              <a:buFont typeface="Wingdings" panose="05000000000000000000" pitchFamily="2" charset="2"/>
              <a:buChar char="§"/>
              <a:tabLst>
                <a:tab pos="160655" algn="l"/>
              </a:tabLst>
              <a:defRPr sz="675"/>
            </a:lvl4pPr>
            <a:lvl5pPr marL="160655" indent="-154305">
              <a:buFont typeface="Wingdings" panose="05000000000000000000" pitchFamily="2" charset="2"/>
              <a:buChar char="§"/>
              <a:tabLst>
                <a:tab pos="160655" algn="l"/>
              </a:tabLst>
              <a:defRPr sz="675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7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6107906" y="2245381"/>
            <a:ext cx="2664619" cy="2934464"/>
          </a:xfrm>
          <a:prstGeom prst="rect">
            <a:avLst/>
          </a:prstGeom>
        </p:spPr>
        <p:txBody>
          <a:bodyPr tIns="91440" bIns="91440">
            <a:noAutofit/>
          </a:bodyPr>
          <a:lstStyle>
            <a:lvl1pPr marL="96520" marR="0" indent="-96520" algn="l" defTabSz="342900" rtl="0" eaLnBrk="1" fontAlgn="auto" latinLnBrk="0" hangingPunct="1">
              <a:lnSpc>
                <a:spcPct val="100000"/>
              </a:lnSpc>
              <a:spcBef>
                <a:spcPts val="340"/>
              </a:spcBef>
              <a:spcAft>
                <a:spcPts val="340"/>
              </a:spcAft>
              <a:buClrTx/>
              <a:buSzTx/>
              <a:buFont typeface="Arial" panose="020B0604020202020204" pitchFamily="34" charset="0"/>
              <a:buChar char="•"/>
              <a:tabLst>
                <a:tab pos="95885" algn="l"/>
              </a:tabLst>
              <a:defRPr lang="en-US" sz="1015" b="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160655" indent="-154305">
              <a:buFont typeface="Wingdings" panose="05000000000000000000" pitchFamily="2" charset="2"/>
              <a:buChar char="§"/>
              <a:tabLst>
                <a:tab pos="160655" algn="l"/>
              </a:tabLst>
              <a:defRPr sz="675"/>
            </a:lvl2pPr>
            <a:lvl3pPr marL="160655" indent="-154305">
              <a:buFont typeface="Wingdings" panose="05000000000000000000" pitchFamily="2" charset="2"/>
              <a:buChar char="§"/>
              <a:tabLst>
                <a:tab pos="160655" algn="l"/>
              </a:tabLst>
              <a:defRPr sz="675"/>
            </a:lvl3pPr>
            <a:lvl4pPr marL="160655" indent="-154305">
              <a:buFont typeface="Wingdings" panose="05000000000000000000" pitchFamily="2" charset="2"/>
              <a:buChar char="§"/>
              <a:tabLst>
                <a:tab pos="160655" algn="l"/>
              </a:tabLst>
              <a:defRPr sz="675"/>
            </a:lvl4pPr>
            <a:lvl5pPr marL="160655" indent="-154305">
              <a:buFont typeface="Wingdings" panose="05000000000000000000" pitchFamily="2" charset="2"/>
              <a:buChar char="§"/>
              <a:tabLst>
                <a:tab pos="160655" algn="l"/>
              </a:tabLst>
              <a:defRPr sz="675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Picture Placeholder 6"/>
          <p:cNvSpPr>
            <a:spLocks noGrp="1"/>
          </p:cNvSpPr>
          <p:nvPr>
            <p:ph type="pic" sz="quarter" idx="13"/>
          </p:nvPr>
        </p:nvSpPr>
        <p:spPr>
          <a:xfrm>
            <a:off x="814388" y="1485900"/>
            <a:ext cx="1457325" cy="1943100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rtlCol="0">
            <a:normAutofit/>
          </a:bodyPr>
          <a:lstStyle>
            <a:lvl1pPr marL="0" marR="0" indent="0" algn="ctr" defTabSz="450850" rtl="0" eaLnBrk="1" fontAlgn="auto" latinLnBrk="0" hangingPunct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sz="675"/>
            </a:lvl1pPr>
          </a:lstStyle>
          <a:p>
            <a:pPr lvl="0"/>
            <a:r>
              <a:rPr lang="en-US" altLang="ja-JP" noProof="0"/>
              <a:t>Click icon to add picture</a:t>
            </a:r>
            <a:endParaRPr lang="ja-JP" altLang="en-US" noProof="0" dirty="0"/>
          </a:p>
        </p:txBody>
      </p:sp>
      <p:sp>
        <p:nvSpPr>
          <p:cNvPr id="5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800100" y="3577290"/>
            <a:ext cx="1585913" cy="38913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50" b="1">
                <a:solidFill>
                  <a:srgbClr val="0056A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800100" y="4041308"/>
            <a:ext cx="1585913" cy="34694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125" b="1">
                <a:solidFill>
                  <a:srgbClr val="F68B1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4"/>
          </p:nvPr>
        </p:nvSpPr>
        <p:spPr>
          <a:xfrm>
            <a:off x="800100" y="4514850"/>
            <a:ext cx="1585913" cy="1645047"/>
          </a:xfrm>
          <a:prstGeom prst="rect">
            <a:avLst/>
          </a:prstGeom>
        </p:spPr>
        <p:txBody>
          <a:bodyPr lIns="0" tIns="0" rIns="0" bIns="0"/>
          <a:lstStyle>
            <a:lvl1pPr marL="128905" marR="0" indent="-128905" algn="l" defTabSz="514350" rtl="0" eaLnBrk="1" fontAlgn="auto" latinLnBrk="0" hangingPunct="1">
              <a:lnSpc>
                <a:spcPct val="100000"/>
              </a:lnSpc>
              <a:spcBef>
                <a:spcPts val="565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 sz="9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2" name="Picture Placeholder 6"/>
          <p:cNvSpPr>
            <a:spLocks noGrp="1"/>
          </p:cNvSpPr>
          <p:nvPr>
            <p:ph type="pic" sz="quarter" idx="15"/>
          </p:nvPr>
        </p:nvSpPr>
        <p:spPr>
          <a:xfrm>
            <a:off x="2843213" y="1485900"/>
            <a:ext cx="1457325" cy="1943100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rtlCol="0">
            <a:normAutofit/>
          </a:bodyPr>
          <a:lstStyle>
            <a:lvl1pPr marL="0" marR="0" indent="0" algn="ctr" defTabSz="450850" rtl="0" eaLnBrk="1" fontAlgn="auto" latinLnBrk="0" hangingPunct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sz="675"/>
            </a:lvl1pPr>
          </a:lstStyle>
          <a:p>
            <a:pPr lvl="0"/>
            <a:r>
              <a:rPr lang="en-US" altLang="ja-JP" noProof="0"/>
              <a:t>Click icon to add picture</a:t>
            </a:r>
            <a:endParaRPr lang="ja-JP" altLang="en-US" noProof="0" dirty="0"/>
          </a:p>
        </p:txBody>
      </p:sp>
      <p:sp>
        <p:nvSpPr>
          <p:cNvPr id="23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2828925" y="3577290"/>
            <a:ext cx="1585913" cy="38913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50" b="1">
                <a:solidFill>
                  <a:srgbClr val="0056A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5"/>
          <p:cNvSpPr>
            <a:spLocks noGrp="1"/>
          </p:cNvSpPr>
          <p:nvPr>
            <p:ph type="body" sz="quarter" idx="17"/>
          </p:nvPr>
        </p:nvSpPr>
        <p:spPr>
          <a:xfrm>
            <a:off x="2828925" y="4041308"/>
            <a:ext cx="1585913" cy="34694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125" b="1">
                <a:solidFill>
                  <a:srgbClr val="F68B1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5"/>
          <p:cNvSpPr>
            <a:spLocks noGrp="1"/>
          </p:cNvSpPr>
          <p:nvPr>
            <p:ph type="body" sz="quarter" idx="18"/>
          </p:nvPr>
        </p:nvSpPr>
        <p:spPr>
          <a:xfrm>
            <a:off x="2828925" y="4514850"/>
            <a:ext cx="1585913" cy="1645047"/>
          </a:xfrm>
          <a:prstGeom prst="rect">
            <a:avLst/>
          </a:prstGeom>
        </p:spPr>
        <p:txBody>
          <a:bodyPr lIns="0" tIns="0" rIns="0" bIns="0"/>
          <a:lstStyle>
            <a:lvl1pPr marL="128905" marR="0" indent="-128905" algn="l" defTabSz="514350" rtl="0" eaLnBrk="1" fontAlgn="auto" latinLnBrk="0" hangingPunct="1">
              <a:lnSpc>
                <a:spcPct val="100000"/>
              </a:lnSpc>
              <a:spcBef>
                <a:spcPts val="565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 sz="9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0" name="Picture Placeholder 6"/>
          <p:cNvSpPr>
            <a:spLocks noGrp="1"/>
          </p:cNvSpPr>
          <p:nvPr>
            <p:ph type="pic" sz="quarter" idx="19"/>
          </p:nvPr>
        </p:nvSpPr>
        <p:spPr>
          <a:xfrm>
            <a:off x="4857750" y="1485900"/>
            <a:ext cx="1457325" cy="1943100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rtlCol="0">
            <a:normAutofit/>
          </a:bodyPr>
          <a:lstStyle>
            <a:lvl1pPr marL="0" marR="0" indent="0" algn="ctr" defTabSz="450850" rtl="0" eaLnBrk="1" fontAlgn="auto" latinLnBrk="0" hangingPunct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sz="675"/>
            </a:lvl1pPr>
          </a:lstStyle>
          <a:p>
            <a:pPr lvl="0"/>
            <a:r>
              <a:rPr lang="en-US" altLang="ja-JP" noProof="0"/>
              <a:t>Click icon to add picture</a:t>
            </a:r>
            <a:endParaRPr lang="ja-JP" altLang="en-US" noProof="0" dirty="0"/>
          </a:p>
        </p:txBody>
      </p:sp>
      <p:sp>
        <p:nvSpPr>
          <p:cNvPr id="31" name="Text Placeholder 5"/>
          <p:cNvSpPr>
            <a:spLocks noGrp="1"/>
          </p:cNvSpPr>
          <p:nvPr>
            <p:ph type="body" sz="quarter" idx="20"/>
          </p:nvPr>
        </p:nvSpPr>
        <p:spPr>
          <a:xfrm>
            <a:off x="4843462" y="3577290"/>
            <a:ext cx="1585913" cy="38913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50" b="1">
                <a:solidFill>
                  <a:srgbClr val="0056A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5"/>
          <p:cNvSpPr>
            <a:spLocks noGrp="1"/>
          </p:cNvSpPr>
          <p:nvPr>
            <p:ph type="body" sz="quarter" idx="21"/>
          </p:nvPr>
        </p:nvSpPr>
        <p:spPr>
          <a:xfrm>
            <a:off x="4843462" y="4041308"/>
            <a:ext cx="1585913" cy="34694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125" b="1">
                <a:solidFill>
                  <a:srgbClr val="F68B1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5"/>
          <p:cNvSpPr>
            <a:spLocks noGrp="1"/>
          </p:cNvSpPr>
          <p:nvPr>
            <p:ph type="body" sz="quarter" idx="22"/>
          </p:nvPr>
        </p:nvSpPr>
        <p:spPr>
          <a:xfrm>
            <a:off x="4843462" y="4514850"/>
            <a:ext cx="1585913" cy="1645047"/>
          </a:xfrm>
          <a:prstGeom prst="rect">
            <a:avLst/>
          </a:prstGeom>
        </p:spPr>
        <p:txBody>
          <a:bodyPr lIns="0" tIns="0" rIns="0" bIns="0"/>
          <a:lstStyle>
            <a:lvl1pPr marL="128905" marR="0" indent="-128905" algn="l" defTabSz="514350" rtl="0" eaLnBrk="1" fontAlgn="auto" latinLnBrk="0" hangingPunct="1">
              <a:lnSpc>
                <a:spcPct val="100000"/>
              </a:lnSpc>
              <a:spcBef>
                <a:spcPts val="565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 sz="9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4" name="Picture Placeholder 6"/>
          <p:cNvSpPr>
            <a:spLocks noGrp="1"/>
          </p:cNvSpPr>
          <p:nvPr>
            <p:ph type="pic" sz="quarter" idx="23"/>
          </p:nvPr>
        </p:nvSpPr>
        <p:spPr>
          <a:xfrm>
            <a:off x="6886575" y="1485900"/>
            <a:ext cx="1457325" cy="1943100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rtlCol="0">
            <a:normAutofit/>
          </a:bodyPr>
          <a:lstStyle>
            <a:lvl1pPr marL="0" marR="0" indent="0" algn="ctr" defTabSz="450850" rtl="0" eaLnBrk="1" fontAlgn="auto" latinLnBrk="0" hangingPunct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sz="675"/>
            </a:lvl1pPr>
          </a:lstStyle>
          <a:p>
            <a:pPr lvl="0"/>
            <a:r>
              <a:rPr lang="en-US" altLang="ja-JP" noProof="0"/>
              <a:t>Click icon to add picture</a:t>
            </a:r>
            <a:endParaRPr lang="ja-JP" altLang="en-US" noProof="0" dirty="0"/>
          </a:p>
        </p:txBody>
      </p:sp>
      <p:sp>
        <p:nvSpPr>
          <p:cNvPr id="35" name="Text Placeholder 5"/>
          <p:cNvSpPr>
            <a:spLocks noGrp="1"/>
          </p:cNvSpPr>
          <p:nvPr>
            <p:ph type="body" sz="quarter" idx="24"/>
          </p:nvPr>
        </p:nvSpPr>
        <p:spPr>
          <a:xfrm>
            <a:off x="6872287" y="3577290"/>
            <a:ext cx="1585913" cy="38913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50" b="1">
                <a:solidFill>
                  <a:srgbClr val="0056A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Text Placeholder 5"/>
          <p:cNvSpPr>
            <a:spLocks noGrp="1"/>
          </p:cNvSpPr>
          <p:nvPr>
            <p:ph type="body" sz="quarter" idx="25"/>
          </p:nvPr>
        </p:nvSpPr>
        <p:spPr>
          <a:xfrm>
            <a:off x="6872287" y="4041308"/>
            <a:ext cx="1585913" cy="34694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125" b="1">
                <a:solidFill>
                  <a:srgbClr val="F68B1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5"/>
          <p:cNvSpPr>
            <a:spLocks noGrp="1"/>
          </p:cNvSpPr>
          <p:nvPr>
            <p:ph type="body" sz="quarter" idx="26"/>
          </p:nvPr>
        </p:nvSpPr>
        <p:spPr>
          <a:xfrm>
            <a:off x="6872287" y="4514850"/>
            <a:ext cx="1585913" cy="1645047"/>
          </a:xfrm>
          <a:prstGeom prst="rect">
            <a:avLst/>
          </a:prstGeom>
        </p:spPr>
        <p:txBody>
          <a:bodyPr lIns="0" tIns="0" rIns="0" bIns="0"/>
          <a:lstStyle>
            <a:lvl1pPr marL="128905" marR="0" indent="-128905" algn="l" defTabSz="514350" rtl="0" eaLnBrk="1" fontAlgn="auto" latinLnBrk="0" hangingPunct="1">
              <a:lnSpc>
                <a:spcPct val="100000"/>
              </a:lnSpc>
              <a:spcBef>
                <a:spcPts val="565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 sz="9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Arc 10"/>
          <p:cNvSpPr>
            <a:spLocks noChangeAspect="1"/>
          </p:cNvSpPr>
          <p:nvPr userDrawn="1"/>
        </p:nvSpPr>
        <p:spPr>
          <a:xfrm>
            <a:off x="392113" y="2554288"/>
            <a:ext cx="1579562" cy="2105025"/>
          </a:xfrm>
          <a:prstGeom prst="arc">
            <a:avLst>
              <a:gd name="adj1" fmla="val 14511769"/>
              <a:gd name="adj2" fmla="val 10954347"/>
            </a:avLst>
          </a:prstGeom>
          <a:ln w="22225">
            <a:solidFill>
              <a:srgbClr val="0056A4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en-IN" sz="1350" dirty="0"/>
          </a:p>
        </p:txBody>
      </p:sp>
      <p:sp>
        <p:nvSpPr>
          <p:cNvPr id="12" name="Arc 11"/>
          <p:cNvSpPr>
            <a:spLocks noChangeAspect="1"/>
          </p:cNvSpPr>
          <p:nvPr userDrawn="1"/>
        </p:nvSpPr>
        <p:spPr>
          <a:xfrm rot="11700000">
            <a:off x="330200" y="2471738"/>
            <a:ext cx="1701800" cy="2268537"/>
          </a:xfrm>
          <a:prstGeom prst="arc">
            <a:avLst>
              <a:gd name="adj1" fmla="val 14511769"/>
              <a:gd name="adj2" fmla="val 10954347"/>
            </a:avLst>
          </a:prstGeom>
          <a:ln w="22225">
            <a:solidFill>
              <a:srgbClr val="0056A4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en-IN" sz="1350"/>
          </a:p>
        </p:txBody>
      </p:sp>
      <p:sp>
        <p:nvSpPr>
          <p:cNvPr id="14" name="Arc 13"/>
          <p:cNvSpPr>
            <a:spLocks noChangeAspect="1"/>
          </p:cNvSpPr>
          <p:nvPr userDrawn="1"/>
        </p:nvSpPr>
        <p:spPr>
          <a:xfrm>
            <a:off x="4725988" y="2554288"/>
            <a:ext cx="1577975" cy="2105025"/>
          </a:xfrm>
          <a:prstGeom prst="arc">
            <a:avLst>
              <a:gd name="adj1" fmla="val 14511769"/>
              <a:gd name="adj2" fmla="val 10954347"/>
            </a:avLst>
          </a:prstGeom>
          <a:ln w="22225">
            <a:solidFill>
              <a:srgbClr val="0056A4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en-IN" sz="1350" dirty="0"/>
          </a:p>
        </p:txBody>
      </p:sp>
      <p:sp>
        <p:nvSpPr>
          <p:cNvPr id="15" name="Arc 14"/>
          <p:cNvSpPr>
            <a:spLocks noChangeAspect="1"/>
          </p:cNvSpPr>
          <p:nvPr userDrawn="1"/>
        </p:nvSpPr>
        <p:spPr>
          <a:xfrm rot="11700000">
            <a:off x="4664075" y="2471738"/>
            <a:ext cx="1701800" cy="2268537"/>
          </a:xfrm>
          <a:prstGeom prst="arc">
            <a:avLst>
              <a:gd name="adj1" fmla="val 14511769"/>
              <a:gd name="adj2" fmla="val 10954347"/>
            </a:avLst>
          </a:prstGeom>
          <a:ln w="22225">
            <a:solidFill>
              <a:srgbClr val="0056A4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en-IN" sz="135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Picture Placeholder 6"/>
          <p:cNvSpPr>
            <a:spLocks noGrp="1"/>
          </p:cNvSpPr>
          <p:nvPr>
            <p:ph type="pic" sz="quarter" idx="13"/>
          </p:nvPr>
        </p:nvSpPr>
        <p:spPr>
          <a:xfrm>
            <a:off x="452643" y="2634974"/>
            <a:ext cx="1457325" cy="1943100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rtlCol="0">
            <a:normAutofit/>
          </a:bodyPr>
          <a:lstStyle>
            <a:lvl1pPr marL="0" marR="0" indent="0" algn="ctr" defTabSz="450850" rtl="0" eaLnBrk="1" fontAlgn="auto" latinLnBrk="0" hangingPunct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sz="675"/>
            </a:lvl1pPr>
          </a:lstStyle>
          <a:p>
            <a:pPr lvl="0"/>
            <a:r>
              <a:rPr lang="en-US" altLang="ja-JP" noProof="0"/>
              <a:t>Click icon to add picture</a:t>
            </a:r>
            <a:endParaRPr lang="ja-JP" altLang="en-US" noProof="0" dirty="0"/>
          </a:p>
        </p:txBody>
      </p:sp>
      <p:sp>
        <p:nvSpPr>
          <p:cNvPr id="5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2043112" y="2605741"/>
            <a:ext cx="1585913" cy="38913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50" b="1">
                <a:solidFill>
                  <a:srgbClr val="0056A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2043112" y="3069758"/>
            <a:ext cx="1585913" cy="34694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125" b="1">
                <a:solidFill>
                  <a:srgbClr val="F68B1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4"/>
          </p:nvPr>
        </p:nvSpPr>
        <p:spPr>
          <a:xfrm>
            <a:off x="2043112" y="3543300"/>
            <a:ext cx="2328863" cy="857250"/>
          </a:xfrm>
          <a:prstGeom prst="rect">
            <a:avLst/>
          </a:prstGeom>
        </p:spPr>
        <p:txBody>
          <a:bodyPr lIns="0" tIns="0" rIns="0" bIns="0"/>
          <a:lstStyle>
            <a:lvl1pPr marL="128905" marR="0" indent="-128905" algn="l" defTabSz="514350" rtl="0" eaLnBrk="1" fontAlgn="auto" latinLnBrk="0" hangingPunct="1">
              <a:lnSpc>
                <a:spcPct val="100000"/>
              </a:lnSpc>
              <a:spcBef>
                <a:spcPts val="565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 sz="9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0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6457950" y="2605741"/>
            <a:ext cx="1585913" cy="38913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50" b="1">
                <a:solidFill>
                  <a:srgbClr val="0056A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5"/>
          <p:cNvSpPr>
            <a:spLocks noGrp="1"/>
          </p:cNvSpPr>
          <p:nvPr>
            <p:ph type="body" sz="quarter" idx="17"/>
          </p:nvPr>
        </p:nvSpPr>
        <p:spPr>
          <a:xfrm>
            <a:off x="6457950" y="3069758"/>
            <a:ext cx="1585913" cy="34694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125" b="1">
                <a:solidFill>
                  <a:srgbClr val="F68B1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5"/>
          <p:cNvSpPr>
            <a:spLocks noGrp="1"/>
          </p:cNvSpPr>
          <p:nvPr>
            <p:ph type="body" sz="quarter" idx="18"/>
          </p:nvPr>
        </p:nvSpPr>
        <p:spPr>
          <a:xfrm>
            <a:off x="6457950" y="3543300"/>
            <a:ext cx="2328863" cy="857250"/>
          </a:xfrm>
          <a:prstGeom prst="rect">
            <a:avLst/>
          </a:prstGeom>
        </p:spPr>
        <p:txBody>
          <a:bodyPr lIns="0" tIns="0" rIns="0" bIns="0"/>
          <a:lstStyle>
            <a:lvl1pPr marL="128905" marR="0" indent="-128905" algn="l" defTabSz="514350" rtl="0" eaLnBrk="1" fontAlgn="auto" latinLnBrk="0" hangingPunct="1">
              <a:lnSpc>
                <a:spcPct val="100000"/>
              </a:lnSpc>
              <a:spcBef>
                <a:spcPts val="565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 sz="9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3" name="Picture Placeholder 6"/>
          <p:cNvSpPr>
            <a:spLocks noGrp="1"/>
          </p:cNvSpPr>
          <p:nvPr>
            <p:ph type="pic" sz="quarter" idx="19"/>
          </p:nvPr>
        </p:nvSpPr>
        <p:spPr>
          <a:xfrm>
            <a:off x="4786314" y="2634974"/>
            <a:ext cx="1457325" cy="1943100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rtlCol="0">
            <a:normAutofit/>
          </a:bodyPr>
          <a:lstStyle>
            <a:lvl1pPr marL="0" marR="0" indent="0" algn="ctr" defTabSz="450850" rtl="0" eaLnBrk="1" fontAlgn="auto" latinLnBrk="0" hangingPunct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sz="675"/>
            </a:lvl1pPr>
          </a:lstStyle>
          <a:p>
            <a:pPr lvl="0"/>
            <a:r>
              <a:rPr lang="en-US" altLang="ja-JP" noProof="0"/>
              <a:t>Click icon to add picture</a:t>
            </a:r>
            <a:endParaRPr lang="ja-JP" altLang="en-US" noProof="0" dirty="0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7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4"/>
          <p:cNvSpPr/>
          <p:nvPr userDrawn="1"/>
        </p:nvSpPr>
        <p:spPr>
          <a:xfrm>
            <a:off x="0" y="0"/>
            <a:ext cx="1381125" cy="15525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350"/>
          </a:p>
        </p:txBody>
      </p:sp>
      <p:sp>
        <p:nvSpPr>
          <p:cNvPr id="6" name="Oval 5"/>
          <p:cNvSpPr/>
          <p:nvPr userDrawn="1"/>
        </p:nvSpPr>
        <p:spPr>
          <a:xfrm>
            <a:off x="8643938" y="6286500"/>
            <a:ext cx="342900" cy="457200"/>
          </a:xfrm>
          <a:prstGeom prst="ellipse">
            <a:avLst/>
          </a:prstGeom>
          <a:noFill/>
          <a:ln w="19050">
            <a:solidFill>
              <a:srgbClr val="F68B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350"/>
          </a:p>
        </p:txBody>
      </p:sp>
      <p:sp>
        <p:nvSpPr>
          <p:cNvPr id="7" name="Holder 5"/>
          <p:cNvSpPr txBox="1"/>
          <p:nvPr userDrawn="1"/>
        </p:nvSpPr>
        <p:spPr>
          <a:xfrm>
            <a:off x="8578850" y="6343650"/>
            <a:ext cx="490538" cy="342900"/>
          </a:xfrm>
          <a:prstGeom prst="rect">
            <a:avLst/>
          </a:prstGeom>
        </p:spPr>
        <p:txBody>
          <a:bodyPr lIns="0" tIns="0" rIns="0" bIns="0" anchor="ctr"/>
          <a:lstStyle>
            <a:defPPr>
              <a:defRPr lang="en-US"/>
            </a:defPPr>
            <a:lvl1pPr marL="0" algn="r" defTabSz="914400" rtl="0" eaLnBrk="1" latinLnBrk="0" hangingPunct="1">
              <a:defRPr sz="2000" b="1" kern="1200">
                <a:solidFill>
                  <a:srgbClr val="001B44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fld id="{A0450552-B38F-4EEB-B3F7-964F287A877B}" type="slidenum">
              <a:rPr lang="en-GB" sz="790" smtClean="0">
                <a:solidFill>
                  <a:schemeClr val="bg1">
                    <a:lumMod val="50000"/>
                  </a:schemeClr>
                </a:solidFill>
              </a:rPr>
              <a:t>‹#›</a:t>
            </a:fld>
            <a:endParaRPr lang="en-GB" sz="790" dirty="0">
              <a:solidFill>
                <a:schemeClr val="bg1">
                  <a:lumMod val="50000"/>
                </a:schemeClr>
              </a:solidFill>
            </a:endParaRPr>
          </a:p>
        </p:txBody>
      </p:sp>
      <p:grpSp>
        <p:nvGrpSpPr>
          <p:cNvPr id="8" name="Group 13"/>
          <p:cNvGrpSpPr/>
          <p:nvPr userDrawn="1"/>
        </p:nvGrpSpPr>
        <p:grpSpPr bwMode="auto">
          <a:xfrm>
            <a:off x="5686425" y="1028700"/>
            <a:ext cx="3459163" cy="3814763"/>
            <a:chOff x="10032998" y="1581147"/>
            <a:chExt cx="6225676" cy="5010153"/>
          </a:xfrm>
        </p:grpSpPr>
        <p:pic>
          <p:nvPicPr>
            <p:cNvPr id="9" name="Graphic 14"/>
            <p:cNvPicPr>
              <a:picLocks noChangeAspect="1" noChangeArrowheads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110141" y="1660375"/>
              <a:ext cx="6148533" cy="4930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2" name="Oval 11"/>
            <p:cNvSpPr>
              <a:spLocks noChangeAspect="1"/>
            </p:cNvSpPr>
            <p:nvPr userDrawn="1"/>
          </p:nvSpPr>
          <p:spPr>
            <a:xfrm>
              <a:off x="10032998" y="1581147"/>
              <a:ext cx="220000" cy="212666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IN" sz="1350"/>
            </a:p>
          </p:txBody>
        </p:sp>
      </p:grp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362138" y="457200"/>
            <a:ext cx="5109397" cy="548878"/>
          </a:xfrm>
        </p:spPr>
        <p:txBody>
          <a:bodyPr/>
          <a:lstStyle>
            <a:lvl1pPr>
              <a:defRPr>
                <a:solidFill>
                  <a:srgbClr val="0056A4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5"/>
          <p:cNvSpPr>
            <a:spLocks noGrp="1"/>
          </p:cNvSpPr>
          <p:nvPr>
            <p:ph type="body" sz="quarter" idx="15"/>
          </p:nvPr>
        </p:nvSpPr>
        <p:spPr>
          <a:xfrm>
            <a:off x="405000" y="1371600"/>
            <a:ext cx="5067113" cy="85725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marR="0" indent="0" algn="l" defTabSz="514350" rtl="0" eaLnBrk="1" fontAlgn="auto" latinLnBrk="0" hangingPunct="1">
              <a:lnSpc>
                <a:spcPct val="100000"/>
              </a:lnSpc>
              <a:spcBef>
                <a:spcPts val="565"/>
              </a:spcBef>
              <a:spcAft>
                <a:spcPts val="0"/>
              </a:spcAft>
              <a:buClrTx/>
              <a:buSzTx/>
              <a:buFontTx/>
              <a:buNone/>
              <a:defRPr sz="1125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7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4"/>
          <p:cNvSpPr/>
          <p:nvPr userDrawn="1"/>
        </p:nvSpPr>
        <p:spPr>
          <a:xfrm>
            <a:off x="0" y="0"/>
            <a:ext cx="1381125" cy="15525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350"/>
          </a:p>
        </p:txBody>
      </p:sp>
      <p:sp>
        <p:nvSpPr>
          <p:cNvPr id="6" name="Oval 5"/>
          <p:cNvSpPr/>
          <p:nvPr userDrawn="1"/>
        </p:nvSpPr>
        <p:spPr>
          <a:xfrm>
            <a:off x="8643938" y="6286500"/>
            <a:ext cx="342900" cy="457200"/>
          </a:xfrm>
          <a:prstGeom prst="ellipse">
            <a:avLst/>
          </a:prstGeom>
          <a:noFill/>
          <a:ln w="19050">
            <a:solidFill>
              <a:srgbClr val="F68B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350"/>
          </a:p>
        </p:txBody>
      </p:sp>
      <p:sp>
        <p:nvSpPr>
          <p:cNvPr id="7" name="Holder 5"/>
          <p:cNvSpPr txBox="1"/>
          <p:nvPr userDrawn="1"/>
        </p:nvSpPr>
        <p:spPr>
          <a:xfrm>
            <a:off x="8578850" y="6343650"/>
            <a:ext cx="490538" cy="342900"/>
          </a:xfrm>
          <a:prstGeom prst="rect">
            <a:avLst/>
          </a:prstGeom>
        </p:spPr>
        <p:txBody>
          <a:bodyPr lIns="0" tIns="0" rIns="0" bIns="0" anchor="ctr"/>
          <a:lstStyle>
            <a:defPPr>
              <a:defRPr lang="en-US"/>
            </a:defPPr>
            <a:lvl1pPr marL="0" algn="r" defTabSz="914400" rtl="0" eaLnBrk="1" latinLnBrk="0" hangingPunct="1">
              <a:defRPr sz="2000" b="1" kern="1200">
                <a:solidFill>
                  <a:srgbClr val="001B44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fld id="{96243A8C-8571-4B1B-865B-0AE06F5B3A38}" type="slidenum">
              <a:rPr lang="en-GB" sz="790" smtClean="0">
                <a:solidFill>
                  <a:schemeClr val="bg1">
                    <a:lumMod val="50000"/>
                  </a:schemeClr>
                </a:solidFill>
              </a:rPr>
              <a:t>‹#›</a:t>
            </a:fld>
            <a:endParaRPr lang="en-GB" sz="790" dirty="0">
              <a:solidFill>
                <a:schemeClr val="bg1">
                  <a:lumMod val="50000"/>
                </a:schemeClr>
              </a:solidFill>
            </a:endParaRPr>
          </a:p>
        </p:txBody>
      </p:sp>
      <p:grpSp>
        <p:nvGrpSpPr>
          <p:cNvPr id="8" name="Group 13"/>
          <p:cNvGrpSpPr/>
          <p:nvPr userDrawn="1"/>
        </p:nvGrpSpPr>
        <p:grpSpPr bwMode="auto">
          <a:xfrm>
            <a:off x="5686425" y="1028700"/>
            <a:ext cx="3459163" cy="3814763"/>
            <a:chOff x="10032998" y="1581147"/>
            <a:chExt cx="6225676" cy="5010153"/>
          </a:xfrm>
        </p:grpSpPr>
        <p:pic>
          <p:nvPicPr>
            <p:cNvPr id="9" name="Graphic 14"/>
            <p:cNvPicPr>
              <a:picLocks noChangeAspect="1" noChangeArrowheads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110141" y="1660375"/>
              <a:ext cx="6148533" cy="4930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2" name="Oval 11"/>
            <p:cNvSpPr>
              <a:spLocks noChangeAspect="1"/>
            </p:cNvSpPr>
            <p:nvPr userDrawn="1"/>
          </p:nvSpPr>
          <p:spPr>
            <a:xfrm>
              <a:off x="10032998" y="1581147"/>
              <a:ext cx="220000" cy="212666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IN" sz="1350"/>
            </a:p>
          </p:txBody>
        </p:sp>
      </p:grp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362138" y="457200"/>
            <a:ext cx="5109397" cy="548878"/>
          </a:xfrm>
        </p:spPr>
        <p:txBody>
          <a:bodyPr/>
          <a:lstStyle>
            <a:lvl1pPr>
              <a:defRPr>
                <a:solidFill>
                  <a:srgbClr val="0056A4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5"/>
          <p:cNvSpPr>
            <a:spLocks noGrp="1"/>
          </p:cNvSpPr>
          <p:nvPr>
            <p:ph type="body" sz="quarter" idx="15"/>
          </p:nvPr>
        </p:nvSpPr>
        <p:spPr>
          <a:xfrm>
            <a:off x="405000" y="1371600"/>
            <a:ext cx="5067113" cy="85725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marR="0" indent="0" algn="l" defTabSz="514350" rtl="0" eaLnBrk="1" fontAlgn="auto" latinLnBrk="0" hangingPunct="1">
              <a:lnSpc>
                <a:spcPct val="100000"/>
              </a:lnSpc>
              <a:spcBef>
                <a:spcPts val="565"/>
              </a:spcBef>
              <a:spcAft>
                <a:spcPts val="0"/>
              </a:spcAft>
              <a:buClrTx/>
              <a:buSzTx/>
              <a:buFontTx/>
              <a:buNone/>
              <a:defRPr sz="1125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7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4"/>
          <p:cNvSpPr/>
          <p:nvPr userDrawn="1"/>
        </p:nvSpPr>
        <p:spPr>
          <a:xfrm>
            <a:off x="0" y="0"/>
            <a:ext cx="1381125" cy="15525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350"/>
          </a:p>
        </p:txBody>
      </p:sp>
      <p:sp>
        <p:nvSpPr>
          <p:cNvPr id="6" name="Oval 5"/>
          <p:cNvSpPr/>
          <p:nvPr userDrawn="1"/>
        </p:nvSpPr>
        <p:spPr>
          <a:xfrm>
            <a:off x="8643938" y="6286500"/>
            <a:ext cx="342900" cy="457200"/>
          </a:xfrm>
          <a:prstGeom prst="ellipse">
            <a:avLst/>
          </a:prstGeom>
          <a:noFill/>
          <a:ln w="19050">
            <a:solidFill>
              <a:srgbClr val="F68B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350"/>
          </a:p>
        </p:txBody>
      </p:sp>
      <p:sp>
        <p:nvSpPr>
          <p:cNvPr id="7" name="Holder 5"/>
          <p:cNvSpPr txBox="1"/>
          <p:nvPr userDrawn="1"/>
        </p:nvSpPr>
        <p:spPr>
          <a:xfrm>
            <a:off x="8578850" y="6343650"/>
            <a:ext cx="490538" cy="342900"/>
          </a:xfrm>
          <a:prstGeom prst="rect">
            <a:avLst/>
          </a:prstGeom>
        </p:spPr>
        <p:txBody>
          <a:bodyPr lIns="0" tIns="0" rIns="0" bIns="0" anchor="ctr"/>
          <a:lstStyle>
            <a:defPPr>
              <a:defRPr lang="en-US"/>
            </a:defPPr>
            <a:lvl1pPr marL="0" algn="r" defTabSz="914400" rtl="0" eaLnBrk="1" latinLnBrk="0" hangingPunct="1">
              <a:defRPr sz="2000" b="1" kern="1200">
                <a:solidFill>
                  <a:srgbClr val="001B44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fld id="{63DD3FC1-8B8F-46A3-B85E-093632260D0B}" type="slidenum">
              <a:rPr lang="en-GB" sz="790" smtClean="0">
                <a:solidFill>
                  <a:schemeClr val="bg1">
                    <a:lumMod val="50000"/>
                  </a:schemeClr>
                </a:solidFill>
              </a:rPr>
              <a:t>‹#›</a:t>
            </a:fld>
            <a:endParaRPr lang="en-GB" sz="790" dirty="0">
              <a:solidFill>
                <a:schemeClr val="bg1">
                  <a:lumMod val="50000"/>
                </a:schemeClr>
              </a:solidFill>
            </a:endParaRPr>
          </a:p>
        </p:txBody>
      </p:sp>
      <p:grpSp>
        <p:nvGrpSpPr>
          <p:cNvPr id="8" name="Group 13"/>
          <p:cNvGrpSpPr/>
          <p:nvPr userDrawn="1"/>
        </p:nvGrpSpPr>
        <p:grpSpPr bwMode="auto">
          <a:xfrm>
            <a:off x="5686425" y="1028700"/>
            <a:ext cx="3459163" cy="3814763"/>
            <a:chOff x="10032998" y="1581147"/>
            <a:chExt cx="6225676" cy="5010153"/>
          </a:xfrm>
        </p:grpSpPr>
        <p:pic>
          <p:nvPicPr>
            <p:cNvPr id="9" name="Graphic 14"/>
            <p:cNvPicPr>
              <a:picLocks noChangeAspect="1" noChangeArrowheads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110141" y="1660375"/>
              <a:ext cx="6148533" cy="4930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" name="Oval 9"/>
            <p:cNvSpPr>
              <a:spLocks noChangeAspect="1"/>
            </p:cNvSpPr>
            <p:nvPr userDrawn="1"/>
          </p:nvSpPr>
          <p:spPr>
            <a:xfrm>
              <a:off x="10032998" y="1581147"/>
              <a:ext cx="220000" cy="212666"/>
            </a:xfrm>
            <a:prstGeom prst="ellipse">
              <a:avLst/>
            </a:prstGeom>
            <a:solidFill>
              <a:srgbClr val="0056A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IN" sz="1350" dirty="0"/>
            </a:p>
          </p:txBody>
        </p:sp>
      </p:grp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362138" y="457200"/>
            <a:ext cx="5109397" cy="548878"/>
          </a:xfrm>
        </p:spPr>
        <p:txBody>
          <a:bodyPr/>
          <a:lstStyle>
            <a:lvl1pPr>
              <a:defRPr>
                <a:solidFill>
                  <a:srgbClr val="0056A4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15"/>
          </p:nvPr>
        </p:nvSpPr>
        <p:spPr>
          <a:xfrm>
            <a:off x="405000" y="1371600"/>
            <a:ext cx="5067113" cy="85725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marR="0" indent="0" algn="l" defTabSz="514350" rtl="0" eaLnBrk="1" fontAlgn="auto" latinLnBrk="0" hangingPunct="1">
              <a:lnSpc>
                <a:spcPct val="100000"/>
              </a:lnSpc>
              <a:spcBef>
                <a:spcPts val="565"/>
              </a:spcBef>
              <a:spcAft>
                <a:spcPts val="0"/>
              </a:spcAft>
              <a:buClrTx/>
              <a:buSzTx/>
              <a:buFontTx/>
              <a:buNone/>
              <a:defRPr sz="1125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val 8"/>
          <p:cNvSpPr/>
          <p:nvPr userDrawn="1"/>
        </p:nvSpPr>
        <p:spPr>
          <a:xfrm>
            <a:off x="457200" y="2114550"/>
            <a:ext cx="814388" cy="1085850"/>
          </a:xfrm>
          <a:prstGeom prst="ellipse">
            <a:avLst/>
          </a:prstGeom>
          <a:solidFill>
            <a:srgbClr val="0056A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350"/>
          </a:p>
        </p:txBody>
      </p:sp>
      <p:sp>
        <p:nvSpPr>
          <p:cNvPr id="10" name="Oval 9"/>
          <p:cNvSpPr/>
          <p:nvPr userDrawn="1"/>
        </p:nvSpPr>
        <p:spPr>
          <a:xfrm>
            <a:off x="3249613" y="2114550"/>
            <a:ext cx="814387" cy="1085850"/>
          </a:xfrm>
          <a:prstGeom prst="ellipse">
            <a:avLst/>
          </a:prstGeom>
          <a:solidFill>
            <a:srgbClr val="F68B1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350"/>
          </a:p>
        </p:txBody>
      </p:sp>
      <p:sp>
        <p:nvSpPr>
          <p:cNvPr id="11" name="Oval 10"/>
          <p:cNvSpPr/>
          <p:nvPr userDrawn="1"/>
        </p:nvSpPr>
        <p:spPr>
          <a:xfrm>
            <a:off x="5994400" y="2114550"/>
            <a:ext cx="814388" cy="1085850"/>
          </a:xfrm>
          <a:prstGeom prst="ellipse">
            <a:avLst/>
          </a:prstGeom>
          <a:solidFill>
            <a:srgbClr val="80808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350"/>
          </a:p>
        </p:txBody>
      </p:sp>
      <p:pic>
        <p:nvPicPr>
          <p:cNvPr id="12" name="Picture 11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61088" y="2501900"/>
            <a:ext cx="473075" cy="358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" name="Picture 12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63925" y="2465388"/>
            <a:ext cx="414338" cy="392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0" name="Group 19"/>
          <p:cNvGrpSpPr/>
          <p:nvPr userDrawn="1"/>
        </p:nvGrpSpPr>
        <p:grpSpPr bwMode="auto">
          <a:xfrm>
            <a:off x="733425" y="2365375"/>
            <a:ext cx="279400" cy="615950"/>
            <a:chOff x="6531329" y="2691707"/>
            <a:chExt cx="444716" cy="733318"/>
          </a:xfrm>
        </p:grpSpPr>
        <p:sp>
          <p:nvSpPr>
            <p:cNvPr id="21" name="Freeform 95"/>
            <p:cNvSpPr/>
            <p:nvPr/>
          </p:nvSpPr>
          <p:spPr bwMode="auto">
            <a:xfrm>
              <a:off x="6652002" y="3283678"/>
              <a:ext cx="203371" cy="52742"/>
            </a:xfrm>
            <a:custGeom>
              <a:avLst/>
              <a:gdLst>
                <a:gd name="T0" fmla="*/ 175909934 w 204"/>
                <a:gd name="T1" fmla="*/ 0 h 53"/>
                <a:gd name="T2" fmla="*/ 25840080 w 204"/>
                <a:gd name="T3" fmla="*/ 0 h 53"/>
                <a:gd name="T4" fmla="*/ 0 w 204"/>
                <a:gd name="T5" fmla="*/ 25747052 h 53"/>
                <a:gd name="T6" fmla="*/ 25840080 w 204"/>
                <a:gd name="T7" fmla="*/ 52485256 h 53"/>
                <a:gd name="T8" fmla="*/ 175909934 w 204"/>
                <a:gd name="T9" fmla="*/ 52485256 h 53"/>
                <a:gd name="T10" fmla="*/ 202743939 w 204"/>
                <a:gd name="T11" fmla="*/ 25747052 h 53"/>
                <a:gd name="T12" fmla="*/ 175909934 w 204"/>
                <a:gd name="T13" fmla="*/ 0 h 5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04" h="53">
                  <a:moveTo>
                    <a:pt x="177" y="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12" y="0"/>
                    <a:pt x="0" y="12"/>
                    <a:pt x="0" y="26"/>
                  </a:cubicBezTo>
                  <a:cubicBezTo>
                    <a:pt x="0" y="41"/>
                    <a:pt x="12" y="53"/>
                    <a:pt x="26" y="53"/>
                  </a:cubicBezTo>
                  <a:cubicBezTo>
                    <a:pt x="177" y="53"/>
                    <a:pt x="177" y="53"/>
                    <a:pt x="177" y="53"/>
                  </a:cubicBezTo>
                  <a:cubicBezTo>
                    <a:pt x="192" y="53"/>
                    <a:pt x="204" y="41"/>
                    <a:pt x="204" y="26"/>
                  </a:cubicBezTo>
                  <a:cubicBezTo>
                    <a:pt x="204" y="12"/>
                    <a:pt x="192" y="0"/>
                    <a:pt x="177" y="0"/>
                  </a:cubicBezTo>
                  <a:close/>
                </a:path>
              </a:pathLst>
            </a:custGeom>
            <a:noFill/>
            <a:ln w="19050" cap="rnd">
              <a:solidFill>
                <a:srgbClr val="FFFFFF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121920" tIns="60960" rIns="121920" bIns="60960"/>
            <a:lstStyle/>
            <a:p>
              <a:endParaRPr lang="de-DE"/>
            </a:p>
          </p:txBody>
        </p:sp>
        <p:sp>
          <p:nvSpPr>
            <p:cNvPr id="22" name="Freeform 96"/>
            <p:cNvSpPr/>
            <p:nvPr/>
          </p:nvSpPr>
          <p:spPr bwMode="auto">
            <a:xfrm>
              <a:off x="6652002" y="3336419"/>
              <a:ext cx="203371" cy="54007"/>
            </a:xfrm>
            <a:custGeom>
              <a:avLst/>
              <a:gdLst>
                <a:gd name="T0" fmla="*/ 175909934 w 204"/>
                <a:gd name="T1" fmla="*/ 0 h 54"/>
                <a:gd name="T2" fmla="*/ 25840080 w 204"/>
                <a:gd name="T3" fmla="*/ 0 h 54"/>
                <a:gd name="T4" fmla="*/ 0 w 204"/>
                <a:gd name="T5" fmla="*/ 27007501 h 54"/>
                <a:gd name="T6" fmla="*/ 25840080 w 204"/>
                <a:gd name="T7" fmla="*/ 54014001 h 54"/>
                <a:gd name="T8" fmla="*/ 175909934 w 204"/>
                <a:gd name="T9" fmla="*/ 54014001 h 54"/>
                <a:gd name="T10" fmla="*/ 202743939 w 204"/>
                <a:gd name="T11" fmla="*/ 27007501 h 54"/>
                <a:gd name="T12" fmla="*/ 175909934 w 204"/>
                <a:gd name="T13" fmla="*/ 0 h 5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04" h="54">
                  <a:moveTo>
                    <a:pt x="177" y="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12" y="0"/>
                    <a:pt x="0" y="12"/>
                    <a:pt x="0" y="27"/>
                  </a:cubicBezTo>
                  <a:cubicBezTo>
                    <a:pt x="0" y="42"/>
                    <a:pt x="12" y="54"/>
                    <a:pt x="26" y="54"/>
                  </a:cubicBezTo>
                  <a:cubicBezTo>
                    <a:pt x="177" y="54"/>
                    <a:pt x="177" y="54"/>
                    <a:pt x="177" y="54"/>
                  </a:cubicBezTo>
                  <a:cubicBezTo>
                    <a:pt x="192" y="54"/>
                    <a:pt x="204" y="42"/>
                    <a:pt x="204" y="27"/>
                  </a:cubicBezTo>
                  <a:cubicBezTo>
                    <a:pt x="204" y="12"/>
                    <a:pt x="192" y="0"/>
                    <a:pt x="177" y="0"/>
                  </a:cubicBezTo>
                  <a:close/>
                </a:path>
              </a:pathLst>
            </a:custGeom>
            <a:noFill/>
            <a:ln w="19050" cap="rnd">
              <a:solidFill>
                <a:srgbClr val="FFFFFF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121920" tIns="60960" rIns="121920" bIns="60960"/>
            <a:lstStyle/>
            <a:p>
              <a:endParaRPr lang="de-DE"/>
            </a:p>
          </p:txBody>
        </p:sp>
        <p:sp>
          <p:nvSpPr>
            <p:cNvPr id="23" name="Freeform 97"/>
            <p:cNvSpPr/>
            <p:nvPr/>
          </p:nvSpPr>
          <p:spPr bwMode="auto">
            <a:xfrm>
              <a:off x="6687866" y="3390427"/>
              <a:ext cx="131643" cy="34598"/>
            </a:xfrm>
            <a:custGeom>
              <a:avLst/>
              <a:gdLst>
                <a:gd name="T0" fmla="*/ 0 w 132"/>
                <a:gd name="T1" fmla="*/ 0 h 35"/>
                <a:gd name="T2" fmla="*/ 65643981 w 132"/>
                <a:gd name="T3" fmla="*/ 34200617 h 35"/>
                <a:gd name="T4" fmla="*/ 131286966 w 132"/>
                <a:gd name="T5" fmla="*/ 0 h 3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32" h="35">
                  <a:moveTo>
                    <a:pt x="0" y="0"/>
                  </a:moveTo>
                  <a:cubicBezTo>
                    <a:pt x="0" y="19"/>
                    <a:pt x="29" y="35"/>
                    <a:pt x="66" y="35"/>
                  </a:cubicBezTo>
                  <a:cubicBezTo>
                    <a:pt x="102" y="35"/>
                    <a:pt x="132" y="19"/>
                    <a:pt x="132" y="0"/>
                  </a:cubicBezTo>
                </a:path>
              </a:pathLst>
            </a:custGeom>
            <a:noFill/>
            <a:ln w="19050" cap="rnd">
              <a:solidFill>
                <a:srgbClr val="FFFFFF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121920" tIns="60960" rIns="121920" bIns="60960"/>
            <a:lstStyle/>
            <a:p>
              <a:endParaRPr lang="de-DE"/>
            </a:p>
          </p:txBody>
        </p:sp>
        <p:sp>
          <p:nvSpPr>
            <p:cNvPr id="24" name="Freeform 98"/>
            <p:cNvSpPr/>
            <p:nvPr/>
          </p:nvSpPr>
          <p:spPr bwMode="auto">
            <a:xfrm>
              <a:off x="6531329" y="2691707"/>
              <a:ext cx="444716" cy="537964"/>
            </a:xfrm>
            <a:custGeom>
              <a:avLst/>
              <a:gdLst>
                <a:gd name="T0" fmla="*/ 221717848 w 446"/>
                <a:gd name="T1" fmla="*/ 0 h 540"/>
                <a:gd name="T2" fmla="*/ 0 w 446"/>
                <a:gd name="T3" fmla="*/ 221321378 h 540"/>
                <a:gd name="T4" fmla="*/ 61644019 w 446"/>
                <a:gd name="T5" fmla="*/ 376147417 h 540"/>
                <a:gd name="T6" fmla="*/ 93459161 w 446"/>
                <a:gd name="T7" fmla="*/ 436688292 h 540"/>
                <a:gd name="T8" fmla="*/ 93459161 w 446"/>
                <a:gd name="T9" fmla="*/ 480357022 h 540"/>
                <a:gd name="T10" fmla="*/ 149137405 w 446"/>
                <a:gd name="T11" fmla="*/ 535935676 h 540"/>
                <a:gd name="T12" fmla="*/ 294298291 w 446"/>
                <a:gd name="T13" fmla="*/ 535935676 h 540"/>
                <a:gd name="T14" fmla="*/ 349976535 w 446"/>
                <a:gd name="T15" fmla="*/ 480357022 h 540"/>
                <a:gd name="T16" fmla="*/ 349976535 w 446"/>
                <a:gd name="T17" fmla="*/ 436688292 h 540"/>
                <a:gd name="T18" fmla="*/ 380797548 w 446"/>
                <a:gd name="T19" fmla="*/ 376147417 h 540"/>
                <a:gd name="T20" fmla="*/ 443435697 w 446"/>
                <a:gd name="T21" fmla="*/ 221321378 h 540"/>
                <a:gd name="T22" fmla="*/ 221717848 w 446"/>
                <a:gd name="T23" fmla="*/ 0 h 540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446" h="540">
                  <a:moveTo>
                    <a:pt x="223" y="0"/>
                  </a:moveTo>
                  <a:cubicBezTo>
                    <a:pt x="99" y="0"/>
                    <a:pt x="0" y="100"/>
                    <a:pt x="0" y="223"/>
                  </a:cubicBezTo>
                  <a:cubicBezTo>
                    <a:pt x="0" y="284"/>
                    <a:pt x="22" y="339"/>
                    <a:pt x="62" y="379"/>
                  </a:cubicBezTo>
                  <a:cubicBezTo>
                    <a:pt x="83" y="399"/>
                    <a:pt x="94" y="415"/>
                    <a:pt x="94" y="440"/>
                  </a:cubicBezTo>
                  <a:cubicBezTo>
                    <a:pt x="94" y="466"/>
                    <a:pt x="94" y="484"/>
                    <a:pt x="94" y="484"/>
                  </a:cubicBezTo>
                  <a:cubicBezTo>
                    <a:pt x="94" y="515"/>
                    <a:pt x="119" y="540"/>
                    <a:pt x="150" y="540"/>
                  </a:cubicBezTo>
                  <a:cubicBezTo>
                    <a:pt x="296" y="540"/>
                    <a:pt x="296" y="540"/>
                    <a:pt x="296" y="540"/>
                  </a:cubicBezTo>
                  <a:cubicBezTo>
                    <a:pt x="327" y="540"/>
                    <a:pt x="352" y="515"/>
                    <a:pt x="352" y="484"/>
                  </a:cubicBezTo>
                  <a:cubicBezTo>
                    <a:pt x="352" y="484"/>
                    <a:pt x="352" y="466"/>
                    <a:pt x="352" y="440"/>
                  </a:cubicBezTo>
                  <a:cubicBezTo>
                    <a:pt x="352" y="415"/>
                    <a:pt x="362" y="399"/>
                    <a:pt x="383" y="379"/>
                  </a:cubicBezTo>
                  <a:cubicBezTo>
                    <a:pt x="423" y="339"/>
                    <a:pt x="446" y="284"/>
                    <a:pt x="446" y="223"/>
                  </a:cubicBezTo>
                  <a:cubicBezTo>
                    <a:pt x="446" y="100"/>
                    <a:pt x="347" y="0"/>
                    <a:pt x="223" y="0"/>
                  </a:cubicBezTo>
                  <a:close/>
                </a:path>
              </a:pathLst>
            </a:custGeom>
            <a:noFill/>
            <a:ln w="19050" cap="rnd">
              <a:solidFill>
                <a:srgbClr val="FFFFFF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121920" tIns="60960" rIns="121920" bIns="60960"/>
            <a:lstStyle/>
            <a:p>
              <a:endParaRPr lang="de-DE"/>
            </a:p>
          </p:txBody>
        </p:sp>
        <p:sp>
          <p:nvSpPr>
            <p:cNvPr id="25" name="Freeform 99"/>
            <p:cNvSpPr/>
            <p:nvPr/>
          </p:nvSpPr>
          <p:spPr bwMode="auto">
            <a:xfrm>
              <a:off x="6652002" y="3229670"/>
              <a:ext cx="203371" cy="54007"/>
            </a:xfrm>
            <a:custGeom>
              <a:avLst/>
              <a:gdLst>
                <a:gd name="T0" fmla="*/ 175909934 w 204"/>
                <a:gd name="T1" fmla="*/ 0 h 54"/>
                <a:gd name="T2" fmla="*/ 25840080 w 204"/>
                <a:gd name="T3" fmla="*/ 0 h 54"/>
                <a:gd name="T4" fmla="*/ 0 w 204"/>
                <a:gd name="T5" fmla="*/ 27007501 h 54"/>
                <a:gd name="T6" fmla="*/ 25840080 w 204"/>
                <a:gd name="T7" fmla="*/ 54014001 h 54"/>
                <a:gd name="T8" fmla="*/ 175909934 w 204"/>
                <a:gd name="T9" fmla="*/ 54014001 h 54"/>
                <a:gd name="T10" fmla="*/ 202743939 w 204"/>
                <a:gd name="T11" fmla="*/ 27007501 h 54"/>
                <a:gd name="T12" fmla="*/ 175909934 w 204"/>
                <a:gd name="T13" fmla="*/ 0 h 5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04" h="54">
                  <a:moveTo>
                    <a:pt x="177" y="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12" y="0"/>
                    <a:pt x="0" y="12"/>
                    <a:pt x="0" y="27"/>
                  </a:cubicBezTo>
                  <a:cubicBezTo>
                    <a:pt x="0" y="42"/>
                    <a:pt x="12" y="54"/>
                    <a:pt x="26" y="54"/>
                  </a:cubicBezTo>
                  <a:cubicBezTo>
                    <a:pt x="177" y="54"/>
                    <a:pt x="177" y="54"/>
                    <a:pt x="177" y="54"/>
                  </a:cubicBezTo>
                  <a:cubicBezTo>
                    <a:pt x="192" y="54"/>
                    <a:pt x="204" y="42"/>
                    <a:pt x="204" y="27"/>
                  </a:cubicBezTo>
                  <a:cubicBezTo>
                    <a:pt x="204" y="12"/>
                    <a:pt x="192" y="0"/>
                    <a:pt x="177" y="0"/>
                  </a:cubicBezTo>
                  <a:close/>
                </a:path>
              </a:pathLst>
            </a:custGeom>
            <a:noFill/>
            <a:ln w="19050" cap="rnd">
              <a:solidFill>
                <a:srgbClr val="FFFFFF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121920" tIns="60960" rIns="121920" bIns="60960"/>
            <a:lstStyle/>
            <a:p>
              <a:endParaRPr lang="de-DE"/>
            </a:p>
          </p:txBody>
        </p:sp>
      </p:grp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1228725" y="400050"/>
            <a:ext cx="7372350" cy="54887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1357312" y="2133601"/>
            <a:ext cx="1585913" cy="38913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50" b="1">
                <a:solidFill>
                  <a:srgbClr val="0056A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5"/>
          <p:cNvSpPr>
            <a:spLocks noGrp="1"/>
          </p:cNvSpPr>
          <p:nvPr>
            <p:ph type="body" sz="quarter" idx="14"/>
          </p:nvPr>
        </p:nvSpPr>
        <p:spPr>
          <a:xfrm>
            <a:off x="1357313" y="2613960"/>
            <a:ext cx="1714500" cy="2243790"/>
          </a:xfrm>
          <a:prstGeom prst="rect">
            <a:avLst/>
          </a:prstGeom>
        </p:spPr>
        <p:txBody>
          <a:bodyPr lIns="0" tIns="0" rIns="0" bIns="0"/>
          <a:lstStyle>
            <a:lvl1pPr marL="128905" marR="0" indent="-128905" algn="l" defTabSz="514350" rtl="0" eaLnBrk="1" fontAlgn="auto" latinLnBrk="0" hangingPunct="1">
              <a:lnSpc>
                <a:spcPct val="100000"/>
              </a:lnSpc>
              <a:spcBef>
                <a:spcPts val="565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 sz="9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6" name="Text Placeholder 5"/>
          <p:cNvSpPr>
            <a:spLocks noGrp="1"/>
          </p:cNvSpPr>
          <p:nvPr>
            <p:ph type="body" sz="quarter" idx="15"/>
          </p:nvPr>
        </p:nvSpPr>
        <p:spPr>
          <a:xfrm>
            <a:off x="4155559" y="2133601"/>
            <a:ext cx="1585913" cy="38913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50" b="1">
                <a:solidFill>
                  <a:srgbClr val="0056A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4155559" y="2613960"/>
            <a:ext cx="1714500" cy="2243790"/>
          </a:xfrm>
          <a:prstGeom prst="rect">
            <a:avLst/>
          </a:prstGeom>
        </p:spPr>
        <p:txBody>
          <a:bodyPr lIns="0" tIns="0" rIns="0" bIns="0"/>
          <a:lstStyle>
            <a:lvl1pPr marL="128905" marR="0" indent="-128905" algn="l" defTabSz="514350" rtl="0" eaLnBrk="1" fontAlgn="auto" latinLnBrk="0" hangingPunct="1">
              <a:lnSpc>
                <a:spcPct val="100000"/>
              </a:lnSpc>
              <a:spcBef>
                <a:spcPts val="565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 sz="9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8" name="Text Placeholder 5"/>
          <p:cNvSpPr>
            <a:spLocks noGrp="1"/>
          </p:cNvSpPr>
          <p:nvPr>
            <p:ph type="body" sz="quarter" idx="17"/>
          </p:nvPr>
        </p:nvSpPr>
        <p:spPr>
          <a:xfrm>
            <a:off x="6886575" y="2133601"/>
            <a:ext cx="1585913" cy="38913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50" b="1">
                <a:solidFill>
                  <a:srgbClr val="0056A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5"/>
          <p:cNvSpPr>
            <a:spLocks noGrp="1"/>
          </p:cNvSpPr>
          <p:nvPr>
            <p:ph type="body" sz="quarter" idx="18"/>
          </p:nvPr>
        </p:nvSpPr>
        <p:spPr>
          <a:xfrm>
            <a:off x="6886575" y="2613960"/>
            <a:ext cx="1714500" cy="2243790"/>
          </a:xfrm>
          <a:prstGeom prst="rect">
            <a:avLst/>
          </a:prstGeom>
        </p:spPr>
        <p:txBody>
          <a:bodyPr lIns="0" tIns="0" rIns="0" bIns="0"/>
          <a:lstStyle>
            <a:lvl1pPr marL="128905" marR="0" indent="-128905" algn="l" defTabSz="514350" rtl="0" eaLnBrk="1" fontAlgn="auto" latinLnBrk="0" hangingPunct="1">
              <a:lnSpc>
                <a:spcPct val="100000"/>
              </a:lnSpc>
              <a:spcBef>
                <a:spcPts val="565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 sz="9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val 5"/>
          <p:cNvSpPr/>
          <p:nvPr userDrawn="1"/>
        </p:nvSpPr>
        <p:spPr>
          <a:xfrm>
            <a:off x="3784600" y="2132013"/>
            <a:ext cx="1628775" cy="2171700"/>
          </a:xfrm>
          <a:prstGeom prst="ellipse">
            <a:avLst/>
          </a:prstGeom>
          <a:solidFill>
            <a:srgbClr val="F68B1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350"/>
          </a:p>
        </p:txBody>
      </p:sp>
      <p:sp>
        <p:nvSpPr>
          <p:cNvPr id="7" name="Arc 6"/>
          <p:cNvSpPr>
            <a:spLocks noChangeAspect="1"/>
          </p:cNvSpPr>
          <p:nvPr userDrawn="1"/>
        </p:nvSpPr>
        <p:spPr>
          <a:xfrm>
            <a:off x="3706813" y="2030413"/>
            <a:ext cx="1782762" cy="2376487"/>
          </a:xfrm>
          <a:prstGeom prst="arc">
            <a:avLst>
              <a:gd name="adj1" fmla="val 14511769"/>
              <a:gd name="adj2" fmla="val 10954347"/>
            </a:avLst>
          </a:prstGeom>
          <a:ln w="22225">
            <a:solidFill>
              <a:srgbClr val="F68B1F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en-IN" sz="1350" dirty="0"/>
          </a:p>
        </p:txBody>
      </p:sp>
      <p:sp>
        <p:nvSpPr>
          <p:cNvPr id="8" name="Arc 7"/>
          <p:cNvSpPr>
            <a:spLocks noChangeAspect="1"/>
          </p:cNvSpPr>
          <p:nvPr userDrawn="1"/>
        </p:nvSpPr>
        <p:spPr>
          <a:xfrm rot="11700000">
            <a:off x="3748088" y="2084388"/>
            <a:ext cx="1700212" cy="2268537"/>
          </a:xfrm>
          <a:prstGeom prst="arc">
            <a:avLst>
              <a:gd name="adj1" fmla="val 14511769"/>
              <a:gd name="adj2" fmla="val 10954347"/>
            </a:avLst>
          </a:prstGeom>
          <a:ln w="22225">
            <a:solidFill>
              <a:srgbClr val="F68B1F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en-IN" sz="1350"/>
          </a:p>
        </p:txBody>
      </p:sp>
      <p:sp>
        <p:nvSpPr>
          <p:cNvPr id="9" name="Oval 8"/>
          <p:cNvSpPr/>
          <p:nvPr userDrawn="1"/>
        </p:nvSpPr>
        <p:spPr>
          <a:xfrm>
            <a:off x="1463675" y="2132013"/>
            <a:ext cx="1628775" cy="2171700"/>
          </a:xfrm>
          <a:prstGeom prst="ellipse">
            <a:avLst/>
          </a:prstGeom>
          <a:solidFill>
            <a:srgbClr val="0056A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350"/>
          </a:p>
        </p:txBody>
      </p:sp>
      <p:sp>
        <p:nvSpPr>
          <p:cNvPr id="10" name="Arc 9"/>
          <p:cNvSpPr>
            <a:spLocks noChangeAspect="1"/>
          </p:cNvSpPr>
          <p:nvPr userDrawn="1"/>
        </p:nvSpPr>
        <p:spPr>
          <a:xfrm>
            <a:off x="1385888" y="2030413"/>
            <a:ext cx="1782762" cy="2376487"/>
          </a:xfrm>
          <a:prstGeom prst="arc">
            <a:avLst>
              <a:gd name="adj1" fmla="val 14511769"/>
              <a:gd name="adj2" fmla="val 10954347"/>
            </a:avLst>
          </a:prstGeom>
          <a:ln w="22225">
            <a:solidFill>
              <a:srgbClr val="0056A4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en-IN" sz="1350" dirty="0"/>
          </a:p>
        </p:txBody>
      </p:sp>
      <p:sp>
        <p:nvSpPr>
          <p:cNvPr id="11" name="Arc 10"/>
          <p:cNvSpPr>
            <a:spLocks noChangeAspect="1"/>
          </p:cNvSpPr>
          <p:nvPr userDrawn="1"/>
        </p:nvSpPr>
        <p:spPr>
          <a:xfrm rot="11700000">
            <a:off x="1427163" y="2084388"/>
            <a:ext cx="1700212" cy="2268537"/>
          </a:xfrm>
          <a:prstGeom prst="arc">
            <a:avLst>
              <a:gd name="adj1" fmla="val 14511769"/>
              <a:gd name="adj2" fmla="val 10954347"/>
            </a:avLst>
          </a:prstGeom>
          <a:ln w="22225">
            <a:solidFill>
              <a:srgbClr val="0056A4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en-IN" sz="1350"/>
          </a:p>
        </p:txBody>
      </p:sp>
      <p:sp>
        <p:nvSpPr>
          <p:cNvPr id="13" name="Oval 12"/>
          <p:cNvSpPr/>
          <p:nvPr userDrawn="1"/>
        </p:nvSpPr>
        <p:spPr>
          <a:xfrm>
            <a:off x="6115050" y="2132013"/>
            <a:ext cx="1628775" cy="2171700"/>
          </a:xfrm>
          <a:prstGeom prst="ellipse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350"/>
          </a:p>
        </p:txBody>
      </p:sp>
      <p:sp>
        <p:nvSpPr>
          <p:cNvPr id="14" name="Arc 13"/>
          <p:cNvSpPr>
            <a:spLocks noChangeAspect="1"/>
          </p:cNvSpPr>
          <p:nvPr userDrawn="1"/>
        </p:nvSpPr>
        <p:spPr>
          <a:xfrm>
            <a:off x="6037263" y="2030413"/>
            <a:ext cx="1782762" cy="2376487"/>
          </a:xfrm>
          <a:prstGeom prst="arc">
            <a:avLst>
              <a:gd name="adj1" fmla="val 14511769"/>
              <a:gd name="adj2" fmla="val 10954347"/>
            </a:avLst>
          </a:prstGeom>
          <a:ln w="22225">
            <a:solidFill>
              <a:schemeClr val="tx1">
                <a:lumMod val="85000"/>
                <a:lumOff val="15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en-IN" sz="1350" dirty="0"/>
          </a:p>
        </p:txBody>
      </p:sp>
      <p:sp>
        <p:nvSpPr>
          <p:cNvPr id="15" name="Arc 14"/>
          <p:cNvSpPr>
            <a:spLocks noChangeAspect="1"/>
          </p:cNvSpPr>
          <p:nvPr userDrawn="1"/>
        </p:nvSpPr>
        <p:spPr>
          <a:xfrm rot="11700000">
            <a:off x="6078538" y="2084388"/>
            <a:ext cx="1700212" cy="2268537"/>
          </a:xfrm>
          <a:prstGeom prst="arc">
            <a:avLst>
              <a:gd name="adj1" fmla="val 14511769"/>
              <a:gd name="adj2" fmla="val 10954347"/>
            </a:avLst>
          </a:prstGeom>
          <a:ln w="22225">
            <a:solidFill>
              <a:schemeClr val="tx1">
                <a:lumMod val="85000"/>
                <a:lumOff val="15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en-IN" sz="1350"/>
          </a:p>
        </p:txBody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1228725" y="400050"/>
            <a:ext cx="7458075" cy="54887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3757613" y="2926564"/>
            <a:ext cx="1628775" cy="547672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buFontTx/>
              <a:buNone/>
              <a:defRPr sz="1125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5"/>
          <p:cNvSpPr>
            <a:spLocks noGrp="1"/>
          </p:cNvSpPr>
          <p:nvPr>
            <p:ph type="body" sz="quarter" idx="14"/>
          </p:nvPr>
        </p:nvSpPr>
        <p:spPr>
          <a:xfrm>
            <a:off x="1436742" y="2926564"/>
            <a:ext cx="1628775" cy="547672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buFontTx/>
              <a:buNone/>
              <a:defRPr sz="1125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5"/>
          <p:cNvSpPr>
            <a:spLocks noGrp="1"/>
          </p:cNvSpPr>
          <p:nvPr>
            <p:ph type="body" sz="quarter" idx="15"/>
          </p:nvPr>
        </p:nvSpPr>
        <p:spPr>
          <a:xfrm>
            <a:off x="6087952" y="2926564"/>
            <a:ext cx="1628775" cy="547672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buFontTx/>
              <a:buNone/>
              <a:defRPr sz="1125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350"/>
          </a:p>
        </p:txBody>
      </p:sp>
      <p:pic>
        <p:nvPicPr>
          <p:cNvPr id="6" name="Picture 8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851535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object 19"/>
          <p:cNvSpPr txBox="1"/>
          <p:nvPr userDrawn="1"/>
        </p:nvSpPr>
        <p:spPr>
          <a:xfrm>
            <a:off x="404813" y="6424613"/>
            <a:ext cx="2282825" cy="111125"/>
          </a:xfrm>
          <a:prstGeom prst="rect">
            <a:avLst/>
          </a:prstGeom>
        </p:spPr>
        <p:txBody>
          <a:bodyPr lIns="0" tIns="7144" rIns="0" bIns="0">
            <a:spAutoFit/>
          </a:bodyPr>
          <a:lstStyle/>
          <a:p>
            <a:pPr marL="6985">
              <a:spcBef>
                <a:spcPts val="55"/>
              </a:spcBef>
              <a:defRPr/>
            </a:pPr>
            <a:r>
              <a:rPr sz="675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© </a:t>
            </a:r>
            <a:r>
              <a:rPr sz="675" spc="-3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</a:t>
            </a:r>
            <a:r>
              <a:rPr lang="en-US" sz="675" spc="-3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</a:t>
            </a:r>
            <a:r>
              <a:rPr sz="675" spc="-3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675" spc="-3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Coforge</a:t>
            </a:r>
            <a:endParaRPr sz="675" dirty="0">
              <a:solidFill>
                <a:schemeClr val="bg1">
                  <a:lumMod val="9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Oval 7"/>
          <p:cNvSpPr/>
          <p:nvPr userDrawn="1"/>
        </p:nvSpPr>
        <p:spPr>
          <a:xfrm>
            <a:off x="8643938" y="6286500"/>
            <a:ext cx="342900" cy="457200"/>
          </a:xfrm>
          <a:prstGeom prst="ellipse">
            <a:avLst/>
          </a:prstGeom>
          <a:noFill/>
          <a:ln w="19050">
            <a:solidFill>
              <a:srgbClr val="F68B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350"/>
          </a:p>
        </p:txBody>
      </p:sp>
      <p:sp>
        <p:nvSpPr>
          <p:cNvPr id="9" name="Holder 5"/>
          <p:cNvSpPr txBox="1"/>
          <p:nvPr userDrawn="1"/>
        </p:nvSpPr>
        <p:spPr>
          <a:xfrm>
            <a:off x="8578850" y="6343650"/>
            <a:ext cx="490538" cy="342900"/>
          </a:xfrm>
          <a:prstGeom prst="rect">
            <a:avLst/>
          </a:prstGeom>
        </p:spPr>
        <p:txBody>
          <a:bodyPr lIns="0" tIns="0" rIns="0" bIns="0" anchor="ctr"/>
          <a:lstStyle>
            <a:defPPr>
              <a:defRPr lang="en-US"/>
            </a:defPPr>
            <a:lvl1pPr marL="0" algn="r" defTabSz="914400" rtl="0" eaLnBrk="1" latinLnBrk="0" hangingPunct="1">
              <a:defRPr sz="2000" b="1" kern="1200">
                <a:solidFill>
                  <a:srgbClr val="001B44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fld id="{DCC19A6C-97F2-40B8-B2C9-6A0CE13C5205}" type="slidenum">
              <a:rPr lang="en-GB" sz="790" smtClean="0">
                <a:solidFill>
                  <a:schemeClr val="bg1">
                    <a:lumMod val="50000"/>
                  </a:schemeClr>
                </a:solidFill>
              </a:rPr>
              <a:t>‹#›</a:t>
            </a:fld>
            <a:endParaRPr lang="en-GB" sz="790" dirty="0">
              <a:solidFill>
                <a:schemeClr val="bg1">
                  <a:lumMod val="50000"/>
                </a:schemeClr>
              </a:solidFill>
            </a:endParaRPr>
          </a:p>
        </p:txBody>
      </p:sp>
      <p:grpSp>
        <p:nvGrpSpPr>
          <p:cNvPr id="10" name="Group 14"/>
          <p:cNvGrpSpPr/>
          <p:nvPr userDrawn="1"/>
        </p:nvGrpSpPr>
        <p:grpSpPr bwMode="auto">
          <a:xfrm>
            <a:off x="4443413" y="725488"/>
            <a:ext cx="717550" cy="6132512"/>
            <a:chOff x="8146768" y="966535"/>
            <a:chExt cx="1276632" cy="8177465"/>
          </a:xfrm>
        </p:grpSpPr>
        <p:pic>
          <p:nvPicPr>
            <p:cNvPr id="11" name="Graphic 15"/>
            <p:cNvPicPr>
              <a:picLocks noChangeAspect="1" noChangeArrowheads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146768" y="989820"/>
              <a:ext cx="1276632" cy="81541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2" name="Oval 11"/>
            <p:cNvSpPr>
              <a:spLocks noChangeAspect="1"/>
            </p:cNvSpPr>
            <p:nvPr userDrawn="1"/>
          </p:nvSpPr>
          <p:spPr>
            <a:xfrm>
              <a:off x="8629741" y="966535"/>
              <a:ext cx="217480" cy="215921"/>
            </a:xfrm>
            <a:prstGeom prst="ellipse">
              <a:avLst/>
            </a:prstGeom>
            <a:solidFill>
              <a:srgbClr val="F68B1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IN" sz="1350"/>
            </a:p>
          </p:txBody>
        </p:sp>
      </p:grpSp>
      <p:sp>
        <p:nvSpPr>
          <p:cNvPr id="20" name="Title 1"/>
          <p:cNvSpPr>
            <a:spLocks noGrp="1"/>
          </p:cNvSpPr>
          <p:nvPr>
            <p:ph type="title"/>
          </p:nvPr>
        </p:nvSpPr>
        <p:spPr>
          <a:xfrm>
            <a:off x="328613" y="457200"/>
            <a:ext cx="4114800" cy="54887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5"/>
          <p:cNvSpPr>
            <a:spLocks noGrp="1"/>
          </p:cNvSpPr>
          <p:nvPr>
            <p:ph type="body" sz="quarter" idx="14"/>
          </p:nvPr>
        </p:nvSpPr>
        <p:spPr>
          <a:xfrm>
            <a:off x="405000" y="1463278"/>
            <a:ext cx="4167000" cy="85725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marR="0" indent="0" algn="l" defTabSz="514350" rtl="0" eaLnBrk="1" fontAlgn="auto" latinLnBrk="0" hangingPunct="1">
              <a:lnSpc>
                <a:spcPct val="100000"/>
              </a:lnSpc>
              <a:spcBef>
                <a:spcPts val="565"/>
              </a:spcBef>
              <a:spcAft>
                <a:spcPts val="0"/>
              </a:spcAft>
              <a:buClrTx/>
              <a:buSzTx/>
              <a:buFontTx/>
              <a:buNone/>
              <a:defRPr sz="1125" b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5"/>
          <p:cNvSpPr>
            <a:spLocks noGrp="1"/>
          </p:cNvSpPr>
          <p:nvPr>
            <p:ph type="body" sz="quarter" idx="15"/>
          </p:nvPr>
        </p:nvSpPr>
        <p:spPr>
          <a:xfrm>
            <a:off x="5129212" y="606028"/>
            <a:ext cx="3814763" cy="85725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marR="0" indent="0" algn="l" defTabSz="514350" rtl="0" eaLnBrk="1" fontAlgn="auto" latinLnBrk="0" hangingPunct="1">
              <a:lnSpc>
                <a:spcPct val="100000"/>
              </a:lnSpc>
              <a:spcBef>
                <a:spcPts val="565"/>
              </a:spcBef>
              <a:spcAft>
                <a:spcPts val="0"/>
              </a:spcAft>
              <a:buClrTx/>
              <a:buSzTx/>
              <a:buFontTx/>
              <a:buNone/>
              <a:defRPr sz="1125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/>
          <p:nvPr userDrawn="1"/>
        </p:nvSpPr>
        <p:spPr>
          <a:xfrm>
            <a:off x="1228725" y="447675"/>
            <a:ext cx="7415213" cy="549275"/>
          </a:xfrm>
          <a:prstGeom prst="rect">
            <a:avLst/>
          </a:prstGeom>
        </p:spPr>
        <p:txBody>
          <a:bodyPr lIns="51435" tIns="25718" rIns="51435" bIns="25718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 sz="2250" dirty="0">
                <a:solidFill>
                  <a:srgbClr val="0056A4"/>
                </a:solidFill>
              </a:rPr>
              <a:t>Click to edit Master title style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4375" y="1371600"/>
            <a:ext cx="2949476" cy="1070372"/>
          </a:xfrm>
        </p:spPr>
        <p:txBody>
          <a:bodyPr/>
          <a:lstStyle>
            <a:lvl1pPr>
              <a:defRPr sz="1800">
                <a:solidFill>
                  <a:srgbClr val="0056A4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71925" y="1371600"/>
            <a:ext cx="4629150" cy="4874419"/>
          </a:xfrm>
        </p:spPr>
        <p:txBody>
          <a:bodyPr/>
          <a:lstStyle>
            <a:lvl1pPr>
              <a:defRPr sz="1575"/>
            </a:lvl1pPr>
            <a:lvl2pPr>
              <a:defRPr sz="1350"/>
            </a:lvl2pPr>
            <a:lvl3pPr>
              <a:defRPr sz="1125"/>
            </a:lvl3pPr>
            <a:lvl4pPr>
              <a:defRPr sz="1015"/>
            </a:lvl4pPr>
            <a:lvl5pPr>
              <a:defRPr sz="1015"/>
            </a:lvl5pPr>
            <a:lvl6pPr>
              <a:defRPr sz="1125"/>
            </a:lvl6pPr>
            <a:lvl7pPr>
              <a:defRPr sz="1125"/>
            </a:lvl7pPr>
            <a:lvl8pPr>
              <a:defRPr sz="1125"/>
            </a:lvl8pPr>
            <a:lvl9pPr>
              <a:defRPr sz="112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14375" y="2441972"/>
            <a:ext cx="2949476" cy="3811191"/>
          </a:xfrm>
        </p:spPr>
        <p:txBody>
          <a:bodyPr/>
          <a:lstStyle>
            <a:lvl1pPr marL="0" indent="0">
              <a:buNone/>
              <a:defRPr sz="900"/>
            </a:lvl1pPr>
            <a:lvl2pPr marL="257175" indent="0">
              <a:buNone/>
              <a:defRPr sz="790"/>
            </a:lvl2pPr>
            <a:lvl3pPr marL="514350" indent="0">
              <a:buNone/>
              <a:defRPr sz="675"/>
            </a:lvl3pPr>
            <a:lvl4pPr marL="771525" indent="0">
              <a:buNone/>
              <a:defRPr sz="565"/>
            </a:lvl4pPr>
            <a:lvl5pPr marL="1028700" indent="0">
              <a:buNone/>
              <a:defRPr sz="565"/>
            </a:lvl5pPr>
            <a:lvl6pPr marL="1285875" indent="0">
              <a:buNone/>
              <a:defRPr sz="565"/>
            </a:lvl6pPr>
            <a:lvl7pPr marL="1543050" indent="0">
              <a:buNone/>
              <a:defRPr sz="565"/>
            </a:lvl7pPr>
            <a:lvl8pPr marL="1800225" indent="0">
              <a:buNone/>
              <a:defRPr sz="565"/>
            </a:lvl8pPr>
            <a:lvl9pPr marL="2057400" indent="0">
              <a:buNone/>
              <a:defRPr sz="56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resentation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Presentation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7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object 19"/>
          <p:cNvSpPr txBox="1"/>
          <p:nvPr userDrawn="1"/>
        </p:nvSpPr>
        <p:spPr>
          <a:xfrm>
            <a:off x="404813" y="6481763"/>
            <a:ext cx="2282825" cy="111125"/>
          </a:xfrm>
          <a:prstGeom prst="rect">
            <a:avLst/>
          </a:prstGeom>
        </p:spPr>
        <p:txBody>
          <a:bodyPr lIns="0" tIns="7144" rIns="0" bIns="0">
            <a:spAutoFit/>
          </a:bodyPr>
          <a:lstStyle/>
          <a:p>
            <a:pPr marL="6985">
              <a:spcBef>
                <a:spcPts val="55"/>
              </a:spcBef>
              <a:defRPr/>
            </a:pPr>
            <a:r>
              <a:rPr sz="675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© </a:t>
            </a:r>
            <a:r>
              <a:rPr sz="675" spc="-3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</a:t>
            </a:r>
            <a:r>
              <a:rPr lang="en-US" sz="675" spc="-3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</a:t>
            </a:r>
            <a:r>
              <a:rPr sz="675" spc="-3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675" spc="-3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Coforge</a:t>
            </a:r>
            <a:endParaRPr sz="675" dirty="0">
              <a:solidFill>
                <a:schemeClr val="bg1">
                  <a:lumMod val="9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10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314" b="23924"/>
          <a:stretch>
            <a:fillRect/>
          </a:stretch>
        </p:blipFill>
        <p:spPr bwMode="auto">
          <a:xfrm>
            <a:off x="6861175" y="382588"/>
            <a:ext cx="1984375" cy="874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29138" y="2800350"/>
            <a:ext cx="3593306" cy="1257300"/>
          </a:xfrm>
        </p:spPr>
        <p:txBody>
          <a:bodyPr>
            <a:noAutofit/>
          </a:bodyPr>
          <a:lstStyle>
            <a:lvl1pPr algn="l">
              <a:defRPr sz="304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Presentation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7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object 19"/>
          <p:cNvSpPr txBox="1"/>
          <p:nvPr userDrawn="1"/>
        </p:nvSpPr>
        <p:spPr>
          <a:xfrm>
            <a:off x="6500813" y="6343650"/>
            <a:ext cx="2282825" cy="111125"/>
          </a:xfrm>
          <a:prstGeom prst="rect">
            <a:avLst/>
          </a:prstGeom>
        </p:spPr>
        <p:txBody>
          <a:bodyPr lIns="0" tIns="7144" rIns="0" bIns="0">
            <a:spAutoFit/>
          </a:bodyPr>
          <a:lstStyle/>
          <a:p>
            <a:pPr marL="6985" algn="r">
              <a:spcBef>
                <a:spcPts val="55"/>
              </a:spcBef>
              <a:defRPr/>
            </a:pPr>
            <a:r>
              <a:rPr sz="675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© </a:t>
            </a:r>
            <a:r>
              <a:rPr sz="675" spc="-3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</a:t>
            </a:r>
            <a:r>
              <a:rPr lang="en-US" sz="675" spc="-3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</a:t>
            </a:r>
            <a:r>
              <a:rPr sz="675" spc="-3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675" spc="-3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Coforge</a:t>
            </a:r>
            <a:endParaRPr sz="675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10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43713" y="423863"/>
            <a:ext cx="2006600" cy="719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Freeform 8">
            <a:hlinkClick r:id="rId4"/>
          </p:cNvPr>
          <p:cNvSpPr/>
          <p:nvPr userDrawn="1"/>
        </p:nvSpPr>
        <p:spPr bwMode="auto">
          <a:xfrm>
            <a:off x="6180138" y="4308475"/>
            <a:ext cx="244475" cy="266700"/>
          </a:xfrm>
          <a:custGeom>
            <a:avLst/>
            <a:gdLst>
              <a:gd name="T0" fmla="*/ 18 w 422"/>
              <a:gd name="T1" fmla="*/ 307 h 345"/>
              <a:gd name="T2" fmla="*/ 68 w 422"/>
              <a:gd name="T3" fmla="*/ 301 h 345"/>
              <a:gd name="T4" fmla="*/ 112 w 422"/>
              <a:gd name="T5" fmla="*/ 281 h 345"/>
              <a:gd name="T6" fmla="*/ 112 w 422"/>
              <a:gd name="T7" fmla="*/ 269 h 345"/>
              <a:gd name="T8" fmla="*/ 78 w 422"/>
              <a:gd name="T9" fmla="*/ 253 h 345"/>
              <a:gd name="T10" fmla="*/ 52 w 422"/>
              <a:gd name="T11" fmla="*/ 223 h 345"/>
              <a:gd name="T12" fmla="*/ 66 w 422"/>
              <a:gd name="T13" fmla="*/ 211 h 345"/>
              <a:gd name="T14" fmla="*/ 86 w 422"/>
              <a:gd name="T15" fmla="*/ 209 h 345"/>
              <a:gd name="T16" fmla="*/ 46 w 422"/>
              <a:gd name="T17" fmla="*/ 189 h 345"/>
              <a:gd name="T18" fmla="*/ 26 w 422"/>
              <a:gd name="T19" fmla="*/ 164 h 345"/>
              <a:gd name="T20" fmla="*/ 16 w 422"/>
              <a:gd name="T21" fmla="*/ 122 h 345"/>
              <a:gd name="T22" fmla="*/ 44 w 422"/>
              <a:gd name="T23" fmla="*/ 132 h 345"/>
              <a:gd name="T24" fmla="*/ 42 w 422"/>
              <a:gd name="T25" fmla="*/ 122 h 345"/>
              <a:gd name="T26" fmla="*/ 20 w 422"/>
              <a:gd name="T27" fmla="*/ 80 h 345"/>
              <a:gd name="T28" fmla="*/ 18 w 422"/>
              <a:gd name="T29" fmla="*/ 48 h 345"/>
              <a:gd name="T30" fmla="*/ 28 w 422"/>
              <a:gd name="T31" fmla="*/ 16 h 345"/>
              <a:gd name="T32" fmla="*/ 86 w 422"/>
              <a:gd name="T33" fmla="*/ 68 h 345"/>
              <a:gd name="T34" fmla="*/ 156 w 422"/>
              <a:gd name="T35" fmla="*/ 98 h 345"/>
              <a:gd name="T36" fmla="*/ 208 w 422"/>
              <a:gd name="T37" fmla="*/ 108 h 345"/>
              <a:gd name="T38" fmla="*/ 206 w 422"/>
              <a:gd name="T39" fmla="*/ 78 h 345"/>
              <a:gd name="T40" fmla="*/ 220 w 422"/>
              <a:gd name="T41" fmla="*/ 40 h 345"/>
              <a:gd name="T42" fmla="*/ 236 w 422"/>
              <a:gd name="T43" fmla="*/ 20 h 345"/>
              <a:gd name="T44" fmla="*/ 268 w 422"/>
              <a:gd name="T45" fmla="*/ 4 h 345"/>
              <a:gd name="T46" fmla="*/ 304 w 422"/>
              <a:gd name="T47" fmla="*/ 2 h 345"/>
              <a:gd name="T48" fmla="*/ 330 w 422"/>
              <a:gd name="T49" fmla="*/ 10 h 345"/>
              <a:gd name="T50" fmla="*/ 352 w 422"/>
              <a:gd name="T51" fmla="*/ 26 h 345"/>
              <a:gd name="T52" fmla="*/ 360 w 422"/>
              <a:gd name="T53" fmla="*/ 28 h 345"/>
              <a:gd name="T54" fmla="*/ 406 w 422"/>
              <a:gd name="T55" fmla="*/ 10 h 345"/>
              <a:gd name="T56" fmla="*/ 404 w 422"/>
              <a:gd name="T57" fmla="*/ 22 h 345"/>
              <a:gd name="T58" fmla="*/ 386 w 422"/>
              <a:gd name="T59" fmla="*/ 46 h 345"/>
              <a:gd name="T60" fmla="*/ 398 w 422"/>
              <a:gd name="T61" fmla="*/ 50 h 345"/>
              <a:gd name="T62" fmla="*/ 422 w 422"/>
              <a:gd name="T63" fmla="*/ 44 h 345"/>
              <a:gd name="T64" fmla="*/ 400 w 422"/>
              <a:gd name="T65" fmla="*/ 68 h 345"/>
              <a:gd name="T66" fmla="*/ 380 w 422"/>
              <a:gd name="T67" fmla="*/ 90 h 345"/>
              <a:gd name="T68" fmla="*/ 372 w 422"/>
              <a:gd name="T69" fmla="*/ 154 h 345"/>
              <a:gd name="T70" fmla="*/ 350 w 422"/>
              <a:gd name="T71" fmla="*/ 215 h 345"/>
              <a:gd name="T72" fmla="*/ 314 w 422"/>
              <a:gd name="T73" fmla="*/ 267 h 345"/>
              <a:gd name="T74" fmla="*/ 268 w 422"/>
              <a:gd name="T75" fmla="*/ 307 h 345"/>
              <a:gd name="T76" fmla="*/ 232 w 422"/>
              <a:gd name="T77" fmla="*/ 327 h 345"/>
              <a:gd name="T78" fmla="*/ 150 w 422"/>
              <a:gd name="T79" fmla="*/ 345 h 345"/>
              <a:gd name="T80" fmla="*/ 98 w 422"/>
              <a:gd name="T81" fmla="*/ 343 h 345"/>
              <a:gd name="T82" fmla="*/ 30 w 422"/>
              <a:gd name="T83" fmla="*/ 323 h 345"/>
              <a:gd name="T84" fmla="*/ 0 w 422"/>
              <a:gd name="T85" fmla="*/ 309 h 3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</a:cxnLst>
            <a:rect l="0" t="0" r="r" b="b"/>
            <a:pathLst>
              <a:path w="422" h="345">
                <a:moveTo>
                  <a:pt x="0" y="307"/>
                </a:moveTo>
                <a:lnTo>
                  <a:pt x="0" y="307"/>
                </a:lnTo>
                <a:lnTo>
                  <a:pt x="18" y="307"/>
                </a:lnTo>
                <a:lnTo>
                  <a:pt x="34" y="307"/>
                </a:lnTo>
                <a:lnTo>
                  <a:pt x="52" y="305"/>
                </a:lnTo>
                <a:lnTo>
                  <a:pt x="68" y="301"/>
                </a:lnTo>
                <a:lnTo>
                  <a:pt x="82" y="297"/>
                </a:lnTo>
                <a:lnTo>
                  <a:pt x="98" y="289"/>
                </a:lnTo>
                <a:lnTo>
                  <a:pt x="112" y="281"/>
                </a:lnTo>
                <a:lnTo>
                  <a:pt x="128" y="271"/>
                </a:lnTo>
                <a:lnTo>
                  <a:pt x="128" y="271"/>
                </a:lnTo>
                <a:lnTo>
                  <a:pt x="112" y="269"/>
                </a:lnTo>
                <a:lnTo>
                  <a:pt x="100" y="265"/>
                </a:lnTo>
                <a:lnTo>
                  <a:pt x="88" y="261"/>
                </a:lnTo>
                <a:lnTo>
                  <a:pt x="78" y="253"/>
                </a:lnTo>
                <a:lnTo>
                  <a:pt x="68" y="245"/>
                </a:lnTo>
                <a:lnTo>
                  <a:pt x="60" y="235"/>
                </a:lnTo>
                <a:lnTo>
                  <a:pt x="52" y="223"/>
                </a:lnTo>
                <a:lnTo>
                  <a:pt x="46" y="211"/>
                </a:lnTo>
                <a:lnTo>
                  <a:pt x="46" y="211"/>
                </a:lnTo>
                <a:lnTo>
                  <a:pt x="66" y="211"/>
                </a:lnTo>
                <a:lnTo>
                  <a:pt x="76" y="211"/>
                </a:lnTo>
                <a:lnTo>
                  <a:pt x="86" y="209"/>
                </a:lnTo>
                <a:lnTo>
                  <a:pt x="86" y="209"/>
                </a:lnTo>
                <a:lnTo>
                  <a:pt x="70" y="205"/>
                </a:lnTo>
                <a:lnTo>
                  <a:pt x="58" y="197"/>
                </a:lnTo>
                <a:lnTo>
                  <a:pt x="46" y="189"/>
                </a:lnTo>
                <a:lnTo>
                  <a:pt x="36" y="178"/>
                </a:lnTo>
                <a:lnTo>
                  <a:pt x="36" y="178"/>
                </a:lnTo>
                <a:lnTo>
                  <a:pt x="26" y="164"/>
                </a:lnTo>
                <a:lnTo>
                  <a:pt x="20" y="152"/>
                </a:lnTo>
                <a:lnTo>
                  <a:pt x="18" y="138"/>
                </a:lnTo>
                <a:lnTo>
                  <a:pt x="16" y="122"/>
                </a:lnTo>
                <a:lnTo>
                  <a:pt x="16" y="122"/>
                </a:lnTo>
                <a:lnTo>
                  <a:pt x="34" y="130"/>
                </a:lnTo>
                <a:lnTo>
                  <a:pt x="44" y="132"/>
                </a:lnTo>
                <a:lnTo>
                  <a:pt x="56" y="132"/>
                </a:lnTo>
                <a:lnTo>
                  <a:pt x="56" y="132"/>
                </a:lnTo>
                <a:lnTo>
                  <a:pt x="42" y="122"/>
                </a:lnTo>
                <a:lnTo>
                  <a:pt x="32" y="110"/>
                </a:lnTo>
                <a:lnTo>
                  <a:pt x="24" y="96"/>
                </a:lnTo>
                <a:lnTo>
                  <a:pt x="20" y="80"/>
                </a:lnTo>
                <a:lnTo>
                  <a:pt x="20" y="80"/>
                </a:lnTo>
                <a:lnTo>
                  <a:pt x="16" y="64"/>
                </a:lnTo>
                <a:lnTo>
                  <a:pt x="18" y="48"/>
                </a:lnTo>
                <a:lnTo>
                  <a:pt x="22" y="32"/>
                </a:lnTo>
                <a:lnTo>
                  <a:pt x="28" y="16"/>
                </a:lnTo>
                <a:lnTo>
                  <a:pt x="28" y="16"/>
                </a:lnTo>
                <a:lnTo>
                  <a:pt x="46" y="36"/>
                </a:lnTo>
                <a:lnTo>
                  <a:pt x="66" y="54"/>
                </a:lnTo>
                <a:lnTo>
                  <a:pt x="86" y="68"/>
                </a:lnTo>
                <a:lnTo>
                  <a:pt x="108" y="82"/>
                </a:lnTo>
                <a:lnTo>
                  <a:pt x="132" y="92"/>
                </a:lnTo>
                <a:lnTo>
                  <a:pt x="156" y="98"/>
                </a:lnTo>
                <a:lnTo>
                  <a:pt x="180" y="104"/>
                </a:lnTo>
                <a:lnTo>
                  <a:pt x="208" y="108"/>
                </a:lnTo>
                <a:lnTo>
                  <a:pt x="208" y="108"/>
                </a:lnTo>
                <a:lnTo>
                  <a:pt x="206" y="92"/>
                </a:lnTo>
                <a:lnTo>
                  <a:pt x="206" y="92"/>
                </a:lnTo>
                <a:lnTo>
                  <a:pt x="206" y="78"/>
                </a:lnTo>
                <a:lnTo>
                  <a:pt x="208" y="64"/>
                </a:lnTo>
                <a:lnTo>
                  <a:pt x="214" y="52"/>
                </a:lnTo>
                <a:lnTo>
                  <a:pt x="220" y="40"/>
                </a:lnTo>
                <a:lnTo>
                  <a:pt x="220" y="40"/>
                </a:lnTo>
                <a:lnTo>
                  <a:pt x="228" y="30"/>
                </a:lnTo>
                <a:lnTo>
                  <a:pt x="236" y="20"/>
                </a:lnTo>
                <a:lnTo>
                  <a:pt x="246" y="14"/>
                </a:lnTo>
                <a:lnTo>
                  <a:pt x="256" y="8"/>
                </a:lnTo>
                <a:lnTo>
                  <a:pt x="268" y="4"/>
                </a:lnTo>
                <a:lnTo>
                  <a:pt x="278" y="2"/>
                </a:lnTo>
                <a:lnTo>
                  <a:pt x="290" y="0"/>
                </a:lnTo>
                <a:lnTo>
                  <a:pt x="304" y="2"/>
                </a:lnTo>
                <a:lnTo>
                  <a:pt x="304" y="2"/>
                </a:lnTo>
                <a:lnTo>
                  <a:pt x="318" y="4"/>
                </a:lnTo>
                <a:lnTo>
                  <a:pt x="330" y="10"/>
                </a:lnTo>
                <a:lnTo>
                  <a:pt x="342" y="16"/>
                </a:lnTo>
                <a:lnTo>
                  <a:pt x="352" y="26"/>
                </a:lnTo>
                <a:lnTo>
                  <a:pt x="352" y="26"/>
                </a:lnTo>
                <a:lnTo>
                  <a:pt x="356" y="28"/>
                </a:lnTo>
                <a:lnTo>
                  <a:pt x="360" y="28"/>
                </a:lnTo>
                <a:lnTo>
                  <a:pt x="360" y="28"/>
                </a:lnTo>
                <a:lnTo>
                  <a:pt x="384" y="20"/>
                </a:lnTo>
                <a:lnTo>
                  <a:pt x="406" y="10"/>
                </a:lnTo>
                <a:lnTo>
                  <a:pt x="406" y="10"/>
                </a:lnTo>
                <a:lnTo>
                  <a:pt x="410" y="8"/>
                </a:lnTo>
                <a:lnTo>
                  <a:pt x="410" y="8"/>
                </a:lnTo>
                <a:lnTo>
                  <a:pt x="404" y="22"/>
                </a:lnTo>
                <a:lnTo>
                  <a:pt x="396" y="34"/>
                </a:lnTo>
                <a:lnTo>
                  <a:pt x="396" y="34"/>
                </a:lnTo>
                <a:lnTo>
                  <a:pt x="386" y="46"/>
                </a:lnTo>
                <a:lnTo>
                  <a:pt x="374" y="54"/>
                </a:lnTo>
                <a:lnTo>
                  <a:pt x="374" y="54"/>
                </a:lnTo>
                <a:lnTo>
                  <a:pt x="398" y="50"/>
                </a:lnTo>
                <a:lnTo>
                  <a:pt x="422" y="42"/>
                </a:lnTo>
                <a:lnTo>
                  <a:pt x="422" y="42"/>
                </a:lnTo>
                <a:lnTo>
                  <a:pt x="422" y="44"/>
                </a:lnTo>
                <a:lnTo>
                  <a:pt x="422" y="44"/>
                </a:lnTo>
                <a:lnTo>
                  <a:pt x="400" y="68"/>
                </a:lnTo>
                <a:lnTo>
                  <a:pt x="400" y="68"/>
                </a:lnTo>
                <a:lnTo>
                  <a:pt x="382" y="84"/>
                </a:lnTo>
                <a:lnTo>
                  <a:pt x="382" y="84"/>
                </a:lnTo>
                <a:lnTo>
                  <a:pt x="380" y="90"/>
                </a:lnTo>
                <a:lnTo>
                  <a:pt x="380" y="90"/>
                </a:lnTo>
                <a:lnTo>
                  <a:pt x="378" y="122"/>
                </a:lnTo>
                <a:lnTo>
                  <a:pt x="372" y="154"/>
                </a:lnTo>
                <a:lnTo>
                  <a:pt x="364" y="185"/>
                </a:lnTo>
                <a:lnTo>
                  <a:pt x="350" y="215"/>
                </a:lnTo>
                <a:lnTo>
                  <a:pt x="350" y="215"/>
                </a:lnTo>
                <a:lnTo>
                  <a:pt x="340" y="233"/>
                </a:lnTo>
                <a:lnTo>
                  <a:pt x="328" y="251"/>
                </a:lnTo>
                <a:lnTo>
                  <a:pt x="314" y="267"/>
                </a:lnTo>
                <a:lnTo>
                  <a:pt x="300" y="281"/>
                </a:lnTo>
                <a:lnTo>
                  <a:pt x="286" y="295"/>
                </a:lnTo>
                <a:lnTo>
                  <a:pt x="268" y="307"/>
                </a:lnTo>
                <a:lnTo>
                  <a:pt x="252" y="317"/>
                </a:lnTo>
                <a:lnTo>
                  <a:pt x="232" y="327"/>
                </a:lnTo>
                <a:lnTo>
                  <a:pt x="232" y="327"/>
                </a:lnTo>
                <a:lnTo>
                  <a:pt x="206" y="335"/>
                </a:lnTo>
                <a:lnTo>
                  <a:pt x="178" y="343"/>
                </a:lnTo>
                <a:lnTo>
                  <a:pt x="150" y="345"/>
                </a:lnTo>
                <a:lnTo>
                  <a:pt x="122" y="345"/>
                </a:lnTo>
                <a:lnTo>
                  <a:pt x="122" y="345"/>
                </a:lnTo>
                <a:lnTo>
                  <a:pt x="98" y="343"/>
                </a:lnTo>
                <a:lnTo>
                  <a:pt x="76" y="339"/>
                </a:lnTo>
                <a:lnTo>
                  <a:pt x="52" y="333"/>
                </a:lnTo>
                <a:lnTo>
                  <a:pt x="30" y="323"/>
                </a:lnTo>
                <a:lnTo>
                  <a:pt x="30" y="323"/>
                </a:lnTo>
                <a:lnTo>
                  <a:pt x="0" y="309"/>
                </a:lnTo>
                <a:lnTo>
                  <a:pt x="0" y="309"/>
                </a:lnTo>
                <a:lnTo>
                  <a:pt x="0" y="307"/>
                </a:lnTo>
                <a:lnTo>
                  <a:pt x="0" y="307"/>
                </a:lnTo>
                <a:close/>
              </a:path>
            </a:pathLst>
          </a:custGeom>
          <a:solidFill>
            <a:srgbClr val="F68B1F"/>
          </a:solidFill>
          <a:ln>
            <a:noFill/>
          </a:ln>
        </p:spPr>
        <p:txBody>
          <a:bodyPr lIns="51435" tIns="25718" rIns="51435" bIns="25718"/>
          <a:lstStyle/>
          <a:p>
            <a:pPr>
              <a:defRPr/>
            </a:pPr>
            <a:endParaRPr lang="en-IN" sz="1350"/>
          </a:p>
        </p:txBody>
      </p:sp>
      <p:grpSp>
        <p:nvGrpSpPr>
          <p:cNvPr id="8" name="Group 7"/>
          <p:cNvGrpSpPr/>
          <p:nvPr userDrawn="1"/>
        </p:nvGrpSpPr>
        <p:grpSpPr>
          <a:xfrm>
            <a:off x="6543675" y="4286250"/>
            <a:ext cx="239951" cy="322889"/>
            <a:chOff x="2652713" y="4170363"/>
            <a:chExt cx="687388" cy="693738"/>
          </a:xfrm>
          <a:solidFill>
            <a:schemeClr val="bg1"/>
          </a:solidFill>
        </p:grpSpPr>
        <p:sp>
          <p:nvSpPr>
            <p:cNvPr id="9" name="Freeform 10">
              <a:hlinkClick r:id="rId5"/>
            </p:cNvPr>
            <p:cNvSpPr/>
            <p:nvPr/>
          </p:nvSpPr>
          <p:spPr bwMode="auto">
            <a:xfrm>
              <a:off x="2652713" y="4170363"/>
              <a:ext cx="687388" cy="693738"/>
            </a:xfrm>
            <a:custGeom>
              <a:avLst/>
              <a:gdLst>
                <a:gd name="T0" fmla="*/ 0 w 433"/>
                <a:gd name="T1" fmla="*/ 233 h 437"/>
                <a:gd name="T2" fmla="*/ 0 w 433"/>
                <a:gd name="T3" fmla="*/ 205 h 437"/>
                <a:gd name="T4" fmla="*/ 0 w 433"/>
                <a:gd name="T5" fmla="*/ 201 h 437"/>
                <a:gd name="T6" fmla="*/ 4 w 433"/>
                <a:gd name="T7" fmla="*/ 168 h 437"/>
                <a:gd name="T8" fmla="*/ 16 w 433"/>
                <a:gd name="T9" fmla="*/ 136 h 437"/>
                <a:gd name="T10" fmla="*/ 28 w 433"/>
                <a:gd name="T11" fmla="*/ 110 h 437"/>
                <a:gd name="T12" fmla="*/ 60 w 433"/>
                <a:gd name="T13" fmla="*/ 66 h 437"/>
                <a:gd name="T14" fmla="*/ 80 w 433"/>
                <a:gd name="T15" fmla="*/ 48 h 437"/>
                <a:gd name="T16" fmla="*/ 130 w 433"/>
                <a:gd name="T17" fmla="*/ 18 h 437"/>
                <a:gd name="T18" fmla="*/ 188 w 433"/>
                <a:gd name="T19" fmla="*/ 2 h 437"/>
                <a:gd name="T20" fmla="*/ 204 w 433"/>
                <a:gd name="T21" fmla="*/ 0 h 437"/>
                <a:gd name="T22" fmla="*/ 230 w 433"/>
                <a:gd name="T23" fmla="*/ 0 h 437"/>
                <a:gd name="T24" fmla="*/ 232 w 433"/>
                <a:gd name="T25" fmla="*/ 2 h 437"/>
                <a:gd name="T26" fmla="*/ 266 w 433"/>
                <a:gd name="T27" fmla="*/ 6 h 437"/>
                <a:gd name="T28" fmla="*/ 292 w 433"/>
                <a:gd name="T29" fmla="*/ 14 h 437"/>
                <a:gd name="T30" fmla="*/ 338 w 433"/>
                <a:gd name="T31" fmla="*/ 38 h 437"/>
                <a:gd name="T32" fmla="*/ 360 w 433"/>
                <a:gd name="T33" fmla="*/ 56 h 437"/>
                <a:gd name="T34" fmla="*/ 400 w 433"/>
                <a:gd name="T35" fmla="*/ 102 h 437"/>
                <a:gd name="T36" fmla="*/ 411 w 433"/>
                <a:gd name="T37" fmla="*/ 122 h 437"/>
                <a:gd name="T38" fmla="*/ 427 w 433"/>
                <a:gd name="T39" fmla="*/ 166 h 437"/>
                <a:gd name="T40" fmla="*/ 431 w 433"/>
                <a:gd name="T41" fmla="*/ 189 h 437"/>
                <a:gd name="T42" fmla="*/ 433 w 433"/>
                <a:gd name="T43" fmla="*/ 205 h 437"/>
                <a:gd name="T44" fmla="*/ 433 w 433"/>
                <a:gd name="T45" fmla="*/ 233 h 437"/>
                <a:gd name="T46" fmla="*/ 431 w 433"/>
                <a:gd name="T47" fmla="*/ 249 h 437"/>
                <a:gd name="T48" fmla="*/ 423 w 433"/>
                <a:gd name="T49" fmla="*/ 285 h 437"/>
                <a:gd name="T50" fmla="*/ 409 w 433"/>
                <a:gd name="T51" fmla="*/ 317 h 437"/>
                <a:gd name="T52" fmla="*/ 396 w 433"/>
                <a:gd name="T53" fmla="*/ 341 h 437"/>
                <a:gd name="T54" fmla="*/ 362 w 433"/>
                <a:gd name="T55" fmla="*/ 379 h 437"/>
                <a:gd name="T56" fmla="*/ 342 w 433"/>
                <a:gd name="T57" fmla="*/ 395 h 437"/>
                <a:gd name="T58" fmla="*/ 296 w 433"/>
                <a:gd name="T59" fmla="*/ 421 h 437"/>
                <a:gd name="T60" fmla="*/ 246 w 433"/>
                <a:gd name="T61" fmla="*/ 435 h 437"/>
                <a:gd name="T62" fmla="*/ 230 w 433"/>
                <a:gd name="T63" fmla="*/ 437 h 437"/>
                <a:gd name="T64" fmla="*/ 204 w 433"/>
                <a:gd name="T65" fmla="*/ 437 h 437"/>
                <a:gd name="T66" fmla="*/ 188 w 433"/>
                <a:gd name="T67" fmla="*/ 435 h 437"/>
                <a:gd name="T68" fmla="*/ 170 w 433"/>
                <a:gd name="T69" fmla="*/ 431 h 437"/>
                <a:gd name="T70" fmla="*/ 134 w 433"/>
                <a:gd name="T71" fmla="*/ 421 h 437"/>
                <a:gd name="T72" fmla="*/ 118 w 433"/>
                <a:gd name="T73" fmla="*/ 413 h 437"/>
                <a:gd name="T74" fmla="*/ 74 w 433"/>
                <a:gd name="T75" fmla="*/ 383 h 437"/>
                <a:gd name="T76" fmla="*/ 40 w 433"/>
                <a:gd name="T77" fmla="*/ 345 h 437"/>
                <a:gd name="T78" fmla="*/ 26 w 433"/>
                <a:gd name="T79" fmla="*/ 323 h 437"/>
                <a:gd name="T80" fmla="*/ 6 w 433"/>
                <a:gd name="T81" fmla="*/ 273 h 437"/>
                <a:gd name="T82" fmla="*/ 2 w 433"/>
                <a:gd name="T83" fmla="*/ 247 h 437"/>
                <a:gd name="T84" fmla="*/ 0 w 433"/>
                <a:gd name="T85" fmla="*/ 233 h 4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433" h="437">
                  <a:moveTo>
                    <a:pt x="0" y="233"/>
                  </a:moveTo>
                  <a:lnTo>
                    <a:pt x="0" y="233"/>
                  </a:lnTo>
                  <a:lnTo>
                    <a:pt x="0" y="205"/>
                  </a:lnTo>
                  <a:lnTo>
                    <a:pt x="0" y="205"/>
                  </a:lnTo>
                  <a:lnTo>
                    <a:pt x="0" y="201"/>
                  </a:lnTo>
                  <a:lnTo>
                    <a:pt x="0" y="201"/>
                  </a:lnTo>
                  <a:lnTo>
                    <a:pt x="2" y="185"/>
                  </a:lnTo>
                  <a:lnTo>
                    <a:pt x="4" y="168"/>
                  </a:lnTo>
                  <a:lnTo>
                    <a:pt x="10" y="152"/>
                  </a:lnTo>
                  <a:lnTo>
                    <a:pt x="16" y="136"/>
                  </a:lnTo>
                  <a:lnTo>
                    <a:pt x="16" y="136"/>
                  </a:lnTo>
                  <a:lnTo>
                    <a:pt x="28" y="110"/>
                  </a:lnTo>
                  <a:lnTo>
                    <a:pt x="42" y="88"/>
                  </a:lnTo>
                  <a:lnTo>
                    <a:pt x="60" y="66"/>
                  </a:lnTo>
                  <a:lnTo>
                    <a:pt x="80" y="48"/>
                  </a:lnTo>
                  <a:lnTo>
                    <a:pt x="80" y="48"/>
                  </a:lnTo>
                  <a:lnTo>
                    <a:pt x="104" y="32"/>
                  </a:lnTo>
                  <a:lnTo>
                    <a:pt x="130" y="18"/>
                  </a:lnTo>
                  <a:lnTo>
                    <a:pt x="158" y="8"/>
                  </a:lnTo>
                  <a:lnTo>
                    <a:pt x="188" y="2"/>
                  </a:lnTo>
                  <a:lnTo>
                    <a:pt x="188" y="2"/>
                  </a:lnTo>
                  <a:lnTo>
                    <a:pt x="204" y="0"/>
                  </a:lnTo>
                  <a:lnTo>
                    <a:pt x="204" y="0"/>
                  </a:lnTo>
                  <a:lnTo>
                    <a:pt x="230" y="0"/>
                  </a:lnTo>
                  <a:lnTo>
                    <a:pt x="230" y="0"/>
                  </a:lnTo>
                  <a:lnTo>
                    <a:pt x="232" y="2"/>
                  </a:lnTo>
                  <a:lnTo>
                    <a:pt x="232" y="2"/>
                  </a:lnTo>
                  <a:lnTo>
                    <a:pt x="266" y="6"/>
                  </a:lnTo>
                  <a:lnTo>
                    <a:pt x="266" y="6"/>
                  </a:lnTo>
                  <a:lnTo>
                    <a:pt x="292" y="14"/>
                  </a:lnTo>
                  <a:lnTo>
                    <a:pt x="316" y="24"/>
                  </a:lnTo>
                  <a:lnTo>
                    <a:pt x="338" y="38"/>
                  </a:lnTo>
                  <a:lnTo>
                    <a:pt x="360" y="56"/>
                  </a:lnTo>
                  <a:lnTo>
                    <a:pt x="360" y="56"/>
                  </a:lnTo>
                  <a:lnTo>
                    <a:pt x="382" y="78"/>
                  </a:lnTo>
                  <a:lnTo>
                    <a:pt x="400" y="102"/>
                  </a:lnTo>
                  <a:lnTo>
                    <a:pt x="400" y="102"/>
                  </a:lnTo>
                  <a:lnTo>
                    <a:pt x="411" y="122"/>
                  </a:lnTo>
                  <a:lnTo>
                    <a:pt x="419" y="144"/>
                  </a:lnTo>
                  <a:lnTo>
                    <a:pt x="427" y="166"/>
                  </a:lnTo>
                  <a:lnTo>
                    <a:pt x="431" y="189"/>
                  </a:lnTo>
                  <a:lnTo>
                    <a:pt x="431" y="189"/>
                  </a:lnTo>
                  <a:lnTo>
                    <a:pt x="433" y="205"/>
                  </a:lnTo>
                  <a:lnTo>
                    <a:pt x="433" y="205"/>
                  </a:lnTo>
                  <a:lnTo>
                    <a:pt x="433" y="233"/>
                  </a:lnTo>
                  <a:lnTo>
                    <a:pt x="433" y="233"/>
                  </a:lnTo>
                  <a:lnTo>
                    <a:pt x="431" y="249"/>
                  </a:lnTo>
                  <a:lnTo>
                    <a:pt x="431" y="249"/>
                  </a:lnTo>
                  <a:lnTo>
                    <a:pt x="427" y="267"/>
                  </a:lnTo>
                  <a:lnTo>
                    <a:pt x="423" y="285"/>
                  </a:lnTo>
                  <a:lnTo>
                    <a:pt x="417" y="301"/>
                  </a:lnTo>
                  <a:lnTo>
                    <a:pt x="409" y="317"/>
                  </a:lnTo>
                  <a:lnTo>
                    <a:pt x="409" y="317"/>
                  </a:lnTo>
                  <a:lnTo>
                    <a:pt x="396" y="341"/>
                  </a:lnTo>
                  <a:lnTo>
                    <a:pt x="380" y="361"/>
                  </a:lnTo>
                  <a:lnTo>
                    <a:pt x="362" y="379"/>
                  </a:lnTo>
                  <a:lnTo>
                    <a:pt x="342" y="395"/>
                  </a:lnTo>
                  <a:lnTo>
                    <a:pt x="342" y="395"/>
                  </a:lnTo>
                  <a:lnTo>
                    <a:pt x="320" y="409"/>
                  </a:lnTo>
                  <a:lnTo>
                    <a:pt x="296" y="421"/>
                  </a:lnTo>
                  <a:lnTo>
                    <a:pt x="272" y="429"/>
                  </a:lnTo>
                  <a:lnTo>
                    <a:pt x="246" y="435"/>
                  </a:lnTo>
                  <a:lnTo>
                    <a:pt x="246" y="435"/>
                  </a:lnTo>
                  <a:lnTo>
                    <a:pt x="230" y="437"/>
                  </a:lnTo>
                  <a:lnTo>
                    <a:pt x="230" y="437"/>
                  </a:lnTo>
                  <a:lnTo>
                    <a:pt x="204" y="437"/>
                  </a:lnTo>
                  <a:lnTo>
                    <a:pt x="204" y="437"/>
                  </a:lnTo>
                  <a:lnTo>
                    <a:pt x="188" y="435"/>
                  </a:lnTo>
                  <a:lnTo>
                    <a:pt x="188" y="435"/>
                  </a:lnTo>
                  <a:lnTo>
                    <a:pt x="170" y="431"/>
                  </a:lnTo>
                  <a:lnTo>
                    <a:pt x="152" y="427"/>
                  </a:lnTo>
                  <a:lnTo>
                    <a:pt x="134" y="421"/>
                  </a:lnTo>
                  <a:lnTo>
                    <a:pt x="118" y="413"/>
                  </a:lnTo>
                  <a:lnTo>
                    <a:pt x="118" y="413"/>
                  </a:lnTo>
                  <a:lnTo>
                    <a:pt x="96" y="399"/>
                  </a:lnTo>
                  <a:lnTo>
                    <a:pt x="74" y="383"/>
                  </a:lnTo>
                  <a:lnTo>
                    <a:pt x="56" y="365"/>
                  </a:lnTo>
                  <a:lnTo>
                    <a:pt x="40" y="345"/>
                  </a:lnTo>
                  <a:lnTo>
                    <a:pt x="40" y="345"/>
                  </a:lnTo>
                  <a:lnTo>
                    <a:pt x="26" y="323"/>
                  </a:lnTo>
                  <a:lnTo>
                    <a:pt x="14" y="299"/>
                  </a:lnTo>
                  <a:lnTo>
                    <a:pt x="6" y="273"/>
                  </a:lnTo>
                  <a:lnTo>
                    <a:pt x="2" y="247"/>
                  </a:lnTo>
                  <a:lnTo>
                    <a:pt x="2" y="247"/>
                  </a:lnTo>
                  <a:lnTo>
                    <a:pt x="0" y="233"/>
                  </a:lnTo>
                  <a:lnTo>
                    <a:pt x="0" y="233"/>
                  </a:lnTo>
                  <a:close/>
                </a:path>
              </a:pathLst>
            </a:custGeom>
            <a:solidFill>
              <a:srgbClr val="F68B1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en-IN" sz="1350" dirty="0"/>
            </a:p>
          </p:txBody>
        </p:sp>
        <p:sp>
          <p:nvSpPr>
            <p:cNvPr id="10" name="Freeform 12"/>
            <p:cNvSpPr/>
            <p:nvPr/>
          </p:nvSpPr>
          <p:spPr bwMode="auto">
            <a:xfrm>
              <a:off x="2922588" y="4389438"/>
              <a:ext cx="190500" cy="252413"/>
            </a:xfrm>
            <a:custGeom>
              <a:avLst/>
              <a:gdLst>
                <a:gd name="T0" fmla="*/ 0 w 120"/>
                <a:gd name="T1" fmla="*/ 159 h 159"/>
                <a:gd name="T2" fmla="*/ 0 w 120"/>
                <a:gd name="T3" fmla="*/ 159 h 159"/>
                <a:gd name="T4" fmla="*/ 0 w 120"/>
                <a:gd name="T5" fmla="*/ 0 h 159"/>
                <a:gd name="T6" fmla="*/ 0 w 120"/>
                <a:gd name="T7" fmla="*/ 0 h 159"/>
                <a:gd name="T8" fmla="*/ 120 w 120"/>
                <a:gd name="T9" fmla="*/ 81 h 159"/>
                <a:gd name="T10" fmla="*/ 120 w 120"/>
                <a:gd name="T11" fmla="*/ 81 h 159"/>
                <a:gd name="T12" fmla="*/ 0 w 120"/>
                <a:gd name="T13" fmla="*/ 159 h 159"/>
                <a:gd name="T14" fmla="*/ 0 w 120"/>
                <a:gd name="T15" fmla="*/ 159 h 1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0" h="159">
                  <a:moveTo>
                    <a:pt x="0" y="159"/>
                  </a:moveTo>
                  <a:lnTo>
                    <a:pt x="0" y="159"/>
                  </a:lnTo>
                  <a:lnTo>
                    <a:pt x="0" y="0"/>
                  </a:lnTo>
                  <a:lnTo>
                    <a:pt x="0" y="0"/>
                  </a:lnTo>
                  <a:lnTo>
                    <a:pt x="120" y="81"/>
                  </a:lnTo>
                  <a:lnTo>
                    <a:pt x="120" y="81"/>
                  </a:lnTo>
                  <a:lnTo>
                    <a:pt x="0" y="159"/>
                  </a:lnTo>
                  <a:lnTo>
                    <a:pt x="0" y="15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en-IN" sz="1350"/>
            </a:p>
          </p:txBody>
        </p:sp>
      </p:grpSp>
      <p:sp>
        <p:nvSpPr>
          <p:cNvPr id="11" name="Freeform 13"/>
          <p:cNvSpPr/>
          <p:nvPr userDrawn="1"/>
        </p:nvSpPr>
        <p:spPr bwMode="auto">
          <a:xfrm>
            <a:off x="5581650" y="4354513"/>
            <a:ext cx="160338" cy="217487"/>
          </a:xfrm>
          <a:custGeom>
            <a:avLst/>
            <a:gdLst>
              <a:gd name="T0" fmla="*/ 0 w 278"/>
              <a:gd name="T1" fmla="*/ 281 h 281"/>
              <a:gd name="T2" fmla="*/ 0 w 278"/>
              <a:gd name="T3" fmla="*/ 8 h 281"/>
              <a:gd name="T4" fmla="*/ 4 w 278"/>
              <a:gd name="T5" fmla="*/ 6 h 281"/>
              <a:gd name="T6" fmla="*/ 88 w 278"/>
              <a:gd name="T7" fmla="*/ 6 h 281"/>
              <a:gd name="T8" fmla="*/ 92 w 278"/>
              <a:gd name="T9" fmla="*/ 12 h 281"/>
              <a:gd name="T10" fmla="*/ 92 w 278"/>
              <a:gd name="T11" fmla="*/ 46 h 281"/>
              <a:gd name="T12" fmla="*/ 100 w 278"/>
              <a:gd name="T13" fmla="*/ 34 h 281"/>
              <a:gd name="T14" fmla="*/ 112 w 278"/>
              <a:gd name="T15" fmla="*/ 20 h 281"/>
              <a:gd name="T16" fmla="*/ 142 w 278"/>
              <a:gd name="T17" fmla="*/ 4 h 281"/>
              <a:gd name="T18" fmla="*/ 160 w 278"/>
              <a:gd name="T19" fmla="*/ 2 h 281"/>
              <a:gd name="T20" fmla="*/ 192 w 278"/>
              <a:gd name="T21" fmla="*/ 2 h 281"/>
              <a:gd name="T22" fmla="*/ 222 w 278"/>
              <a:gd name="T23" fmla="*/ 12 h 281"/>
              <a:gd name="T24" fmla="*/ 234 w 278"/>
              <a:gd name="T25" fmla="*/ 18 h 281"/>
              <a:gd name="T26" fmla="*/ 254 w 278"/>
              <a:gd name="T27" fmla="*/ 38 h 281"/>
              <a:gd name="T28" fmla="*/ 262 w 278"/>
              <a:gd name="T29" fmla="*/ 50 h 281"/>
              <a:gd name="T30" fmla="*/ 274 w 278"/>
              <a:gd name="T31" fmla="*/ 84 h 281"/>
              <a:gd name="T32" fmla="*/ 278 w 278"/>
              <a:gd name="T33" fmla="*/ 123 h 281"/>
              <a:gd name="T34" fmla="*/ 278 w 278"/>
              <a:gd name="T35" fmla="*/ 279 h 281"/>
              <a:gd name="T36" fmla="*/ 278 w 278"/>
              <a:gd name="T37" fmla="*/ 281 h 281"/>
              <a:gd name="T38" fmla="*/ 186 w 278"/>
              <a:gd name="T39" fmla="*/ 281 h 281"/>
              <a:gd name="T40" fmla="*/ 186 w 278"/>
              <a:gd name="T41" fmla="*/ 277 h 281"/>
              <a:gd name="T42" fmla="*/ 186 w 278"/>
              <a:gd name="T43" fmla="*/ 137 h 281"/>
              <a:gd name="T44" fmla="*/ 186 w 278"/>
              <a:gd name="T45" fmla="*/ 119 h 281"/>
              <a:gd name="T46" fmla="*/ 182 w 278"/>
              <a:gd name="T47" fmla="*/ 101 h 281"/>
              <a:gd name="T48" fmla="*/ 164 w 278"/>
              <a:gd name="T49" fmla="*/ 78 h 281"/>
              <a:gd name="T50" fmla="*/ 138 w 278"/>
              <a:gd name="T51" fmla="*/ 72 h 281"/>
              <a:gd name="T52" fmla="*/ 122 w 278"/>
              <a:gd name="T53" fmla="*/ 76 h 281"/>
              <a:gd name="T54" fmla="*/ 100 w 278"/>
              <a:gd name="T55" fmla="*/ 94 h 281"/>
              <a:gd name="T56" fmla="*/ 94 w 278"/>
              <a:gd name="T57" fmla="*/ 109 h 281"/>
              <a:gd name="T58" fmla="*/ 92 w 278"/>
              <a:gd name="T59" fmla="*/ 131 h 281"/>
              <a:gd name="T60" fmla="*/ 92 w 278"/>
              <a:gd name="T61" fmla="*/ 277 h 281"/>
              <a:gd name="T62" fmla="*/ 90 w 278"/>
              <a:gd name="T63" fmla="*/ 281 h 281"/>
              <a:gd name="T64" fmla="*/ 88 w 278"/>
              <a:gd name="T65" fmla="*/ 281 h 281"/>
              <a:gd name="T66" fmla="*/ 6 w 278"/>
              <a:gd name="T67" fmla="*/ 281 h 281"/>
              <a:gd name="T68" fmla="*/ 0 w 278"/>
              <a:gd name="T69" fmla="*/ 281 h 2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278" h="281">
                <a:moveTo>
                  <a:pt x="0" y="281"/>
                </a:moveTo>
                <a:lnTo>
                  <a:pt x="0" y="281"/>
                </a:lnTo>
                <a:lnTo>
                  <a:pt x="0" y="8"/>
                </a:lnTo>
                <a:lnTo>
                  <a:pt x="0" y="8"/>
                </a:lnTo>
                <a:lnTo>
                  <a:pt x="4" y="6"/>
                </a:lnTo>
                <a:lnTo>
                  <a:pt x="4" y="6"/>
                </a:lnTo>
                <a:lnTo>
                  <a:pt x="88" y="6"/>
                </a:lnTo>
                <a:lnTo>
                  <a:pt x="88" y="6"/>
                </a:lnTo>
                <a:lnTo>
                  <a:pt x="90" y="8"/>
                </a:lnTo>
                <a:lnTo>
                  <a:pt x="92" y="12"/>
                </a:lnTo>
                <a:lnTo>
                  <a:pt x="92" y="12"/>
                </a:lnTo>
                <a:lnTo>
                  <a:pt x="92" y="46"/>
                </a:lnTo>
                <a:lnTo>
                  <a:pt x="92" y="46"/>
                </a:lnTo>
                <a:lnTo>
                  <a:pt x="100" y="34"/>
                </a:lnTo>
                <a:lnTo>
                  <a:pt x="100" y="34"/>
                </a:lnTo>
                <a:lnTo>
                  <a:pt x="112" y="20"/>
                </a:lnTo>
                <a:lnTo>
                  <a:pt x="126" y="12"/>
                </a:lnTo>
                <a:lnTo>
                  <a:pt x="142" y="4"/>
                </a:lnTo>
                <a:lnTo>
                  <a:pt x="160" y="2"/>
                </a:lnTo>
                <a:lnTo>
                  <a:pt x="160" y="2"/>
                </a:lnTo>
                <a:lnTo>
                  <a:pt x="176" y="0"/>
                </a:lnTo>
                <a:lnTo>
                  <a:pt x="192" y="2"/>
                </a:lnTo>
                <a:lnTo>
                  <a:pt x="206" y="6"/>
                </a:lnTo>
                <a:lnTo>
                  <a:pt x="222" y="12"/>
                </a:lnTo>
                <a:lnTo>
                  <a:pt x="222" y="12"/>
                </a:lnTo>
                <a:lnTo>
                  <a:pt x="234" y="18"/>
                </a:lnTo>
                <a:lnTo>
                  <a:pt x="244" y="28"/>
                </a:lnTo>
                <a:lnTo>
                  <a:pt x="254" y="38"/>
                </a:lnTo>
                <a:lnTo>
                  <a:pt x="262" y="50"/>
                </a:lnTo>
                <a:lnTo>
                  <a:pt x="262" y="50"/>
                </a:lnTo>
                <a:lnTo>
                  <a:pt x="270" y="66"/>
                </a:lnTo>
                <a:lnTo>
                  <a:pt x="274" y="84"/>
                </a:lnTo>
                <a:lnTo>
                  <a:pt x="276" y="105"/>
                </a:lnTo>
                <a:lnTo>
                  <a:pt x="278" y="123"/>
                </a:lnTo>
                <a:lnTo>
                  <a:pt x="278" y="123"/>
                </a:lnTo>
                <a:lnTo>
                  <a:pt x="278" y="279"/>
                </a:lnTo>
                <a:lnTo>
                  <a:pt x="278" y="279"/>
                </a:lnTo>
                <a:lnTo>
                  <a:pt x="278" y="281"/>
                </a:lnTo>
                <a:lnTo>
                  <a:pt x="278" y="281"/>
                </a:lnTo>
                <a:lnTo>
                  <a:pt x="186" y="281"/>
                </a:lnTo>
                <a:lnTo>
                  <a:pt x="186" y="281"/>
                </a:lnTo>
                <a:lnTo>
                  <a:pt x="186" y="277"/>
                </a:lnTo>
                <a:lnTo>
                  <a:pt x="186" y="277"/>
                </a:lnTo>
                <a:lnTo>
                  <a:pt x="186" y="137"/>
                </a:lnTo>
                <a:lnTo>
                  <a:pt x="186" y="137"/>
                </a:lnTo>
                <a:lnTo>
                  <a:pt x="186" y="119"/>
                </a:lnTo>
                <a:lnTo>
                  <a:pt x="182" y="101"/>
                </a:lnTo>
                <a:lnTo>
                  <a:pt x="182" y="101"/>
                </a:lnTo>
                <a:lnTo>
                  <a:pt x="174" y="88"/>
                </a:lnTo>
                <a:lnTo>
                  <a:pt x="164" y="78"/>
                </a:lnTo>
                <a:lnTo>
                  <a:pt x="152" y="74"/>
                </a:lnTo>
                <a:lnTo>
                  <a:pt x="138" y="72"/>
                </a:lnTo>
                <a:lnTo>
                  <a:pt x="138" y="72"/>
                </a:lnTo>
                <a:lnTo>
                  <a:pt x="122" y="76"/>
                </a:lnTo>
                <a:lnTo>
                  <a:pt x="110" y="84"/>
                </a:lnTo>
                <a:lnTo>
                  <a:pt x="100" y="94"/>
                </a:lnTo>
                <a:lnTo>
                  <a:pt x="94" y="109"/>
                </a:lnTo>
                <a:lnTo>
                  <a:pt x="94" y="109"/>
                </a:lnTo>
                <a:lnTo>
                  <a:pt x="92" y="119"/>
                </a:lnTo>
                <a:lnTo>
                  <a:pt x="92" y="131"/>
                </a:lnTo>
                <a:lnTo>
                  <a:pt x="92" y="131"/>
                </a:lnTo>
                <a:lnTo>
                  <a:pt x="92" y="277"/>
                </a:lnTo>
                <a:lnTo>
                  <a:pt x="92" y="277"/>
                </a:lnTo>
                <a:lnTo>
                  <a:pt x="90" y="281"/>
                </a:lnTo>
                <a:lnTo>
                  <a:pt x="88" y="281"/>
                </a:lnTo>
                <a:lnTo>
                  <a:pt x="88" y="281"/>
                </a:lnTo>
                <a:lnTo>
                  <a:pt x="6" y="281"/>
                </a:lnTo>
                <a:lnTo>
                  <a:pt x="6" y="281"/>
                </a:lnTo>
                <a:lnTo>
                  <a:pt x="0" y="281"/>
                </a:lnTo>
                <a:lnTo>
                  <a:pt x="0" y="281"/>
                </a:lnTo>
                <a:close/>
              </a:path>
            </a:pathLst>
          </a:custGeom>
          <a:solidFill>
            <a:srgbClr val="F68B1F"/>
          </a:solidFill>
          <a:ln>
            <a:noFill/>
          </a:ln>
        </p:spPr>
        <p:txBody>
          <a:bodyPr lIns="51435" tIns="25718" rIns="51435" bIns="25718"/>
          <a:lstStyle/>
          <a:p>
            <a:pPr>
              <a:defRPr/>
            </a:pPr>
            <a:endParaRPr lang="en-IN" sz="1350"/>
          </a:p>
        </p:txBody>
      </p:sp>
      <p:sp>
        <p:nvSpPr>
          <p:cNvPr id="12" name="Freeform 10"/>
          <p:cNvSpPr/>
          <p:nvPr userDrawn="1"/>
        </p:nvSpPr>
        <p:spPr bwMode="auto">
          <a:xfrm>
            <a:off x="5500688" y="4359275"/>
            <a:ext cx="52387" cy="212725"/>
          </a:xfrm>
          <a:custGeom>
            <a:avLst/>
            <a:gdLst>
              <a:gd name="T0" fmla="*/ 89 w 89"/>
              <a:gd name="T1" fmla="*/ 275 h 275"/>
              <a:gd name="T2" fmla="*/ 89 w 89"/>
              <a:gd name="T3" fmla="*/ 275 h 275"/>
              <a:gd name="T4" fmla="*/ 85 w 89"/>
              <a:gd name="T5" fmla="*/ 275 h 275"/>
              <a:gd name="T6" fmla="*/ 85 w 89"/>
              <a:gd name="T7" fmla="*/ 275 h 275"/>
              <a:gd name="T8" fmla="*/ 4 w 89"/>
              <a:gd name="T9" fmla="*/ 275 h 275"/>
              <a:gd name="T10" fmla="*/ 4 w 89"/>
              <a:gd name="T11" fmla="*/ 275 h 275"/>
              <a:gd name="T12" fmla="*/ 0 w 89"/>
              <a:gd name="T13" fmla="*/ 275 h 275"/>
              <a:gd name="T14" fmla="*/ 0 w 89"/>
              <a:gd name="T15" fmla="*/ 271 h 275"/>
              <a:gd name="T16" fmla="*/ 0 w 89"/>
              <a:gd name="T17" fmla="*/ 271 h 275"/>
              <a:gd name="T18" fmla="*/ 0 w 89"/>
              <a:gd name="T19" fmla="*/ 4 h 275"/>
              <a:gd name="T20" fmla="*/ 0 w 89"/>
              <a:gd name="T21" fmla="*/ 4 h 275"/>
              <a:gd name="T22" fmla="*/ 0 w 89"/>
              <a:gd name="T23" fmla="*/ 2 h 275"/>
              <a:gd name="T24" fmla="*/ 4 w 89"/>
              <a:gd name="T25" fmla="*/ 0 h 275"/>
              <a:gd name="T26" fmla="*/ 4 w 89"/>
              <a:gd name="T27" fmla="*/ 0 h 275"/>
              <a:gd name="T28" fmla="*/ 85 w 89"/>
              <a:gd name="T29" fmla="*/ 0 h 275"/>
              <a:gd name="T30" fmla="*/ 85 w 89"/>
              <a:gd name="T31" fmla="*/ 0 h 275"/>
              <a:gd name="T32" fmla="*/ 89 w 89"/>
              <a:gd name="T33" fmla="*/ 2 h 275"/>
              <a:gd name="T34" fmla="*/ 89 w 89"/>
              <a:gd name="T35" fmla="*/ 2 h 275"/>
              <a:gd name="T36" fmla="*/ 89 w 89"/>
              <a:gd name="T37" fmla="*/ 275 h 275"/>
              <a:gd name="T38" fmla="*/ 89 w 89"/>
              <a:gd name="T39" fmla="*/ 275 h 27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</a:cxnLst>
            <a:rect l="0" t="0" r="r" b="b"/>
            <a:pathLst>
              <a:path w="89" h="275">
                <a:moveTo>
                  <a:pt x="89" y="275"/>
                </a:moveTo>
                <a:lnTo>
                  <a:pt x="89" y="275"/>
                </a:lnTo>
                <a:lnTo>
                  <a:pt x="85" y="275"/>
                </a:lnTo>
                <a:lnTo>
                  <a:pt x="85" y="275"/>
                </a:lnTo>
                <a:lnTo>
                  <a:pt x="4" y="275"/>
                </a:lnTo>
                <a:lnTo>
                  <a:pt x="4" y="275"/>
                </a:lnTo>
                <a:lnTo>
                  <a:pt x="0" y="275"/>
                </a:lnTo>
                <a:lnTo>
                  <a:pt x="0" y="271"/>
                </a:lnTo>
                <a:lnTo>
                  <a:pt x="0" y="271"/>
                </a:lnTo>
                <a:lnTo>
                  <a:pt x="0" y="4"/>
                </a:lnTo>
                <a:lnTo>
                  <a:pt x="0" y="4"/>
                </a:lnTo>
                <a:lnTo>
                  <a:pt x="0" y="2"/>
                </a:lnTo>
                <a:lnTo>
                  <a:pt x="4" y="0"/>
                </a:lnTo>
                <a:lnTo>
                  <a:pt x="4" y="0"/>
                </a:lnTo>
                <a:lnTo>
                  <a:pt x="85" y="0"/>
                </a:lnTo>
                <a:lnTo>
                  <a:pt x="85" y="0"/>
                </a:lnTo>
                <a:lnTo>
                  <a:pt x="89" y="2"/>
                </a:lnTo>
                <a:lnTo>
                  <a:pt x="89" y="2"/>
                </a:lnTo>
                <a:lnTo>
                  <a:pt x="89" y="275"/>
                </a:lnTo>
                <a:lnTo>
                  <a:pt x="89" y="275"/>
                </a:lnTo>
                <a:close/>
              </a:path>
            </a:pathLst>
          </a:custGeom>
          <a:solidFill>
            <a:srgbClr val="F68B1F"/>
          </a:solidFill>
          <a:ln>
            <a:noFill/>
          </a:ln>
        </p:spPr>
        <p:txBody>
          <a:bodyPr lIns="51435" tIns="25718" rIns="51435" bIns="25718"/>
          <a:lstStyle/>
          <a:p>
            <a:pPr>
              <a:defRPr/>
            </a:pPr>
            <a:endParaRPr lang="en-IN" sz="1350"/>
          </a:p>
        </p:txBody>
      </p:sp>
      <p:sp>
        <p:nvSpPr>
          <p:cNvPr id="13" name="Freeform 11"/>
          <p:cNvSpPr/>
          <p:nvPr userDrawn="1"/>
        </p:nvSpPr>
        <p:spPr bwMode="auto">
          <a:xfrm>
            <a:off x="5497513" y="4257675"/>
            <a:ext cx="58737" cy="73025"/>
          </a:xfrm>
          <a:custGeom>
            <a:avLst/>
            <a:gdLst>
              <a:gd name="T0" fmla="*/ 49 w 101"/>
              <a:gd name="T1" fmla="*/ 94 h 94"/>
              <a:gd name="T2" fmla="*/ 49 w 101"/>
              <a:gd name="T3" fmla="*/ 94 h 94"/>
              <a:gd name="T4" fmla="*/ 38 w 101"/>
              <a:gd name="T5" fmla="*/ 92 h 94"/>
              <a:gd name="T6" fmla="*/ 26 w 101"/>
              <a:gd name="T7" fmla="*/ 88 h 94"/>
              <a:gd name="T8" fmla="*/ 16 w 101"/>
              <a:gd name="T9" fmla="*/ 82 h 94"/>
              <a:gd name="T10" fmla="*/ 8 w 101"/>
              <a:gd name="T11" fmla="*/ 72 h 94"/>
              <a:gd name="T12" fmla="*/ 8 w 101"/>
              <a:gd name="T13" fmla="*/ 72 h 94"/>
              <a:gd name="T14" fmla="*/ 4 w 101"/>
              <a:gd name="T15" fmla="*/ 62 h 94"/>
              <a:gd name="T16" fmla="*/ 0 w 101"/>
              <a:gd name="T17" fmla="*/ 52 h 94"/>
              <a:gd name="T18" fmla="*/ 0 w 101"/>
              <a:gd name="T19" fmla="*/ 42 h 94"/>
              <a:gd name="T20" fmla="*/ 2 w 101"/>
              <a:gd name="T21" fmla="*/ 32 h 94"/>
              <a:gd name="T22" fmla="*/ 6 w 101"/>
              <a:gd name="T23" fmla="*/ 22 h 94"/>
              <a:gd name="T24" fmla="*/ 14 w 101"/>
              <a:gd name="T25" fmla="*/ 14 h 94"/>
              <a:gd name="T26" fmla="*/ 22 w 101"/>
              <a:gd name="T27" fmla="*/ 6 h 94"/>
              <a:gd name="T28" fmla="*/ 34 w 101"/>
              <a:gd name="T29" fmla="*/ 2 h 94"/>
              <a:gd name="T30" fmla="*/ 34 w 101"/>
              <a:gd name="T31" fmla="*/ 2 h 94"/>
              <a:gd name="T32" fmla="*/ 45 w 101"/>
              <a:gd name="T33" fmla="*/ 0 h 94"/>
              <a:gd name="T34" fmla="*/ 59 w 101"/>
              <a:gd name="T35" fmla="*/ 0 h 94"/>
              <a:gd name="T36" fmla="*/ 71 w 101"/>
              <a:gd name="T37" fmla="*/ 2 h 94"/>
              <a:gd name="T38" fmla="*/ 83 w 101"/>
              <a:gd name="T39" fmla="*/ 8 h 94"/>
              <a:gd name="T40" fmla="*/ 83 w 101"/>
              <a:gd name="T41" fmla="*/ 8 h 94"/>
              <a:gd name="T42" fmla="*/ 91 w 101"/>
              <a:gd name="T43" fmla="*/ 18 h 94"/>
              <a:gd name="T44" fmla="*/ 99 w 101"/>
              <a:gd name="T45" fmla="*/ 28 h 94"/>
              <a:gd name="T46" fmla="*/ 101 w 101"/>
              <a:gd name="T47" fmla="*/ 40 h 94"/>
              <a:gd name="T48" fmla="*/ 101 w 101"/>
              <a:gd name="T49" fmla="*/ 54 h 94"/>
              <a:gd name="T50" fmla="*/ 101 w 101"/>
              <a:gd name="T51" fmla="*/ 54 h 94"/>
              <a:gd name="T52" fmla="*/ 97 w 101"/>
              <a:gd name="T53" fmla="*/ 66 h 94"/>
              <a:gd name="T54" fmla="*/ 91 w 101"/>
              <a:gd name="T55" fmla="*/ 76 h 94"/>
              <a:gd name="T56" fmla="*/ 83 w 101"/>
              <a:gd name="T57" fmla="*/ 84 h 94"/>
              <a:gd name="T58" fmla="*/ 71 w 101"/>
              <a:gd name="T59" fmla="*/ 90 h 94"/>
              <a:gd name="T60" fmla="*/ 71 w 101"/>
              <a:gd name="T61" fmla="*/ 90 h 94"/>
              <a:gd name="T62" fmla="*/ 61 w 101"/>
              <a:gd name="T63" fmla="*/ 92 h 94"/>
              <a:gd name="T64" fmla="*/ 51 w 101"/>
              <a:gd name="T65" fmla="*/ 94 h 94"/>
              <a:gd name="T66" fmla="*/ 51 w 101"/>
              <a:gd name="T67" fmla="*/ 94 h 94"/>
              <a:gd name="T68" fmla="*/ 49 w 101"/>
              <a:gd name="T69" fmla="*/ 94 h 94"/>
              <a:gd name="T70" fmla="*/ 49 w 101"/>
              <a:gd name="T71" fmla="*/ 94 h 9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</a:cxnLst>
            <a:rect l="0" t="0" r="r" b="b"/>
            <a:pathLst>
              <a:path w="101" h="94">
                <a:moveTo>
                  <a:pt x="49" y="94"/>
                </a:moveTo>
                <a:lnTo>
                  <a:pt x="49" y="94"/>
                </a:lnTo>
                <a:lnTo>
                  <a:pt x="38" y="92"/>
                </a:lnTo>
                <a:lnTo>
                  <a:pt x="26" y="88"/>
                </a:lnTo>
                <a:lnTo>
                  <a:pt x="16" y="82"/>
                </a:lnTo>
                <a:lnTo>
                  <a:pt x="8" y="72"/>
                </a:lnTo>
                <a:lnTo>
                  <a:pt x="8" y="72"/>
                </a:lnTo>
                <a:lnTo>
                  <a:pt x="4" y="62"/>
                </a:lnTo>
                <a:lnTo>
                  <a:pt x="0" y="52"/>
                </a:lnTo>
                <a:lnTo>
                  <a:pt x="0" y="42"/>
                </a:lnTo>
                <a:lnTo>
                  <a:pt x="2" y="32"/>
                </a:lnTo>
                <a:lnTo>
                  <a:pt x="6" y="22"/>
                </a:lnTo>
                <a:lnTo>
                  <a:pt x="14" y="14"/>
                </a:lnTo>
                <a:lnTo>
                  <a:pt x="22" y="6"/>
                </a:lnTo>
                <a:lnTo>
                  <a:pt x="34" y="2"/>
                </a:lnTo>
                <a:lnTo>
                  <a:pt x="34" y="2"/>
                </a:lnTo>
                <a:lnTo>
                  <a:pt x="45" y="0"/>
                </a:lnTo>
                <a:lnTo>
                  <a:pt x="59" y="0"/>
                </a:lnTo>
                <a:lnTo>
                  <a:pt x="71" y="2"/>
                </a:lnTo>
                <a:lnTo>
                  <a:pt x="83" y="8"/>
                </a:lnTo>
                <a:lnTo>
                  <a:pt x="83" y="8"/>
                </a:lnTo>
                <a:lnTo>
                  <a:pt x="91" y="18"/>
                </a:lnTo>
                <a:lnTo>
                  <a:pt x="99" y="28"/>
                </a:lnTo>
                <a:lnTo>
                  <a:pt x="101" y="40"/>
                </a:lnTo>
                <a:lnTo>
                  <a:pt x="101" y="54"/>
                </a:lnTo>
                <a:lnTo>
                  <a:pt x="101" y="54"/>
                </a:lnTo>
                <a:lnTo>
                  <a:pt x="97" y="66"/>
                </a:lnTo>
                <a:lnTo>
                  <a:pt x="91" y="76"/>
                </a:lnTo>
                <a:lnTo>
                  <a:pt x="83" y="84"/>
                </a:lnTo>
                <a:lnTo>
                  <a:pt x="71" y="90"/>
                </a:lnTo>
                <a:lnTo>
                  <a:pt x="71" y="90"/>
                </a:lnTo>
                <a:lnTo>
                  <a:pt x="61" y="92"/>
                </a:lnTo>
                <a:lnTo>
                  <a:pt x="51" y="94"/>
                </a:lnTo>
                <a:lnTo>
                  <a:pt x="51" y="94"/>
                </a:lnTo>
                <a:lnTo>
                  <a:pt x="49" y="94"/>
                </a:lnTo>
                <a:lnTo>
                  <a:pt x="49" y="94"/>
                </a:lnTo>
                <a:close/>
              </a:path>
            </a:pathLst>
          </a:custGeom>
          <a:solidFill>
            <a:srgbClr val="F68B1F"/>
          </a:solidFill>
          <a:ln>
            <a:noFill/>
          </a:ln>
        </p:spPr>
        <p:txBody>
          <a:bodyPr lIns="51435" tIns="25718" rIns="51435" bIns="25718"/>
          <a:lstStyle/>
          <a:p>
            <a:pPr>
              <a:defRPr/>
            </a:pPr>
            <a:endParaRPr lang="en-IN" sz="1350"/>
          </a:p>
        </p:txBody>
      </p:sp>
      <p:sp>
        <p:nvSpPr>
          <p:cNvPr id="14" name="Freeform 12">
            <a:hlinkClick r:id="rId6"/>
          </p:cNvPr>
          <p:cNvSpPr/>
          <p:nvPr userDrawn="1"/>
        </p:nvSpPr>
        <p:spPr bwMode="auto">
          <a:xfrm>
            <a:off x="5903913" y="4271963"/>
            <a:ext cx="114300" cy="330200"/>
          </a:xfrm>
          <a:custGeom>
            <a:avLst/>
            <a:gdLst>
              <a:gd name="T0" fmla="*/ 92 w 140"/>
              <a:gd name="T1" fmla="*/ 152 h 305"/>
              <a:gd name="T2" fmla="*/ 92 w 140"/>
              <a:gd name="T3" fmla="*/ 152 h 305"/>
              <a:gd name="T4" fmla="*/ 92 w 140"/>
              <a:gd name="T5" fmla="*/ 305 h 305"/>
              <a:gd name="T6" fmla="*/ 92 w 140"/>
              <a:gd name="T7" fmla="*/ 305 h 305"/>
              <a:gd name="T8" fmla="*/ 30 w 140"/>
              <a:gd name="T9" fmla="*/ 305 h 305"/>
              <a:gd name="T10" fmla="*/ 30 w 140"/>
              <a:gd name="T11" fmla="*/ 305 h 305"/>
              <a:gd name="T12" fmla="*/ 30 w 140"/>
              <a:gd name="T13" fmla="*/ 152 h 305"/>
              <a:gd name="T14" fmla="*/ 30 w 140"/>
              <a:gd name="T15" fmla="*/ 152 h 305"/>
              <a:gd name="T16" fmla="*/ 0 w 140"/>
              <a:gd name="T17" fmla="*/ 152 h 305"/>
              <a:gd name="T18" fmla="*/ 0 w 140"/>
              <a:gd name="T19" fmla="*/ 152 h 305"/>
              <a:gd name="T20" fmla="*/ 0 w 140"/>
              <a:gd name="T21" fmla="*/ 98 h 305"/>
              <a:gd name="T22" fmla="*/ 0 w 140"/>
              <a:gd name="T23" fmla="*/ 98 h 305"/>
              <a:gd name="T24" fmla="*/ 30 w 140"/>
              <a:gd name="T25" fmla="*/ 98 h 305"/>
              <a:gd name="T26" fmla="*/ 30 w 140"/>
              <a:gd name="T27" fmla="*/ 98 h 305"/>
              <a:gd name="T28" fmla="*/ 30 w 140"/>
              <a:gd name="T29" fmla="*/ 94 h 305"/>
              <a:gd name="T30" fmla="*/ 30 w 140"/>
              <a:gd name="T31" fmla="*/ 94 h 305"/>
              <a:gd name="T32" fmla="*/ 30 w 140"/>
              <a:gd name="T33" fmla="*/ 56 h 305"/>
              <a:gd name="T34" fmla="*/ 30 w 140"/>
              <a:gd name="T35" fmla="*/ 56 h 305"/>
              <a:gd name="T36" fmla="*/ 32 w 140"/>
              <a:gd name="T37" fmla="*/ 42 h 305"/>
              <a:gd name="T38" fmla="*/ 38 w 140"/>
              <a:gd name="T39" fmla="*/ 30 h 305"/>
              <a:gd name="T40" fmla="*/ 46 w 140"/>
              <a:gd name="T41" fmla="*/ 18 h 305"/>
              <a:gd name="T42" fmla="*/ 58 w 140"/>
              <a:gd name="T43" fmla="*/ 8 h 305"/>
              <a:gd name="T44" fmla="*/ 58 w 140"/>
              <a:gd name="T45" fmla="*/ 8 h 305"/>
              <a:gd name="T46" fmla="*/ 74 w 140"/>
              <a:gd name="T47" fmla="*/ 2 h 305"/>
              <a:gd name="T48" fmla="*/ 90 w 140"/>
              <a:gd name="T49" fmla="*/ 0 h 305"/>
              <a:gd name="T50" fmla="*/ 90 w 140"/>
              <a:gd name="T51" fmla="*/ 0 h 305"/>
              <a:gd name="T52" fmla="*/ 138 w 140"/>
              <a:gd name="T53" fmla="*/ 0 h 305"/>
              <a:gd name="T54" fmla="*/ 138 w 140"/>
              <a:gd name="T55" fmla="*/ 0 h 305"/>
              <a:gd name="T56" fmla="*/ 140 w 140"/>
              <a:gd name="T57" fmla="*/ 0 h 305"/>
              <a:gd name="T58" fmla="*/ 140 w 140"/>
              <a:gd name="T59" fmla="*/ 0 h 305"/>
              <a:gd name="T60" fmla="*/ 140 w 140"/>
              <a:gd name="T61" fmla="*/ 52 h 305"/>
              <a:gd name="T62" fmla="*/ 140 w 140"/>
              <a:gd name="T63" fmla="*/ 52 h 305"/>
              <a:gd name="T64" fmla="*/ 132 w 140"/>
              <a:gd name="T65" fmla="*/ 52 h 305"/>
              <a:gd name="T66" fmla="*/ 132 w 140"/>
              <a:gd name="T67" fmla="*/ 52 h 305"/>
              <a:gd name="T68" fmla="*/ 106 w 140"/>
              <a:gd name="T69" fmla="*/ 52 h 305"/>
              <a:gd name="T70" fmla="*/ 106 w 140"/>
              <a:gd name="T71" fmla="*/ 52 h 305"/>
              <a:gd name="T72" fmla="*/ 102 w 140"/>
              <a:gd name="T73" fmla="*/ 54 h 305"/>
              <a:gd name="T74" fmla="*/ 96 w 140"/>
              <a:gd name="T75" fmla="*/ 56 h 305"/>
              <a:gd name="T76" fmla="*/ 94 w 140"/>
              <a:gd name="T77" fmla="*/ 60 h 305"/>
              <a:gd name="T78" fmla="*/ 92 w 140"/>
              <a:gd name="T79" fmla="*/ 64 h 305"/>
              <a:gd name="T80" fmla="*/ 92 w 140"/>
              <a:gd name="T81" fmla="*/ 64 h 305"/>
              <a:gd name="T82" fmla="*/ 92 w 140"/>
              <a:gd name="T83" fmla="*/ 98 h 305"/>
              <a:gd name="T84" fmla="*/ 92 w 140"/>
              <a:gd name="T85" fmla="*/ 98 h 305"/>
              <a:gd name="T86" fmla="*/ 140 w 140"/>
              <a:gd name="T87" fmla="*/ 98 h 305"/>
              <a:gd name="T88" fmla="*/ 140 w 140"/>
              <a:gd name="T89" fmla="*/ 98 h 305"/>
              <a:gd name="T90" fmla="*/ 136 w 140"/>
              <a:gd name="T91" fmla="*/ 152 h 305"/>
              <a:gd name="T92" fmla="*/ 136 w 140"/>
              <a:gd name="T93" fmla="*/ 152 h 305"/>
              <a:gd name="T94" fmla="*/ 92 w 140"/>
              <a:gd name="T95" fmla="*/ 152 h 305"/>
              <a:gd name="T96" fmla="*/ 92 w 140"/>
              <a:gd name="T97" fmla="*/ 152 h 30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</a:cxnLst>
            <a:rect l="0" t="0" r="r" b="b"/>
            <a:pathLst>
              <a:path w="140" h="305">
                <a:moveTo>
                  <a:pt x="92" y="152"/>
                </a:moveTo>
                <a:lnTo>
                  <a:pt x="92" y="152"/>
                </a:lnTo>
                <a:lnTo>
                  <a:pt x="92" y="305"/>
                </a:lnTo>
                <a:lnTo>
                  <a:pt x="92" y="305"/>
                </a:lnTo>
                <a:lnTo>
                  <a:pt x="30" y="305"/>
                </a:lnTo>
                <a:lnTo>
                  <a:pt x="30" y="305"/>
                </a:lnTo>
                <a:lnTo>
                  <a:pt x="30" y="152"/>
                </a:lnTo>
                <a:lnTo>
                  <a:pt x="30" y="152"/>
                </a:lnTo>
                <a:lnTo>
                  <a:pt x="0" y="152"/>
                </a:lnTo>
                <a:lnTo>
                  <a:pt x="0" y="152"/>
                </a:lnTo>
                <a:lnTo>
                  <a:pt x="0" y="98"/>
                </a:lnTo>
                <a:lnTo>
                  <a:pt x="0" y="98"/>
                </a:lnTo>
                <a:lnTo>
                  <a:pt x="30" y="98"/>
                </a:lnTo>
                <a:lnTo>
                  <a:pt x="30" y="98"/>
                </a:lnTo>
                <a:lnTo>
                  <a:pt x="30" y="94"/>
                </a:lnTo>
                <a:lnTo>
                  <a:pt x="30" y="94"/>
                </a:lnTo>
                <a:lnTo>
                  <a:pt x="30" y="56"/>
                </a:lnTo>
                <a:lnTo>
                  <a:pt x="30" y="56"/>
                </a:lnTo>
                <a:lnTo>
                  <a:pt x="32" y="42"/>
                </a:lnTo>
                <a:lnTo>
                  <a:pt x="38" y="30"/>
                </a:lnTo>
                <a:lnTo>
                  <a:pt x="46" y="18"/>
                </a:lnTo>
                <a:lnTo>
                  <a:pt x="58" y="8"/>
                </a:lnTo>
                <a:lnTo>
                  <a:pt x="58" y="8"/>
                </a:lnTo>
                <a:lnTo>
                  <a:pt x="74" y="2"/>
                </a:lnTo>
                <a:lnTo>
                  <a:pt x="90" y="0"/>
                </a:lnTo>
                <a:lnTo>
                  <a:pt x="90" y="0"/>
                </a:lnTo>
                <a:lnTo>
                  <a:pt x="138" y="0"/>
                </a:lnTo>
                <a:lnTo>
                  <a:pt x="138" y="0"/>
                </a:lnTo>
                <a:lnTo>
                  <a:pt x="140" y="0"/>
                </a:lnTo>
                <a:lnTo>
                  <a:pt x="140" y="0"/>
                </a:lnTo>
                <a:lnTo>
                  <a:pt x="140" y="52"/>
                </a:lnTo>
                <a:lnTo>
                  <a:pt x="140" y="52"/>
                </a:lnTo>
                <a:lnTo>
                  <a:pt x="132" y="52"/>
                </a:lnTo>
                <a:lnTo>
                  <a:pt x="132" y="52"/>
                </a:lnTo>
                <a:lnTo>
                  <a:pt x="106" y="52"/>
                </a:lnTo>
                <a:lnTo>
                  <a:pt x="106" y="52"/>
                </a:lnTo>
                <a:lnTo>
                  <a:pt x="102" y="54"/>
                </a:lnTo>
                <a:lnTo>
                  <a:pt x="96" y="56"/>
                </a:lnTo>
                <a:lnTo>
                  <a:pt x="94" y="60"/>
                </a:lnTo>
                <a:lnTo>
                  <a:pt x="92" y="64"/>
                </a:lnTo>
                <a:lnTo>
                  <a:pt x="92" y="64"/>
                </a:lnTo>
                <a:lnTo>
                  <a:pt x="92" y="98"/>
                </a:lnTo>
                <a:lnTo>
                  <a:pt x="92" y="98"/>
                </a:lnTo>
                <a:lnTo>
                  <a:pt x="140" y="98"/>
                </a:lnTo>
                <a:lnTo>
                  <a:pt x="140" y="98"/>
                </a:lnTo>
                <a:lnTo>
                  <a:pt x="136" y="152"/>
                </a:lnTo>
                <a:lnTo>
                  <a:pt x="136" y="152"/>
                </a:lnTo>
                <a:lnTo>
                  <a:pt x="92" y="152"/>
                </a:lnTo>
                <a:lnTo>
                  <a:pt x="92" y="152"/>
                </a:lnTo>
                <a:close/>
              </a:path>
            </a:pathLst>
          </a:custGeom>
          <a:solidFill>
            <a:srgbClr val="F68B1F"/>
          </a:solidFill>
          <a:ln>
            <a:noFill/>
          </a:ln>
        </p:spPr>
        <p:txBody>
          <a:bodyPr lIns="51435" tIns="25718" rIns="51435" bIns="25718"/>
          <a:lstStyle/>
          <a:p>
            <a:pPr>
              <a:defRPr/>
            </a:pPr>
            <a:endParaRPr lang="en-IN" sz="1350"/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5429250" y="2971800"/>
            <a:ext cx="3593306" cy="1257300"/>
          </a:xfrm>
        </p:spPr>
        <p:txBody>
          <a:bodyPr>
            <a:noAutofit/>
          </a:bodyPr>
          <a:lstStyle>
            <a:lvl1pPr algn="l">
              <a:defRPr sz="3040">
                <a:solidFill>
                  <a:srgbClr val="0056A4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Presentation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8772525" cy="14922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350"/>
          </a:p>
        </p:txBody>
      </p:sp>
      <p:sp>
        <p:nvSpPr>
          <p:cNvPr id="5" name="Rectangle 4"/>
          <p:cNvSpPr/>
          <p:nvPr/>
        </p:nvSpPr>
        <p:spPr>
          <a:xfrm>
            <a:off x="6829425" y="5365750"/>
            <a:ext cx="2314575" cy="14922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350"/>
          </a:p>
        </p:txBody>
      </p:sp>
      <p:pic>
        <p:nvPicPr>
          <p:cNvPr id="6" name="Picture 10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11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43713" y="423863"/>
            <a:ext cx="2006600" cy="719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object 19"/>
          <p:cNvSpPr txBox="1"/>
          <p:nvPr/>
        </p:nvSpPr>
        <p:spPr>
          <a:xfrm>
            <a:off x="6500813" y="6253163"/>
            <a:ext cx="2282825" cy="111125"/>
          </a:xfrm>
          <a:prstGeom prst="rect">
            <a:avLst/>
          </a:prstGeom>
        </p:spPr>
        <p:txBody>
          <a:bodyPr lIns="0" tIns="7144" rIns="0" bIns="0">
            <a:spAutoFit/>
          </a:bodyPr>
          <a:lstStyle/>
          <a:p>
            <a:pPr marL="6985" algn="r">
              <a:spcBef>
                <a:spcPts val="55"/>
              </a:spcBef>
              <a:defRPr/>
            </a:pPr>
            <a:r>
              <a:rPr sz="675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© </a:t>
            </a:r>
            <a:r>
              <a:rPr sz="675" spc="-3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</a:t>
            </a:r>
            <a:r>
              <a:rPr lang="en-US" sz="675" spc="-3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</a:t>
            </a:r>
            <a:r>
              <a:rPr sz="675" spc="-3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675" spc="-3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Coforge</a:t>
            </a:r>
            <a:endParaRPr sz="675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343525" y="2943948"/>
            <a:ext cx="3471863" cy="548878"/>
          </a:xfrm>
        </p:spPr>
        <p:txBody>
          <a:bodyPr>
            <a:noAutofit/>
          </a:bodyPr>
          <a:lstStyle>
            <a:lvl1pPr algn="l">
              <a:defRPr sz="3375">
                <a:solidFill>
                  <a:srgbClr val="0056A4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5396335" y="3892380"/>
            <a:ext cx="3419053" cy="389135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 algn="l">
              <a:buFontTx/>
              <a:buNone/>
              <a:defRPr sz="2025" b="1">
                <a:solidFill>
                  <a:srgbClr val="F68B1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4338" y="1371600"/>
            <a:ext cx="7886700" cy="46291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56888" y="1395057"/>
            <a:ext cx="3900488" cy="435173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85963" y="1395057"/>
            <a:ext cx="3900488" cy="435173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 Single Corner Rectangle 6"/>
          <p:cNvSpPr/>
          <p:nvPr/>
        </p:nvSpPr>
        <p:spPr>
          <a:xfrm>
            <a:off x="350838" y="1600200"/>
            <a:ext cx="2678112" cy="571500"/>
          </a:xfrm>
          <a:prstGeom prst="round1Rect">
            <a:avLst>
              <a:gd name="adj" fmla="val 50000"/>
            </a:avLst>
          </a:prstGeom>
          <a:solidFill>
            <a:srgbClr val="0061A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1435" tIns="25718" rIns="51435" bIns="25718" anchor="ctr"/>
          <a:lstStyle/>
          <a:p>
            <a:pPr algn="ctr">
              <a:defRPr/>
            </a:pPr>
            <a:endParaRPr lang="en-US" sz="135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itle 1"/>
          <p:cNvSpPr txBox="1"/>
          <p:nvPr/>
        </p:nvSpPr>
        <p:spPr>
          <a:xfrm>
            <a:off x="371475" y="1651000"/>
            <a:ext cx="2571750" cy="549275"/>
          </a:xfrm>
          <a:prstGeom prst="rect">
            <a:avLst/>
          </a:prstGeom>
        </p:spPr>
        <p:txBody>
          <a:bodyPr lIns="51435" tIns="25718" rIns="51435" bIns="25718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 sz="1350" dirty="0"/>
              <a:t>Click to edit Master title style</a:t>
            </a:r>
          </a:p>
        </p:txBody>
      </p:sp>
      <p:sp>
        <p:nvSpPr>
          <p:cNvPr id="8" name="Round Single Corner Rectangle 11"/>
          <p:cNvSpPr/>
          <p:nvPr/>
        </p:nvSpPr>
        <p:spPr>
          <a:xfrm>
            <a:off x="3221038" y="1600200"/>
            <a:ext cx="2679700" cy="571500"/>
          </a:xfrm>
          <a:prstGeom prst="round1Rect">
            <a:avLst>
              <a:gd name="adj" fmla="val 50000"/>
            </a:avLst>
          </a:prstGeom>
          <a:solidFill>
            <a:srgbClr val="F68B1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1435" tIns="25718" rIns="51435" bIns="25718" anchor="ctr"/>
          <a:lstStyle/>
          <a:p>
            <a:pPr algn="ctr">
              <a:defRPr/>
            </a:pPr>
            <a:endParaRPr lang="en-US" sz="135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itle 1"/>
          <p:cNvSpPr txBox="1"/>
          <p:nvPr/>
        </p:nvSpPr>
        <p:spPr>
          <a:xfrm>
            <a:off x="3243263" y="1651000"/>
            <a:ext cx="2571750" cy="549275"/>
          </a:xfrm>
          <a:prstGeom prst="rect">
            <a:avLst/>
          </a:prstGeom>
        </p:spPr>
        <p:txBody>
          <a:bodyPr lIns="51435" tIns="25718" rIns="51435" bIns="25718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 sz="1350" dirty="0"/>
              <a:t>Click to edit Master title style</a:t>
            </a:r>
          </a:p>
        </p:txBody>
      </p:sp>
      <p:sp>
        <p:nvSpPr>
          <p:cNvPr id="10" name="Round Single Corner Rectangle 14"/>
          <p:cNvSpPr/>
          <p:nvPr/>
        </p:nvSpPr>
        <p:spPr>
          <a:xfrm>
            <a:off x="6094413" y="1600200"/>
            <a:ext cx="2678112" cy="571500"/>
          </a:xfrm>
          <a:prstGeom prst="round1Rect">
            <a:avLst>
              <a:gd name="adj" fmla="val 50000"/>
            </a:avLst>
          </a:prstGeom>
          <a:solidFill>
            <a:srgbClr val="80808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1435" tIns="25718" rIns="51435" bIns="25718" anchor="ctr"/>
          <a:lstStyle/>
          <a:p>
            <a:pPr algn="ctr">
              <a:defRPr/>
            </a:pPr>
            <a:endParaRPr lang="en-US" sz="135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itle 1"/>
          <p:cNvSpPr txBox="1"/>
          <p:nvPr/>
        </p:nvSpPr>
        <p:spPr>
          <a:xfrm>
            <a:off x="6115050" y="1651000"/>
            <a:ext cx="2571750" cy="549275"/>
          </a:xfrm>
          <a:prstGeom prst="rect">
            <a:avLst/>
          </a:prstGeom>
        </p:spPr>
        <p:txBody>
          <a:bodyPr lIns="51435" tIns="25718" rIns="51435" bIns="25718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 sz="1350" dirty="0"/>
              <a:t>Click to edit Master title style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5"/>
          <p:cNvSpPr>
            <a:spLocks noGrp="1"/>
          </p:cNvSpPr>
          <p:nvPr>
            <p:ph type="body" sz="quarter" idx="14"/>
          </p:nvPr>
        </p:nvSpPr>
        <p:spPr>
          <a:xfrm>
            <a:off x="364331" y="2245381"/>
            <a:ext cx="2664619" cy="2934464"/>
          </a:xfrm>
          <a:prstGeom prst="rect">
            <a:avLst/>
          </a:prstGeom>
        </p:spPr>
        <p:txBody>
          <a:bodyPr tIns="91440" bIns="91440">
            <a:noAutofit/>
          </a:bodyPr>
          <a:lstStyle>
            <a:lvl1pPr marL="96520" marR="0" indent="-96520" algn="l" defTabSz="342900" rtl="0" eaLnBrk="1" fontAlgn="auto" latinLnBrk="0" hangingPunct="1">
              <a:lnSpc>
                <a:spcPct val="100000"/>
              </a:lnSpc>
              <a:spcBef>
                <a:spcPts val="340"/>
              </a:spcBef>
              <a:spcAft>
                <a:spcPts val="340"/>
              </a:spcAft>
              <a:buClrTx/>
              <a:buSzTx/>
              <a:buFont typeface="Arial" panose="020B0604020202020204" pitchFamily="34" charset="0"/>
              <a:buChar char="•"/>
              <a:tabLst>
                <a:tab pos="95885" algn="l"/>
              </a:tabLst>
              <a:defRPr lang="en-US" sz="1015" b="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160655" indent="-154305">
              <a:buFont typeface="Wingdings" panose="05000000000000000000" pitchFamily="2" charset="2"/>
              <a:buChar char="§"/>
              <a:tabLst>
                <a:tab pos="160655" algn="l"/>
              </a:tabLst>
              <a:defRPr sz="675"/>
            </a:lvl2pPr>
            <a:lvl3pPr marL="160655" indent="-154305">
              <a:buFont typeface="Wingdings" panose="05000000000000000000" pitchFamily="2" charset="2"/>
              <a:buChar char="§"/>
              <a:tabLst>
                <a:tab pos="160655" algn="l"/>
              </a:tabLst>
              <a:defRPr sz="675"/>
            </a:lvl3pPr>
            <a:lvl4pPr marL="160655" indent="-154305">
              <a:buFont typeface="Wingdings" panose="05000000000000000000" pitchFamily="2" charset="2"/>
              <a:buChar char="§"/>
              <a:tabLst>
                <a:tab pos="160655" algn="l"/>
              </a:tabLst>
              <a:defRPr sz="675"/>
            </a:lvl4pPr>
            <a:lvl5pPr marL="160655" indent="-154305">
              <a:buFont typeface="Wingdings" panose="05000000000000000000" pitchFamily="2" charset="2"/>
              <a:buChar char="§"/>
              <a:tabLst>
                <a:tab pos="160655" algn="l"/>
              </a:tabLst>
              <a:defRPr sz="675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Text Placeholder 5"/>
          <p:cNvSpPr>
            <a:spLocks noGrp="1"/>
          </p:cNvSpPr>
          <p:nvPr>
            <p:ph type="body" sz="quarter" idx="15"/>
          </p:nvPr>
        </p:nvSpPr>
        <p:spPr>
          <a:xfrm>
            <a:off x="3235813" y="2245381"/>
            <a:ext cx="2664619" cy="2934464"/>
          </a:xfrm>
          <a:prstGeom prst="rect">
            <a:avLst/>
          </a:prstGeom>
        </p:spPr>
        <p:txBody>
          <a:bodyPr tIns="91440" bIns="91440">
            <a:noAutofit/>
          </a:bodyPr>
          <a:lstStyle>
            <a:lvl1pPr marL="96520" marR="0" indent="-96520" algn="l" defTabSz="342900" rtl="0" eaLnBrk="1" fontAlgn="auto" latinLnBrk="0" hangingPunct="1">
              <a:lnSpc>
                <a:spcPct val="100000"/>
              </a:lnSpc>
              <a:spcBef>
                <a:spcPts val="340"/>
              </a:spcBef>
              <a:spcAft>
                <a:spcPts val="340"/>
              </a:spcAft>
              <a:buClrTx/>
              <a:buSzTx/>
              <a:buFont typeface="Arial" panose="020B0604020202020204" pitchFamily="34" charset="0"/>
              <a:buChar char="•"/>
              <a:tabLst>
                <a:tab pos="95885" algn="l"/>
              </a:tabLst>
              <a:defRPr lang="en-US" sz="1015" b="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160655" indent="-154305">
              <a:buFont typeface="Wingdings" panose="05000000000000000000" pitchFamily="2" charset="2"/>
              <a:buChar char="§"/>
              <a:tabLst>
                <a:tab pos="160655" algn="l"/>
              </a:tabLst>
              <a:defRPr sz="675"/>
            </a:lvl2pPr>
            <a:lvl3pPr marL="160655" indent="-154305">
              <a:buFont typeface="Wingdings" panose="05000000000000000000" pitchFamily="2" charset="2"/>
              <a:buChar char="§"/>
              <a:tabLst>
                <a:tab pos="160655" algn="l"/>
              </a:tabLst>
              <a:defRPr sz="675"/>
            </a:lvl3pPr>
            <a:lvl4pPr marL="160655" indent="-154305">
              <a:buFont typeface="Wingdings" panose="05000000000000000000" pitchFamily="2" charset="2"/>
              <a:buChar char="§"/>
              <a:tabLst>
                <a:tab pos="160655" algn="l"/>
              </a:tabLst>
              <a:defRPr sz="675"/>
            </a:lvl4pPr>
            <a:lvl5pPr marL="160655" indent="-154305">
              <a:buFont typeface="Wingdings" panose="05000000000000000000" pitchFamily="2" charset="2"/>
              <a:buChar char="§"/>
              <a:tabLst>
                <a:tab pos="160655" algn="l"/>
              </a:tabLst>
              <a:defRPr sz="675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7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6107906" y="2245381"/>
            <a:ext cx="2664619" cy="2934464"/>
          </a:xfrm>
          <a:prstGeom prst="rect">
            <a:avLst/>
          </a:prstGeom>
        </p:spPr>
        <p:txBody>
          <a:bodyPr tIns="91440" bIns="91440">
            <a:noAutofit/>
          </a:bodyPr>
          <a:lstStyle>
            <a:lvl1pPr marL="96520" marR="0" indent="-96520" algn="l" defTabSz="342900" rtl="0" eaLnBrk="1" fontAlgn="auto" latinLnBrk="0" hangingPunct="1">
              <a:lnSpc>
                <a:spcPct val="100000"/>
              </a:lnSpc>
              <a:spcBef>
                <a:spcPts val="340"/>
              </a:spcBef>
              <a:spcAft>
                <a:spcPts val="340"/>
              </a:spcAft>
              <a:buClrTx/>
              <a:buSzTx/>
              <a:buFont typeface="Arial" panose="020B0604020202020204" pitchFamily="34" charset="0"/>
              <a:buChar char="•"/>
              <a:tabLst>
                <a:tab pos="95885" algn="l"/>
              </a:tabLst>
              <a:defRPr lang="en-US" sz="1015" b="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160655" indent="-154305">
              <a:buFont typeface="Wingdings" panose="05000000000000000000" pitchFamily="2" charset="2"/>
              <a:buChar char="§"/>
              <a:tabLst>
                <a:tab pos="160655" algn="l"/>
              </a:tabLst>
              <a:defRPr sz="675"/>
            </a:lvl2pPr>
            <a:lvl3pPr marL="160655" indent="-154305">
              <a:buFont typeface="Wingdings" panose="05000000000000000000" pitchFamily="2" charset="2"/>
              <a:buChar char="§"/>
              <a:tabLst>
                <a:tab pos="160655" algn="l"/>
              </a:tabLst>
              <a:defRPr sz="675"/>
            </a:lvl3pPr>
            <a:lvl4pPr marL="160655" indent="-154305">
              <a:buFont typeface="Wingdings" panose="05000000000000000000" pitchFamily="2" charset="2"/>
              <a:buChar char="§"/>
              <a:tabLst>
                <a:tab pos="160655" algn="l"/>
              </a:tabLst>
              <a:defRPr sz="675"/>
            </a:lvl4pPr>
            <a:lvl5pPr marL="160655" indent="-154305">
              <a:buFont typeface="Wingdings" panose="05000000000000000000" pitchFamily="2" charset="2"/>
              <a:buChar char="§"/>
              <a:tabLst>
                <a:tab pos="160655" algn="l"/>
              </a:tabLst>
              <a:defRPr sz="675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Picture Placeholder 6"/>
          <p:cNvSpPr>
            <a:spLocks noGrp="1"/>
          </p:cNvSpPr>
          <p:nvPr>
            <p:ph type="pic" sz="quarter" idx="13"/>
          </p:nvPr>
        </p:nvSpPr>
        <p:spPr>
          <a:xfrm>
            <a:off x="814388" y="1485900"/>
            <a:ext cx="1457325" cy="1943100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rtlCol="0">
            <a:normAutofit/>
          </a:bodyPr>
          <a:lstStyle>
            <a:lvl1pPr marL="0" marR="0" indent="0" algn="ctr" defTabSz="450850" rtl="0" eaLnBrk="1" fontAlgn="auto" latinLnBrk="0" hangingPunct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sz="675"/>
            </a:lvl1pPr>
          </a:lstStyle>
          <a:p>
            <a:pPr lvl="0"/>
            <a:r>
              <a:rPr lang="en-US" altLang="ja-JP" noProof="0"/>
              <a:t>Click icon to add picture</a:t>
            </a:r>
            <a:endParaRPr lang="ja-JP" altLang="en-US" noProof="0" dirty="0"/>
          </a:p>
        </p:txBody>
      </p:sp>
      <p:sp>
        <p:nvSpPr>
          <p:cNvPr id="5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800100" y="3577290"/>
            <a:ext cx="1585913" cy="38913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50" b="1">
                <a:solidFill>
                  <a:srgbClr val="0056A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800100" y="4041308"/>
            <a:ext cx="1585913" cy="34694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125" b="1">
                <a:solidFill>
                  <a:srgbClr val="F68B1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4"/>
          </p:nvPr>
        </p:nvSpPr>
        <p:spPr>
          <a:xfrm>
            <a:off x="800100" y="4514850"/>
            <a:ext cx="1585913" cy="1645047"/>
          </a:xfrm>
          <a:prstGeom prst="rect">
            <a:avLst/>
          </a:prstGeom>
        </p:spPr>
        <p:txBody>
          <a:bodyPr lIns="0" tIns="0" rIns="0" bIns="0"/>
          <a:lstStyle>
            <a:lvl1pPr marL="128905" marR="0" indent="-128905" algn="l" defTabSz="514350" rtl="0" eaLnBrk="1" fontAlgn="auto" latinLnBrk="0" hangingPunct="1">
              <a:lnSpc>
                <a:spcPct val="100000"/>
              </a:lnSpc>
              <a:spcBef>
                <a:spcPts val="565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 sz="9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2" name="Picture Placeholder 6"/>
          <p:cNvSpPr>
            <a:spLocks noGrp="1"/>
          </p:cNvSpPr>
          <p:nvPr>
            <p:ph type="pic" sz="quarter" idx="15"/>
          </p:nvPr>
        </p:nvSpPr>
        <p:spPr>
          <a:xfrm>
            <a:off x="2843213" y="1485900"/>
            <a:ext cx="1457325" cy="1943100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rtlCol="0">
            <a:normAutofit/>
          </a:bodyPr>
          <a:lstStyle>
            <a:lvl1pPr marL="0" marR="0" indent="0" algn="ctr" defTabSz="450850" rtl="0" eaLnBrk="1" fontAlgn="auto" latinLnBrk="0" hangingPunct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sz="675"/>
            </a:lvl1pPr>
          </a:lstStyle>
          <a:p>
            <a:pPr lvl="0"/>
            <a:r>
              <a:rPr lang="en-US" altLang="ja-JP" noProof="0"/>
              <a:t>Click icon to add picture</a:t>
            </a:r>
            <a:endParaRPr lang="ja-JP" altLang="en-US" noProof="0" dirty="0"/>
          </a:p>
        </p:txBody>
      </p:sp>
      <p:sp>
        <p:nvSpPr>
          <p:cNvPr id="23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2828925" y="3577290"/>
            <a:ext cx="1585913" cy="38913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50" b="1">
                <a:solidFill>
                  <a:srgbClr val="0056A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5"/>
          <p:cNvSpPr>
            <a:spLocks noGrp="1"/>
          </p:cNvSpPr>
          <p:nvPr>
            <p:ph type="body" sz="quarter" idx="17"/>
          </p:nvPr>
        </p:nvSpPr>
        <p:spPr>
          <a:xfrm>
            <a:off x="2828925" y="4041308"/>
            <a:ext cx="1585913" cy="34694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125" b="1">
                <a:solidFill>
                  <a:srgbClr val="F68B1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5"/>
          <p:cNvSpPr>
            <a:spLocks noGrp="1"/>
          </p:cNvSpPr>
          <p:nvPr>
            <p:ph type="body" sz="quarter" idx="18"/>
          </p:nvPr>
        </p:nvSpPr>
        <p:spPr>
          <a:xfrm>
            <a:off x="2828925" y="4514850"/>
            <a:ext cx="1585913" cy="1645047"/>
          </a:xfrm>
          <a:prstGeom prst="rect">
            <a:avLst/>
          </a:prstGeom>
        </p:spPr>
        <p:txBody>
          <a:bodyPr lIns="0" tIns="0" rIns="0" bIns="0"/>
          <a:lstStyle>
            <a:lvl1pPr marL="128905" marR="0" indent="-128905" algn="l" defTabSz="514350" rtl="0" eaLnBrk="1" fontAlgn="auto" latinLnBrk="0" hangingPunct="1">
              <a:lnSpc>
                <a:spcPct val="100000"/>
              </a:lnSpc>
              <a:spcBef>
                <a:spcPts val="565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 sz="9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0" name="Picture Placeholder 6"/>
          <p:cNvSpPr>
            <a:spLocks noGrp="1"/>
          </p:cNvSpPr>
          <p:nvPr>
            <p:ph type="pic" sz="quarter" idx="19"/>
          </p:nvPr>
        </p:nvSpPr>
        <p:spPr>
          <a:xfrm>
            <a:off x="4857750" y="1485900"/>
            <a:ext cx="1457325" cy="1943100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rtlCol="0">
            <a:normAutofit/>
          </a:bodyPr>
          <a:lstStyle>
            <a:lvl1pPr marL="0" marR="0" indent="0" algn="ctr" defTabSz="450850" rtl="0" eaLnBrk="1" fontAlgn="auto" latinLnBrk="0" hangingPunct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sz="675"/>
            </a:lvl1pPr>
          </a:lstStyle>
          <a:p>
            <a:pPr lvl="0"/>
            <a:r>
              <a:rPr lang="en-US" altLang="ja-JP" noProof="0"/>
              <a:t>Click icon to add picture</a:t>
            </a:r>
            <a:endParaRPr lang="ja-JP" altLang="en-US" noProof="0" dirty="0"/>
          </a:p>
        </p:txBody>
      </p:sp>
      <p:sp>
        <p:nvSpPr>
          <p:cNvPr id="31" name="Text Placeholder 5"/>
          <p:cNvSpPr>
            <a:spLocks noGrp="1"/>
          </p:cNvSpPr>
          <p:nvPr>
            <p:ph type="body" sz="quarter" idx="20"/>
          </p:nvPr>
        </p:nvSpPr>
        <p:spPr>
          <a:xfrm>
            <a:off x="4843462" y="3577290"/>
            <a:ext cx="1585913" cy="38913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50" b="1">
                <a:solidFill>
                  <a:srgbClr val="0056A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5"/>
          <p:cNvSpPr>
            <a:spLocks noGrp="1"/>
          </p:cNvSpPr>
          <p:nvPr>
            <p:ph type="body" sz="quarter" idx="21"/>
          </p:nvPr>
        </p:nvSpPr>
        <p:spPr>
          <a:xfrm>
            <a:off x="4843462" y="4041308"/>
            <a:ext cx="1585913" cy="34694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125" b="1">
                <a:solidFill>
                  <a:srgbClr val="F68B1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5"/>
          <p:cNvSpPr>
            <a:spLocks noGrp="1"/>
          </p:cNvSpPr>
          <p:nvPr>
            <p:ph type="body" sz="quarter" idx="22"/>
          </p:nvPr>
        </p:nvSpPr>
        <p:spPr>
          <a:xfrm>
            <a:off x="4843462" y="4514850"/>
            <a:ext cx="1585913" cy="1645047"/>
          </a:xfrm>
          <a:prstGeom prst="rect">
            <a:avLst/>
          </a:prstGeom>
        </p:spPr>
        <p:txBody>
          <a:bodyPr lIns="0" tIns="0" rIns="0" bIns="0"/>
          <a:lstStyle>
            <a:lvl1pPr marL="128905" marR="0" indent="-128905" algn="l" defTabSz="514350" rtl="0" eaLnBrk="1" fontAlgn="auto" latinLnBrk="0" hangingPunct="1">
              <a:lnSpc>
                <a:spcPct val="100000"/>
              </a:lnSpc>
              <a:spcBef>
                <a:spcPts val="565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 sz="9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4" name="Picture Placeholder 6"/>
          <p:cNvSpPr>
            <a:spLocks noGrp="1"/>
          </p:cNvSpPr>
          <p:nvPr>
            <p:ph type="pic" sz="quarter" idx="23"/>
          </p:nvPr>
        </p:nvSpPr>
        <p:spPr>
          <a:xfrm>
            <a:off x="6886575" y="1485900"/>
            <a:ext cx="1457325" cy="1943100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rtlCol="0">
            <a:normAutofit/>
          </a:bodyPr>
          <a:lstStyle>
            <a:lvl1pPr marL="0" marR="0" indent="0" algn="ctr" defTabSz="450850" rtl="0" eaLnBrk="1" fontAlgn="auto" latinLnBrk="0" hangingPunct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sz="675"/>
            </a:lvl1pPr>
          </a:lstStyle>
          <a:p>
            <a:pPr lvl="0"/>
            <a:r>
              <a:rPr lang="en-US" altLang="ja-JP" noProof="0"/>
              <a:t>Click icon to add picture</a:t>
            </a:r>
            <a:endParaRPr lang="ja-JP" altLang="en-US" noProof="0" dirty="0"/>
          </a:p>
        </p:txBody>
      </p:sp>
      <p:sp>
        <p:nvSpPr>
          <p:cNvPr id="35" name="Text Placeholder 5"/>
          <p:cNvSpPr>
            <a:spLocks noGrp="1"/>
          </p:cNvSpPr>
          <p:nvPr>
            <p:ph type="body" sz="quarter" idx="24"/>
          </p:nvPr>
        </p:nvSpPr>
        <p:spPr>
          <a:xfrm>
            <a:off x="6872287" y="3577290"/>
            <a:ext cx="1585913" cy="38913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50" b="1">
                <a:solidFill>
                  <a:srgbClr val="0056A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Text Placeholder 5"/>
          <p:cNvSpPr>
            <a:spLocks noGrp="1"/>
          </p:cNvSpPr>
          <p:nvPr>
            <p:ph type="body" sz="quarter" idx="25"/>
          </p:nvPr>
        </p:nvSpPr>
        <p:spPr>
          <a:xfrm>
            <a:off x="6872287" y="4041308"/>
            <a:ext cx="1585913" cy="34694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125" b="1">
                <a:solidFill>
                  <a:srgbClr val="F68B1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5"/>
          <p:cNvSpPr>
            <a:spLocks noGrp="1"/>
          </p:cNvSpPr>
          <p:nvPr>
            <p:ph type="body" sz="quarter" idx="26"/>
          </p:nvPr>
        </p:nvSpPr>
        <p:spPr>
          <a:xfrm>
            <a:off x="6872287" y="4514850"/>
            <a:ext cx="1585913" cy="1645047"/>
          </a:xfrm>
          <a:prstGeom prst="rect">
            <a:avLst/>
          </a:prstGeom>
        </p:spPr>
        <p:txBody>
          <a:bodyPr lIns="0" tIns="0" rIns="0" bIns="0"/>
          <a:lstStyle>
            <a:lvl1pPr marL="128905" marR="0" indent="-128905" algn="l" defTabSz="514350" rtl="0" eaLnBrk="1" fontAlgn="auto" latinLnBrk="0" hangingPunct="1">
              <a:lnSpc>
                <a:spcPct val="100000"/>
              </a:lnSpc>
              <a:spcBef>
                <a:spcPts val="565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 sz="9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Arc 10"/>
          <p:cNvSpPr>
            <a:spLocks noChangeAspect="1"/>
          </p:cNvSpPr>
          <p:nvPr/>
        </p:nvSpPr>
        <p:spPr>
          <a:xfrm>
            <a:off x="392113" y="2554288"/>
            <a:ext cx="1579562" cy="2105025"/>
          </a:xfrm>
          <a:prstGeom prst="arc">
            <a:avLst>
              <a:gd name="adj1" fmla="val 14511769"/>
              <a:gd name="adj2" fmla="val 10954347"/>
            </a:avLst>
          </a:prstGeom>
          <a:ln w="22225">
            <a:solidFill>
              <a:srgbClr val="0056A4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en-IN" sz="1350" dirty="0"/>
          </a:p>
        </p:txBody>
      </p:sp>
      <p:sp>
        <p:nvSpPr>
          <p:cNvPr id="12" name="Arc 11"/>
          <p:cNvSpPr>
            <a:spLocks noChangeAspect="1"/>
          </p:cNvSpPr>
          <p:nvPr/>
        </p:nvSpPr>
        <p:spPr>
          <a:xfrm rot="11700000">
            <a:off x="330200" y="2471738"/>
            <a:ext cx="1701800" cy="2268537"/>
          </a:xfrm>
          <a:prstGeom prst="arc">
            <a:avLst>
              <a:gd name="adj1" fmla="val 14511769"/>
              <a:gd name="adj2" fmla="val 10954347"/>
            </a:avLst>
          </a:prstGeom>
          <a:ln w="22225">
            <a:solidFill>
              <a:srgbClr val="0056A4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en-IN" sz="1350"/>
          </a:p>
        </p:txBody>
      </p:sp>
      <p:sp>
        <p:nvSpPr>
          <p:cNvPr id="14" name="Arc 13"/>
          <p:cNvSpPr>
            <a:spLocks noChangeAspect="1"/>
          </p:cNvSpPr>
          <p:nvPr/>
        </p:nvSpPr>
        <p:spPr>
          <a:xfrm>
            <a:off x="4725988" y="2554288"/>
            <a:ext cx="1577975" cy="2105025"/>
          </a:xfrm>
          <a:prstGeom prst="arc">
            <a:avLst>
              <a:gd name="adj1" fmla="val 14511769"/>
              <a:gd name="adj2" fmla="val 10954347"/>
            </a:avLst>
          </a:prstGeom>
          <a:ln w="22225">
            <a:solidFill>
              <a:srgbClr val="0056A4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en-IN" sz="1350" dirty="0"/>
          </a:p>
        </p:txBody>
      </p:sp>
      <p:sp>
        <p:nvSpPr>
          <p:cNvPr id="15" name="Arc 14"/>
          <p:cNvSpPr>
            <a:spLocks noChangeAspect="1"/>
          </p:cNvSpPr>
          <p:nvPr/>
        </p:nvSpPr>
        <p:spPr>
          <a:xfrm rot="11700000">
            <a:off x="4664075" y="2471738"/>
            <a:ext cx="1701800" cy="2268537"/>
          </a:xfrm>
          <a:prstGeom prst="arc">
            <a:avLst>
              <a:gd name="adj1" fmla="val 14511769"/>
              <a:gd name="adj2" fmla="val 10954347"/>
            </a:avLst>
          </a:prstGeom>
          <a:ln w="22225">
            <a:solidFill>
              <a:srgbClr val="0056A4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en-IN" sz="135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Picture Placeholder 6"/>
          <p:cNvSpPr>
            <a:spLocks noGrp="1"/>
          </p:cNvSpPr>
          <p:nvPr>
            <p:ph type="pic" sz="quarter" idx="13"/>
          </p:nvPr>
        </p:nvSpPr>
        <p:spPr>
          <a:xfrm>
            <a:off x="452643" y="2634974"/>
            <a:ext cx="1457325" cy="1943100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rtlCol="0">
            <a:normAutofit/>
          </a:bodyPr>
          <a:lstStyle>
            <a:lvl1pPr marL="0" marR="0" indent="0" algn="ctr" defTabSz="450850" rtl="0" eaLnBrk="1" fontAlgn="auto" latinLnBrk="0" hangingPunct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sz="675"/>
            </a:lvl1pPr>
          </a:lstStyle>
          <a:p>
            <a:pPr lvl="0"/>
            <a:r>
              <a:rPr lang="en-US" altLang="ja-JP" noProof="0"/>
              <a:t>Click icon to add picture</a:t>
            </a:r>
            <a:endParaRPr lang="ja-JP" altLang="en-US" noProof="0" dirty="0"/>
          </a:p>
        </p:txBody>
      </p:sp>
      <p:sp>
        <p:nvSpPr>
          <p:cNvPr id="5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2043112" y="2605741"/>
            <a:ext cx="1585913" cy="38913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50" b="1">
                <a:solidFill>
                  <a:srgbClr val="0056A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2043112" y="3069758"/>
            <a:ext cx="1585913" cy="34694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125" b="1">
                <a:solidFill>
                  <a:srgbClr val="F68B1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4"/>
          </p:nvPr>
        </p:nvSpPr>
        <p:spPr>
          <a:xfrm>
            <a:off x="2043112" y="3543300"/>
            <a:ext cx="2328863" cy="857250"/>
          </a:xfrm>
          <a:prstGeom prst="rect">
            <a:avLst/>
          </a:prstGeom>
        </p:spPr>
        <p:txBody>
          <a:bodyPr lIns="0" tIns="0" rIns="0" bIns="0"/>
          <a:lstStyle>
            <a:lvl1pPr marL="128905" marR="0" indent="-128905" algn="l" defTabSz="514350" rtl="0" eaLnBrk="1" fontAlgn="auto" latinLnBrk="0" hangingPunct="1">
              <a:lnSpc>
                <a:spcPct val="100000"/>
              </a:lnSpc>
              <a:spcBef>
                <a:spcPts val="565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 sz="9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0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6457950" y="2605741"/>
            <a:ext cx="1585913" cy="38913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50" b="1">
                <a:solidFill>
                  <a:srgbClr val="0056A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5"/>
          <p:cNvSpPr>
            <a:spLocks noGrp="1"/>
          </p:cNvSpPr>
          <p:nvPr>
            <p:ph type="body" sz="quarter" idx="17"/>
          </p:nvPr>
        </p:nvSpPr>
        <p:spPr>
          <a:xfrm>
            <a:off x="6457950" y="3069758"/>
            <a:ext cx="1585913" cy="34694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125" b="1">
                <a:solidFill>
                  <a:srgbClr val="F68B1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5"/>
          <p:cNvSpPr>
            <a:spLocks noGrp="1"/>
          </p:cNvSpPr>
          <p:nvPr>
            <p:ph type="body" sz="quarter" idx="18"/>
          </p:nvPr>
        </p:nvSpPr>
        <p:spPr>
          <a:xfrm>
            <a:off x="6457950" y="3543300"/>
            <a:ext cx="2328863" cy="857250"/>
          </a:xfrm>
          <a:prstGeom prst="rect">
            <a:avLst/>
          </a:prstGeom>
        </p:spPr>
        <p:txBody>
          <a:bodyPr lIns="0" tIns="0" rIns="0" bIns="0"/>
          <a:lstStyle>
            <a:lvl1pPr marL="128905" marR="0" indent="-128905" algn="l" defTabSz="514350" rtl="0" eaLnBrk="1" fontAlgn="auto" latinLnBrk="0" hangingPunct="1">
              <a:lnSpc>
                <a:spcPct val="100000"/>
              </a:lnSpc>
              <a:spcBef>
                <a:spcPts val="565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 sz="9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3" name="Picture Placeholder 6"/>
          <p:cNvSpPr>
            <a:spLocks noGrp="1"/>
          </p:cNvSpPr>
          <p:nvPr>
            <p:ph type="pic" sz="quarter" idx="19"/>
          </p:nvPr>
        </p:nvSpPr>
        <p:spPr>
          <a:xfrm>
            <a:off x="4786314" y="2634974"/>
            <a:ext cx="1457325" cy="1943100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rtlCol="0">
            <a:normAutofit/>
          </a:bodyPr>
          <a:lstStyle>
            <a:lvl1pPr marL="0" marR="0" indent="0" algn="ctr" defTabSz="450850" rtl="0" eaLnBrk="1" fontAlgn="auto" latinLnBrk="0" hangingPunct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sz="675"/>
            </a:lvl1pPr>
          </a:lstStyle>
          <a:p>
            <a:pPr lvl="0"/>
            <a:r>
              <a:rPr lang="en-US" altLang="ja-JP" noProof="0"/>
              <a:t>Click icon to add picture</a:t>
            </a:r>
            <a:endParaRPr lang="ja-JP" altLang="en-US" noProof="0" dirty="0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4"/>
          <p:cNvSpPr/>
          <p:nvPr/>
        </p:nvSpPr>
        <p:spPr>
          <a:xfrm>
            <a:off x="0" y="0"/>
            <a:ext cx="1381125" cy="15525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350"/>
          </a:p>
        </p:txBody>
      </p:sp>
      <p:sp>
        <p:nvSpPr>
          <p:cNvPr id="6" name="Oval 5"/>
          <p:cNvSpPr/>
          <p:nvPr/>
        </p:nvSpPr>
        <p:spPr>
          <a:xfrm>
            <a:off x="8643938" y="6286500"/>
            <a:ext cx="342900" cy="457200"/>
          </a:xfrm>
          <a:prstGeom prst="ellipse">
            <a:avLst/>
          </a:prstGeom>
          <a:noFill/>
          <a:ln w="19050">
            <a:solidFill>
              <a:srgbClr val="F68B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350"/>
          </a:p>
        </p:txBody>
      </p:sp>
      <p:sp>
        <p:nvSpPr>
          <p:cNvPr id="7" name="Holder 5"/>
          <p:cNvSpPr txBox="1"/>
          <p:nvPr/>
        </p:nvSpPr>
        <p:spPr>
          <a:xfrm>
            <a:off x="8578850" y="6343650"/>
            <a:ext cx="490538" cy="342900"/>
          </a:xfrm>
          <a:prstGeom prst="rect">
            <a:avLst/>
          </a:prstGeom>
        </p:spPr>
        <p:txBody>
          <a:bodyPr lIns="0" tIns="0" rIns="0" bIns="0" anchor="ctr"/>
          <a:lstStyle>
            <a:defPPr>
              <a:defRPr lang="en-US"/>
            </a:defPPr>
            <a:lvl1pPr marL="0" algn="r" defTabSz="914400" rtl="0" eaLnBrk="1" latinLnBrk="0" hangingPunct="1">
              <a:defRPr sz="2000" b="1" kern="1200">
                <a:solidFill>
                  <a:srgbClr val="001B44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fld id="{A7F73BAD-4833-495F-BA9D-4827F5D68C97}" type="slidenum">
              <a:rPr lang="en-GB" sz="790" smtClean="0">
                <a:solidFill>
                  <a:schemeClr val="bg1">
                    <a:lumMod val="50000"/>
                  </a:schemeClr>
                </a:solidFill>
              </a:rPr>
              <a:t>‹#›</a:t>
            </a:fld>
            <a:endParaRPr lang="en-GB" sz="790" dirty="0">
              <a:solidFill>
                <a:schemeClr val="bg1">
                  <a:lumMod val="50000"/>
                </a:schemeClr>
              </a:solidFill>
            </a:endParaRPr>
          </a:p>
        </p:txBody>
      </p:sp>
      <p:grpSp>
        <p:nvGrpSpPr>
          <p:cNvPr id="8" name="Group 13"/>
          <p:cNvGrpSpPr/>
          <p:nvPr/>
        </p:nvGrpSpPr>
        <p:grpSpPr bwMode="auto">
          <a:xfrm>
            <a:off x="5686425" y="1028700"/>
            <a:ext cx="3459163" cy="3814763"/>
            <a:chOff x="10032998" y="1581147"/>
            <a:chExt cx="6225676" cy="5010153"/>
          </a:xfrm>
        </p:grpSpPr>
        <p:pic>
          <p:nvPicPr>
            <p:cNvPr id="9" name="Graphic 14"/>
            <p:cNvPicPr>
              <a:picLocks noChangeAspect="1" noChangeArrowheads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110141" y="1660375"/>
              <a:ext cx="6148533" cy="4930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2" name="Oval 11"/>
            <p:cNvSpPr>
              <a:spLocks noChangeAspect="1"/>
            </p:cNvSpPr>
            <p:nvPr userDrawn="1"/>
          </p:nvSpPr>
          <p:spPr>
            <a:xfrm>
              <a:off x="10032998" y="1581147"/>
              <a:ext cx="220000" cy="212666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IN" sz="1350"/>
            </a:p>
          </p:txBody>
        </p:sp>
      </p:grpSp>
      <p:pic>
        <p:nvPicPr>
          <p:cNvPr id="13" name="Picture 16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734050"/>
            <a:ext cx="842963" cy="1123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362138" y="457200"/>
            <a:ext cx="5109397" cy="548878"/>
          </a:xfrm>
        </p:spPr>
        <p:txBody>
          <a:bodyPr/>
          <a:lstStyle>
            <a:lvl1pPr>
              <a:defRPr>
                <a:solidFill>
                  <a:srgbClr val="0056A4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5"/>
          <p:cNvSpPr>
            <a:spLocks noGrp="1"/>
          </p:cNvSpPr>
          <p:nvPr>
            <p:ph type="body" sz="quarter" idx="15"/>
          </p:nvPr>
        </p:nvSpPr>
        <p:spPr>
          <a:xfrm>
            <a:off x="405000" y="1371600"/>
            <a:ext cx="5067113" cy="85725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marR="0" indent="0" algn="l" defTabSz="514350" rtl="0" eaLnBrk="1" fontAlgn="auto" latinLnBrk="0" hangingPunct="1">
              <a:lnSpc>
                <a:spcPct val="100000"/>
              </a:lnSpc>
              <a:spcBef>
                <a:spcPts val="565"/>
              </a:spcBef>
              <a:spcAft>
                <a:spcPts val="0"/>
              </a:spcAft>
              <a:buClrTx/>
              <a:buSzTx/>
              <a:buFontTx/>
              <a:buNone/>
              <a:defRPr sz="1125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4"/>
          <p:cNvSpPr/>
          <p:nvPr/>
        </p:nvSpPr>
        <p:spPr>
          <a:xfrm>
            <a:off x="0" y="0"/>
            <a:ext cx="1381125" cy="15525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350"/>
          </a:p>
        </p:txBody>
      </p:sp>
      <p:sp>
        <p:nvSpPr>
          <p:cNvPr id="6" name="Oval 5"/>
          <p:cNvSpPr/>
          <p:nvPr/>
        </p:nvSpPr>
        <p:spPr>
          <a:xfrm>
            <a:off x="8643938" y="6286500"/>
            <a:ext cx="342900" cy="457200"/>
          </a:xfrm>
          <a:prstGeom prst="ellipse">
            <a:avLst/>
          </a:prstGeom>
          <a:noFill/>
          <a:ln w="19050">
            <a:solidFill>
              <a:srgbClr val="F68B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350"/>
          </a:p>
        </p:txBody>
      </p:sp>
      <p:sp>
        <p:nvSpPr>
          <p:cNvPr id="7" name="Holder 5"/>
          <p:cNvSpPr txBox="1"/>
          <p:nvPr/>
        </p:nvSpPr>
        <p:spPr>
          <a:xfrm>
            <a:off x="8578850" y="6343650"/>
            <a:ext cx="490538" cy="342900"/>
          </a:xfrm>
          <a:prstGeom prst="rect">
            <a:avLst/>
          </a:prstGeom>
        </p:spPr>
        <p:txBody>
          <a:bodyPr lIns="0" tIns="0" rIns="0" bIns="0" anchor="ctr"/>
          <a:lstStyle>
            <a:defPPr>
              <a:defRPr lang="en-US"/>
            </a:defPPr>
            <a:lvl1pPr marL="0" algn="r" defTabSz="914400" rtl="0" eaLnBrk="1" latinLnBrk="0" hangingPunct="1">
              <a:defRPr sz="2000" b="1" kern="1200">
                <a:solidFill>
                  <a:srgbClr val="001B44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fld id="{E0DDC219-6C7D-4E08-BDF2-79E6087E5D71}" type="slidenum">
              <a:rPr lang="en-GB" sz="790" smtClean="0">
                <a:solidFill>
                  <a:schemeClr val="bg1">
                    <a:lumMod val="50000"/>
                  </a:schemeClr>
                </a:solidFill>
              </a:rPr>
              <a:t>‹#›</a:t>
            </a:fld>
            <a:endParaRPr lang="en-GB" sz="790" dirty="0">
              <a:solidFill>
                <a:schemeClr val="bg1">
                  <a:lumMod val="50000"/>
                </a:schemeClr>
              </a:solidFill>
            </a:endParaRPr>
          </a:p>
        </p:txBody>
      </p:sp>
      <p:grpSp>
        <p:nvGrpSpPr>
          <p:cNvPr id="8" name="Group 13"/>
          <p:cNvGrpSpPr/>
          <p:nvPr/>
        </p:nvGrpSpPr>
        <p:grpSpPr bwMode="auto">
          <a:xfrm>
            <a:off x="5686425" y="1028700"/>
            <a:ext cx="3459163" cy="3814763"/>
            <a:chOff x="10032998" y="1581147"/>
            <a:chExt cx="6225676" cy="5010153"/>
          </a:xfrm>
        </p:grpSpPr>
        <p:pic>
          <p:nvPicPr>
            <p:cNvPr id="9" name="Graphic 14"/>
            <p:cNvPicPr>
              <a:picLocks noChangeAspect="1" noChangeArrowheads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110141" y="1660375"/>
              <a:ext cx="6148533" cy="4930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2" name="Oval 11"/>
            <p:cNvSpPr>
              <a:spLocks noChangeAspect="1"/>
            </p:cNvSpPr>
            <p:nvPr userDrawn="1"/>
          </p:nvSpPr>
          <p:spPr>
            <a:xfrm>
              <a:off x="10032998" y="1581147"/>
              <a:ext cx="220000" cy="212666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IN" sz="1350"/>
            </a:p>
          </p:txBody>
        </p:sp>
      </p:grpSp>
      <p:pic>
        <p:nvPicPr>
          <p:cNvPr id="13" name="Picture 16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734050"/>
            <a:ext cx="842963" cy="1123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362138" y="457200"/>
            <a:ext cx="5109397" cy="548878"/>
          </a:xfrm>
        </p:spPr>
        <p:txBody>
          <a:bodyPr/>
          <a:lstStyle>
            <a:lvl1pPr>
              <a:defRPr>
                <a:solidFill>
                  <a:srgbClr val="0056A4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5"/>
          <p:cNvSpPr>
            <a:spLocks noGrp="1"/>
          </p:cNvSpPr>
          <p:nvPr>
            <p:ph type="body" sz="quarter" idx="15"/>
          </p:nvPr>
        </p:nvSpPr>
        <p:spPr>
          <a:xfrm>
            <a:off x="405000" y="1371600"/>
            <a:ext cx="5067113" cy="85725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marR="0" indent="0" algn="l" defTabSz="514350" rtl="0" eaLnBrk="1" fontAlgn="auto" latinLnBrk="0" hangingPunct="1">
              <a:lnSpc>
                <a:spcPct val="100000"/>
              </a:lnSpc>
              <a:spcBef>
                <a:spcPts val="565"/>
              </a:spcBef>
              <a:spcAft>
                <a:spcPts val="0"/>
              </a:spcAft>
              <a:buClrTx/>
              <a:buSzTx/>
              <a:buFontTx/>
              <a:buNone/>
              <a:defRPr sz="1125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4"/>
          <p:cNvSpPr/>
          <p:nvPr/>
        </p:nvSpPr>
        <p:spPr>
          <a:xfrm>
            <a:off x="0" y="0"/>
            <a:ext cx="1381125" cy="15525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350"/>
          </a:p>
        </p:txBody>
      </p:sp>
      <p:sp>
        <p:nvSpPr>
          <p:cNvPr id="6" name="Oval 5"/>
          <p:cNvSpPr/>
          <p:nvPr/>
        </p:nvSpPr>
        <p:spPr>
          <a:xfrm>
            <a:off x="8643938" y="6286500"/>
            <a:ext cx="342900" cy="457200"/>
          </a:xfrm>
          <a:prstGeom prst="ellipse">
            <a:avLst/>
          </a:prstGeom>
          <a:noFill/>
          <a:ln w="19050">
            <a:solidFill>
              <a:srgbClr val="F68B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350"/>
          </a:p>
        </p:txBody>
      </p:sp>
      <p:sp>
        <p:nvSpPr>
          <p:cNvPr id="7" name="Holder 5"/>
          <p:cNvSpPr txBox="1"/>
          <p:nvPr/>
        </p:nvSpPr>
        <p:spPr>
          <a:xfrm>
            <a:off x="8578850" y="6343650"/>
            <a:ext cx="490538" cy="342900"/>
          </a:xfrm>
          <a:prstGeom prst="rect">
            <a:avLst/>
          </a:prstGeom>
        </p:spPr>
        <p:txBody>
          <a:bodyPr lIns="0" tIns="0" rIns="0" bIns="0" anchor="ctr"/>
          <a:lstStyle>
            <a:defPPr>
              <a:defRPr lang="en-US"/>
            </a:defPPr>
            <a:lvl1pPr marL="0" algn="r" defTabSz="914400" rtl="0" eaLnBrk="1" latinLnBrk="0" hangingPunct="1">
              <a:defRPr sz="2000" b="1" kern="1200">
                <a:solidFill>
                  <a:srgbClr val="001B44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fld id="{3907E527-3BD8-493F-873D-FCC367DC724E}" type="slidenum">
              <a:rPr lang="en-GB" sz="790" smtClean="0">
                <a:solidFill>
                  <a:schemeClr val="bg1">
                    <a:lumMod val="50000"/>
                  </a:schemeClr>
                </a:solidFill>
              </a:rPr>
              <a:t>‹#›</a:t>
            </a:fld>
            <a:endParaRPr lang="en-GB" sz="790" dirty="0">
              <a:solidFill>
                <a:schemeClr val="bg1">
                  <a:lumMod val="50000"/>
                </a:schemeClr>
              </a:solidFill>
            </a:endParaRPr>
          </a:p>
        </p:txBody>
      </p:sp>
      <p:grpSp>
        <p:nvGrpSpPr>
          <p:cNvPr id="8" name="Group 13"/>
          <p:cNvGrpSpPr/>
          <p:nvPr/>
        </p:nvGrpSpPr>
        <p:grpSpPr bwMode="auto">
          <a:xfrm>
            <a:off x="5686425" y="1028700"/>
            <a:ext cx="3459163" cy="3814763"/>
            <a:chOff x="10032998" y="1581147"/>
            <a:chExt cx="6225676" cy="5010153"/>
          </a:xfrm>
        </p:grpSpPr>
        <p:pic>
          <p:nvPicPr>
            <p:cNvPr id="9" name="Graphic 14"/>
            <p:cNvPicPr>
              <a:picLocks noChangeAspect="1" noChangeArrowheads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110141" y="1660375"/>
              <a:ext cx="6148533" cy="4930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" name="Oval 9"/>
            <p:cNvSpPr>
              <a:spLocks noChangeAspect="1"/>
            </p:cNvSpPr>
            <p:nvPr userDrawn="1"/>
          </p:nvSpPr>
          <p:spPr>
            <a:xfrm>
              <a:off x="10032998" y="1581147"/>
              <a:ext cx="220000" cy="212666"/>
            </a:xfrm>
            <a:prstGeom prst="ellipse">
              <a:avLst/>
            </a:prstGeom>
            <a:solidFill>
              <a:srgbClr val="0056A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IN" sz="1350" dirty="0"/>
            </a:p>
          </p:txBody>
        </p:sp>
      </p:grpSp>
      <p:pic>
        <p:nvPicPr>
          <p:cNvPr id="13" name="Picture 16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734050"/>
            <a:ext cx="842963" cy="1123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362138" y="457200"/>
            <a:ext cx="5109397" cy="548878"/>
          </a:xfrm>
        </p:spPr>
        <p:txBody>
          <a:bodyPr/>
          <a:lstStyle>
            <a:lvl1pPr>
              <a:defRPr>
                <a:solidFill>
                  <a:srgbClr val="0056A4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15"/>
          </p:nvPr>
        </p:nvSpPr>
        <p:spPr>
          <a:xfrm>
            <a:off x="405000" y="1371600"/>
            <a:ext cx="5067113" cy="85725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marR="0" indent="0" algn="l" defTabSz="514350" rtl="0" eaLnBrk="1" fontAlgn="auto" latinLnBrk="0" hangingPunct="1">
              <a:lnSpc>
                <a:spcPct val="100000"/>
              </a:lnSpc>
              <a:spcBef>
                <a:spcPts val="565"/>
              </a:spcBef>
              <a:spcAft>
                <a:spcPts val="0"/>
              </a:spcAft>
              <a:buClrTx/>
              <a:buSzTx/>
              <a:buFontTx/>
              <a:buNone/>
              <a:defRPr sz="1125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val 8"/>
          <p:cNvSpPr/>
          <p:nvPr/>
        </p:nvSpPr>
        <p:spPr>
          <a:xfrm>
            <a:off x="457200" y="2114550"/>
            <a:ext cx="814388" cy="1085850"/>
          </a:xfrm>
          <a:prstGeom prst="ellipse">
            <a:avLst/>
          </a:prstGeom>
          <a:solidFill>
            <a:srgbClr val="0056A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350"/>
          </a:p>
        </p:txBody>
      </p:sp>
      <p:sp>
        <p:nvSpPr>
          <p:cNvPr id="10" name="Oval 9"/>
          <p:cNvSpPr/>
          <p:nvPr/>
        </p:nvSpPr>
        <p:spPr>
          <a:xfrm>
            <a:off x="3249613" y="2114550"/>
            <a:ext cx="814387" cy="1085850"/>
          </a:xfrm>
          <a:prstGeom prst="ellipse">
            <a:avLst/>
          </a:prstGeom>
          <a:solidFill>
            <a:srgbClr val="F68B1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350"/>
          </a:p>
        </p:txBody>
      </p:sp>
      <p:sp>
        <p:nvSpPr>
          <p:cNvPr id="11" name="Oval 10"/>
          <p:cNvSpPr/>
          <p:nvPr/>
        </p:nvSpPr>
        <p:spPr>
          <a:xfrm>
            <a:off x="5994400" y="2114550"/>
            <a:ext cx="814388" cy="1085850"/>
          </a:xfrm>
          <a:prstGeom prst="ellipse">
            <a:avLst/>
          </a:prstGeom>
          <a:solidFill>
            <a:srgbClr val="80808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350"/>
          </a:p>
        </p:txBody>
      </p:sp>
      <p:pic>
        <p:nvPicPr>
          <p:cNvPr id="12" name="Picture 11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61088" y="2501900"/>
            <a:ext cx="473075" cy="358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" name="Picture 1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63925" y="2465388"/>
            <a:ext cx="414338" cy="392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0" name="Group 19"/>
          <p:cNvGrpSpPr/>
          <p:nvPr/>
        </p:nvGrpSpPr>
        <p:grpSpPr bwMode="auto">
          <a:xfrm>
            <a:off x="733425" y="2365375"/>
            <a:ext cx="279400" cy="615950"/>
            <a:chOff x="6531329" y="2691707"/>
            <a:chExt cx="444716" cy="733318"/>
          </a:xfrm>
        </p:grpSpPr>
        <p:sp>
          <p:nvSpPr>
            <p:cNvPr id="21" name="Freeform 95"/>
            <p:cNvSpPr/>
            <p:nvPr/>
          </p:nvSpPr>
          <p:spPr bwMode="auto">
            <a:xfrm>
              <a:off x="6652002" y="3283678"/>
              <a:ext cx="203371" cy="52742"/>
            </a:xfrm>
            <a:custGeom>
              <a:avLst/>
              <a:gdLst>
                <a:gd name="T0" fmla="*/ 175909934 w 204"/>
                <a:gd name="T1" fmla="*/ 0 h 53"/>
                <a:gd name="T2" fmla="*/ 25840080 w 204"/>
                <a:gd name="T3" fmla="*/ 0 h 53"/>
                <a:gd name="T4" fmla="*/ 0 w 204"/>
                <a:gd name="T5" fmla="*/ 25747052 h 53"/>
                <a:gd name="T6" fmla="*/ 25840080 w 204"/>
                <a:gd name="T7" fmla="*/ 52485256 h 53"/>
                <a:gd name="T8" fmla="*/ 175909934 w 204"/>
                <a:gd name="T9" fmla="*/ 52485256 h 53"/>
                <a:gd name="T10" fmla="*/ 202743939 w 204"/>
                <a:gd name="T11" fmla="*/ 25747052 h 53"/>
                <a:gd name="T12" fmla="*/ 175909934 w 204"/>
                <a:gd name="T13" fmla="*/ 0 h 5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04" h="53">
                  <a:moveTo>
                    <a:pt x="177" y="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12" y="0"/>
                    <a:pt x="0" y="12"/>
                    <a:pt x="0" y="26"/>
                  </a:cubicBezTo>
                  <a:cubicBezTo>
                    <a:pt x="0" y="41"/>
                    <a:pt x="12" y="53"/>
                    <a:pt x="26" y="53"/>
                  </a:cubicBezTo>
                  <a:cubicBezTo>
                    <a:pt x="177" y="53"/>
                    <a:pt x="177" y="53"/>
                    <a:pt x="177" y="53"/>
                  </a:cubicBezTo>
                  <a:cubicBezTo>
                    <a:pt x="192" y="53"/>
                    <a:pt x="204" y="41"/>
                    <a:pt x="204" y="26"/>
                  </a:cubicBezTo>
                  <a:cubicBezTo>
                    <a:pt x="204" y="12"/>
                    <a:pt x="192" y="0"/>
                    <a:pt x="177" y="0"/>
                  </a:cubicBezTo>
                  <a:close/>
                </a:path>
              </a:pathLst>
            </a:custGeom>
            <a:noFill/>
            <a:ln w="19050" cap="rnd">
              <a:solidFill>
                <a:srgbClr val="FFFFFF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121920" tIns="60960" rIns="121920" bIns="60960"/>
            <a:lstStyle/>
            <a:p>
              <a:endParaRPr lang="de-DE"/>
            </a:p>
          </p:txBody>
        </p:sp>
        <p:sp>
          <p:nvSpPr>
            <p:cNvPr id="22" name="Freeform 96"/>
            <p:cNvSpPr/>
            <p:nvPr/>
          </p:nvSpPr>
          <p:spPr bwMode="auto">
            <a:xfrm>
              <a:off x="6652002" y="3336419"/>
              <a:ext cx="203371" cy="54007"/>
            </a:xfrm>
            <a:custGeom>
              <a:avLst/>
              <a:gdLst>
                <a:gd name="T0" fmla="*/ 175909934 w 204"/>
                <a:gd name="T1" fmla="*/ 0 h 54"/>
                <a:gd name="T2" fmla="*/ 25840080 w 204"/>
                <a:gd name="T3" fmla="*/ 0 h 54"/>
                <a:gd name="T4" fmla="*/ 0 w 204"/>
                <a:gd name="T5" fmla="*/ 27007501 h 54"/>
                <a:gd name="T6" fmla="*/ 25840080 w 204"/>
                <a:gd name="T7" fmla="*/ 54014001 h 54"/>
                <a:gd name="T8" fmla="*/ 175909934 w 204"/>
                <a:gd name="T9" fmla="*/ 54014001 h 54"/>
                <a:gd name="T10" fmla="*/ 202743939 w 204"/>
                <a:gd name="T11" fmla="*/ 27007501 h 54"/>
                <a:gd name="T12" fmla="*/ 175909934 w 204"/>
                <a:gd name="T13" fmla="*/ 0 h 5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04" h="54">
                  <a:moveTo>
                    <a:pt x="177" y="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12" y="0"/>
                    <a:pt x="0" y="12"/>
                    <a:pt x="0" y="27"/>
                  </a:cubicBezTo>
                  <a:cubicBezTo>
                    <a:pt x="0" y="42"/>
                    <a:pt x="12" y="54"/>
                    <a:pt x="26" y="54"/>
                  </a:cubicBezTo>
                  <a:cubicBezTo>
                    <a:pt x="177" y="54"/>
                    <a:pt x="177" y="54"/>
                    <a:pt x="177" y="54"/>
                  </a:cubicBezTo>
                  <a:cubicBezTo>
                    <a:pt x="192" y="54"/>
                    <a:pt x="204" y="42"/>
                    <a:pt x="204" y="27"/>
                  </a:cubicBezTo>
                  <a:cubicBezTo>
                    <a:pt x="204" y="12"/>
                    <a:pt x="192" y="0"/>
                    <a:pt x="177" y="0"/>
                  </a:cubicBezTo>
                  <a:close/>
                </a:path>
              </a:pathLst>
            </a:custGeom>
            <a:noFill/>
            <a:ln w="19050" cap="rnd">
              <a:solidFill>
                <a:srgbClr val="FFFFFF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121920" tIns="60960" rIns="121920" bIns="60960"/>
            <a:lstStyle/>
            <a:p>
              <a:endParaRPr lang="de-DE"/>
            </a:p>
          </p:txBody>
        </p:sp>
        <p:sp>
          <p:nvSpPr>
            <p:cNvPr id="23" name="Freeform 97"/>
            <p:cNvSpPr/>
            <p:nvPr/>
          </p:nvSpPr>
          <p:spPr bwMode="auto">
            <a:xfrm>
              <a:off x="6687866" y="3390427"/>
              <a:ext cx="131643" cy="34598"/>
            </a:xfrm>
            <a:custGeom>
              <a:avLst/>
              <a:gdLst>
                <a:gd name="T0" fmla="*/ 0 w 132"/>
                <a:gd name="T1" fmla="*/ 0 h 35"/>
                <a:gd name="T2" fmla="*/ 65643981 w 132"/>
                <a:gd name="T3" fmla="*/ 34200617 h 35"/>
                <a:gd name="T4" fmla="*/ 131286966 w 132"/>
                <a:gd name="T5" fmla="*/ 0 h 3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32" h="35">
                  <a:moveTo>
                    <a:pt x="0" y="0"/>
                  </a:moveTo>
                  <a:cubicBezTo>
                    <a:pt x="0" y="19"/>
                    <a:pt x="29" y="35"/>
                    <a:pt x="66" y="35"/>
                  </a:cubicBezTo>
                  <a:cubicBezTo>
                    <a:pt x="102" y="35"/>
                    <a:pt x="132" y="19"/>
                    <a:pt x="132" y="0"/>
                  </a:cubicBezTo>
                </a:path>
              </a:pathLst>
            </a:custGeom>
            <a:noFill/>
            <a:ln w="19050" cap="rnd">
              <a:solidFill>
                <a:srgbClr val="FFFFFF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121920" tIns="60960" rIns="121920" bIns="60960"/>
            <a:lstStyle/>
            <a:p>
              <a:endParaRPr lang="de-DE"/>
            </a:p>
          </p:txBody>
        </p:sp>
        <p:sp>
          <p:nvSpPr>
            <p:cNvPr id="24" name="Freeform 98"/>
            <p:cNvSpPr/>
            <p:nvPr/>
          </p:nvSpPr>
          <p:spPr bwMode="auto">
            <a:xfrm>
              <a:off x="6531329" y="2691707"/>
              <a:ext cx="444716" cy="537964"/>
            </a:xfrm>
            <a:custGeom>
              <a:avLst/>
              <a:gdLst>
                <a:gd name="T0" fmla="*/ 221717848 w 446"/>
                <a:gd name="T1" fmla="*/ 0 h 540"/>
                <a:gd name="T2" fmla="*/ 0 w 446"/>
                <a:gd name="T3" fmla="*/ 221321378 h 540"/>
                <a:gd name="T4" fmla="*/ 61644019 w 446"/>
                <a:gd name="T5" fmla="*/ 376147417 h 540"/>
                <a:gd name="T6" fmla="*/ 93459161 w 446"/>
                <a:gd name="T7" fmla="*/ 436688292 h 540"/>
                <a:gd name="T8" fmla="*/ 93459161 w 446"/>
                <a:gd name="T9" fmla="*/ 480357022 h 540"/>
                <a:gd name="T10" fmla="*/ 149137405 w 446"/>
                <a:gd name="T11" fmla="*/ 535935676 h 540"/>
                <a:gd name="T12" fmla="*/ 294298291 w 446"/>
                <a:gd name="T13" fmla="*/ 535935676 h 540"/>
                <a:gd name="T14" fmla="*/ 349976535 w 446"/>
                <a:gd name="T15" fmla="*/ 480357022 h 540"/>
                <a:gd name="T16" fmla="*/ 349976535 w 446"/>
                <a:gd name="T17" fmla="*/ 436688292 h 540"/>
                <a:gd name="T18" fmla="*/ 380797548 w 446"/>
                <a:gd name="T19" fmla="*/ 376147417 h 540"/>
                <a:gd name="T20" fmla="*/ 443435697 w 446"/>
                <a:gd name="T21" fmla="*/ 221321378 h 540"/>
                <a:gd name="T22" fmla="*/ 221717848 w 446"/>
                <a:gd name="T23" fmla="*/ 0 h 540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446" h="540">
                  <a:moveTo>
                    <a:pt x="223" y="0"/>
                  </a:moveTo>
                  <a:cubicBezTo>
                    <a:pt x="99" y="0"/>
                    <a:pt x="0" y="100"/>
                    <a:pt x="0" y="223"/>
                  </a:cubicBezTo>
                  <a:cubicBezTo>
                    <a:pt x="0" y="284"/>
                    <a:pt x="22" y="339"/>
                    <a:pt x="62" y="379"/>
                  </a:cubicBezTo>
                  <a:cubicBezTo>
                    <a:pt x="83" y="399"/>
                    <a:pt x="94" y="415"/>
                    <a:pt x="94" y="440"/>
                  </a:cubicBezTo>
                  <a:cubicBezTo>
                    <a:pt x="94" y="466"/>
                    <a:pt x="94" y="484"/>
                    <a:pt x="94" y="484"/>
                  </a:cubicBezTo>
                  <a:cubicBezTo>
                    <a:pt x="94" y="515"/>
                    <a:pt x="119" y="540"/>
                    <a:pt x="150" y="540"/>
                  </a:cubicBezTo>
                  <a:cubicBezTo>
                    <a:pt x="296" y="540"/>
                    <a:pt x="296" y="540"/>
                    <a:pt x="296" y="540"/>
                  </a:cubicBezTo>
                  <a:cubicBezTo>
                    <a:pt x="327" y="540"/>
                    <a:pt x="352" y="515"/>
                    <a:pt x="352" y="484"/>
                  </a:cubicBezTo>
                  <a:cubicBezTo>
                    <a:pt x="352" y="484"/>
                    <a:pt x="352" y="466"/>
                    <a:pt x="352" y="440"/>
                  </a:cubicBezTo>
                  <a:cubicBezTo>
                    <a:pt x="352" y="415"/>
                    <a:pt x="362" y="399"/>
                    <a:pt x="383" y="379"/>
                  </a:cubicBezTo>
                  <a:cubicBezTo>
                    <a:pt x="423" y="339"/>
                    <a:pt x="446" y="284"/>
                    <a:pt x="446" y="223"/>
                  </a:cubicBezTo>
                  <a:cubicBezTo>
                    <a:pt x="446" y="100"/>
                    <a:pt x="347" y="0"/>
                    <a:pt x="223" y="0"/>
                  </a:cubicBezTo>
                  <a:close/>
                </a:path>
              </a:pathLst>
            </a:custGeom>
            <a:noFill/>
            <a:ln w="19050" cap="rnd">
              <a:solidFill>
                <a:srgbClr val="FFFFFF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121920" tIns="60960" rIns="121920" bIns="60960"/>
            <a:lstStyle/>
            <a:p>
              <a:endParaRPr lang="de-DE"/>
            </a:p>
          </p:txBody>
        </p:sp>
        <p:sp>
          <p:nvSpPr>
            <p:cNvPr id="25" name="Freeform 99"/>
            <p:cNvSpPr/>
            <p:nvPr/>
          </p:nvSpPr>
          <p:spPr bwMode="auto">
            <a:xfrm>
              <a:off x="6652002" y="3229670"/>
              <a:ext cx="203371" cy="54007"/>
            </a:xfrm>
            <a:custGeom>
              <a:avLst/>
              <a:gdLst>
                <a:gd name="T0" fmla="*/ 175909934 w 204"/>
                <a:gd name="T1" fmla="*/ 0 h 54"/>
                <a:gd name="T2" fmla="*/ 25840080 w 204"/>
                <a:gd name="T3" fmla="*/ 0 h 54"/>
                <a:gd name="T4" fmla="*/ 0 w 204"/>
                <a:gd name="T5" fmla="*/ 27007501 h 54"/>
                <a:gd name="T6" fmla="*/ 25840080 w 204"/>
                <a:gd name="T7" fmla="*/ 54014001 h 54"/>
                <a:gd name="T8" fmla="*/ 175909934 w 204"/>
                <a:gd name="T9" fmla="*/ 54014001 h 54"/>
                <a:gd name="T10" fmla="*/ 202743939 w 204"/>
                <a:gd name="T11" fmla="*/ 27007501 h 54"/>
                <a:gd name="T12" fmla="*/ 175909934 w 204"/>
                <a:gd name="T13" fmla="*/ 0 h 5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04" h="54">
                  <a:moveTo>
                    <a:pt x="177" y="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12" y="0"/>
                    <a:pt x="0" y="12"/>
                    <a:pt x="0" y="27"/>
                  </a:cubicBezTo>
                  <a:cubicBezTo>
                    <a:pt x="0" y="42"/>
                    <a:pt x="12" y="54"/>
                    <a:pt x="26" y="54"/>
                  </a:cubicBezTo>
                  <a:cubicBezTo>
                    <a:pt x="177" y="54"/>
                    <a:pt x="177" y="54"/>
                    <a:pt x="177" y="54"/>
                  </a:cubicBezTo>
                  <a:cubicBezTo>
                    <a:pt x="192" y="54"/>
                    <a:pt x="204" y="42"/>
                    <a:pt x="204" y="27"/>
                  </a:cubicBezTo>
                  <a:cubicBezTo>
                    <a:pt x="204" y="12"/>
                    <a:pt x="192" y="0"/>
                    <a:pt x="177" y="0"/>
                  </a:cubicBezTo>
                  <a:close/>
                </a:path>
              </a:pathLst>
            </a:custGeom>
            <a:noFill/>
            <a:ln w="19050" cap="rnd">
              <a:solidFill>
                <a:srgbClr val="FFFFFF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121920" tIns="60960" rIns="121920" bIns="60960"/>
            <a:lstStyle/>
            <a:p>
              <a:endParaRPr lang="de-DE"/>
            </a:p>
          </p:txBody>
        </p:sp>
      </p:grp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1228725" y="400050"/>
            <a:ext cx="7372350" cy="54887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1357312" y="2133601"/>
            <a:ext cx="1585913" cy="38913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50" b="1">
                <a:solidFill>
                  <a:srgbClr val="0056A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5"/>
          <p:cNvSpPr>
            <a:spLocks noGrp="1"/>
          </p:cNvSpPr>
          <p:nvPr>
            <p:ph type="body" sz="quarter" idx="14"/>
          </p:nvPr>
        </p:nvSpPr>
        <p:spPr>
          <a:xfrm>
            <a:off x="1357313" y="2613960"/>
            <a:ext cx="1714500" cy="2243790"/>
          </a:xfrm>
          <a:prstGeom prst="rect">
            <a:avLst/>
          </a:prstGeom>
        </p:spPr>
        <p:txBody>
          <a:bodyPr lIns="0" tIns="0" rIns="0" bIns="0"/>
          <a:lstStyle>
            <a:lvl1pPr marL="128905" marR="0" indent="-128905" algn="l" defTabSz="514350" rtl="0" eaLnBrk="1" fontAlgn="auto" latinLnBrk="0" hangingPunct="1">
              <a:lnSpc>
                <a:spcPct val="100000"/>
              </a:lnSpc>
              <a:spcBef>
                <a:spcPts val="565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 sz="9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6" name="Text Placeholder 5"/>
          <p:cNvSpPr>
            <a:spLocks noGrp="1"/>
          </p:cNvSpPr>
          <p:nvPr>
            <p:ph type="body" sz="quarter" idx="15"/>
          </p:nvPr>
        </p:nvSpPr>
        <p:spPr>
          <a:xfrm>
            <a:off x="4155559" y="2133601"/>
            <a:ext cx="1585913" cy="38913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50" b="1">
                <a:solidFill>
                  <a:srgbClr val="0056A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4155559" y="2613960"/>
            <a:ext cx="1714500" cy="2243790"/>
          </a:xfrm>
          <a:prstGeom prst="rect">
            <a:avLst/>
          </a:prstGeom>
        </p:spPr>
        <p:txBody>
          <a:bodyPr lIns="0" tIns="0" rIns="0" bIns="0"/>
          <a:lstStyle>
            <a:lvl1pPr marL="128905" marR="0" indent="-128905" algn="l" defTabSz="514350" rtl="0" eaLnBrk="1" fontAlgn="auto" latinLnBrk="0" hangingPunct="1">
              <a:lnSpc>
                <a:spcPct val="100000"/>
              </a:lnSpc>
              <a:spcBef>
                <a:spcPts val="565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 sz="9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8" name="Text Placeholder 5"/>
          <p:cNvSpPr>
            <a:spLocks noGrp="1"/>
          </p:cNvSpPr>
          <p:nvPr>
            <p:ph type="body" sz="quarter" idx="17"/>
          </p:nvPr>
        </p:nvSpPr>
        <p:spPr>
          <a:xfrm>
            <a:off x="6886575" y="2133601"/>
            <a:ext cx="1585913" cy="38913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350" b="1">
                <a:solidFill>
                  <a:srgbClr val="0056A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5"/>
          <p:cNvSpPr>
            <a:spLocks noGrp="1"/>
          </p:cNvSpPr>
          <p:nvPr>
            <p:ph type="body" sz="quarter" idx="18"/>
          </p:nvPr>
        </p:nvSpPr>
        <p:spPr>
          <a:xfrm>
            <a:off x="6886575" y="2613960"/>
            <a:ext cx="1714500" cy="2243790"/>
          </a:xfrm>
          <a:prstGeom prst="rect">
            <a:avLst/>
          </a:prstGeom>
        </p:spPr>
        <p:txBody>
          <a:bodyPr lIns="0" tIns="0" rIns="0" bIns="0"/>
          <a:lstStyle>
            <a:lvl1pPr marL="128905" marR="0" indent="-128905" algn="l" defTabSz="514350" rtl="0" eaLnBrk="1" fontAlgn="auto" latinLnBrk="0" hangingPunct="1">
              <a:lnSpc>
                <a:spcPct val="100000"/>
              </a:lnSpc>
              <a:spcBef>
                <a:spcPts val="565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 sz="9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val 5"/>
          <p:cNvSpPr/>
          <p:nvPr/>
        </p:nvSpPr>
        <p:spPr>
          <a:xfrm>
            <a:off x="3784600" y="2132013"/>
            <a:ext cx="1628775" cy="2171700"/>
          </a:xfrm>
          <a:prstGeom prst="ellipse">
            <a:avLst/>
          </a:prstGeom>
          <a:solidFill>
            <a:srgbClr val="F68B1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350"/>
          </a:p>
        </p:txBody>
      </p:sp>
      <p:sp>
        <p:nvSpPr>
          <p:cNvPr id="7" name="Arc 6"/>
          <p:cNvSpPr>
            <a:spLocks noChangeAspect="1"/>
          </p:cNvSpPr>
          <p:nvPr/>
        </p:nvSpPr>
        <p:spPr>
          <a:xfrm>
            <a:off x="3706813" y="2030413"/>
            <a:ext cx="1782762" cy="2376487"/>
          </a:xfrm>
          <a:prstGeom prst="arc">
            <a:avLst>
              <a:gd name="adj1" fmla="val 14511769"/>
              <a:gd name="adj2" fmla="val 10954347"/>
            </a:avLst>
          </a:prstGeom>
          <a:ln w="22225">
            <a:solidFill>
              <a:srgbClr val="F68B1F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en-IN" sz="1350" dirty="0"/>
          </a:p>
        </p:txBody>
      </p:sp>
      <p:sp>
        <p:nvSpPr>
          <p:cNvPr id="8" name="Arc 7"/>
          <p:cNvSpPr>
            <a:spLocks noChangeAspect="1"/>
          </p:cNvSpPr>
          <p:nvPr/>
        </p:nvSpPr>
        <p:spPr>
          <a:xfrm rot="11700000">
            <a:off x="3748088" y="2084388"/>
            <a:ext cx="1700212" cy="2268537"/>
          </a:xfrm>
          <a:prstGeom prst="arc">
            <a:avLst>
              <a:gd name="adj1" fmla="val 14511769"/>
              <a:gd name="adj2" fmla="val 10954347"/>
            </a:avLst>
          </a:prstGeom>
          <a:ln w="22225">
            <a:solidFill>
              <a:srgbClr val="F68B1F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en-IN" sz="1350"/>
          </a:p>
        </p:txBody>
      </p:sp>
      <p:sp>
        <p:nvSpPr>
          <p:cNvPr id="9" name="Oval 8"/>
          <p:cNvSpPr/>
          <p:nvPr/>
        </p:nvSpPr>
        <p:spPr>
          <a:xfrm>
            <a:off x="1463675" y="2132013"/>
            <a:ext cx="1628775" cy="2171700"/>
          </a:xfrm>
          <a:prstGeom prst="ellipse">
            <a:avLst/>
          </a:prstGeom>
          <a:solidFill>
            <a:srgbClr val="0056A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350"/>
          </a:p>
        </p:txBody>
      </p:sp>
      <p:sp>
        <p:nvSpPr>
          <p:cNvPr id="10" name="Arc 9"/>
          <p:cNvSpPr>
            <a:spLocks noChangeAspect="1"/>
          </p:cNvSpPr>
          <p:nvPr/>
        </p:nvSpPr>
        <p:spPr>
          <a:xfrm>
            <a:off x="1385888" y="2030413"/>
            <a:ext cx="1782762" cy="2376487"/>
          </a:xfrm>
          <a:prstGeom prst="arc">
            <a:avLst>
              <a:gd name="adj1" fmla="val 14511769"/>
              <a:gd name="adj2" fmla="val 10954347"/>
            </a:avLst>
          </a:prstGeom>
          <a:ln w="22225">
            <a:solidFill>
              <a:srgbClr val="0056A4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en-IN" sz="1350" dirty="0"/>
          </a:p>
        </p:txBody>
      </p:sp>
      <p:sp>
        <p:nvSpPr>
          <p:cNvPr id="11" name="Arc 10"/>
          <p:cNvSpPr>
            <a:spLocks noChangeAspect="1"/>
          </p:cNvSpPr>
          <p:nvPr/>
        </p:nvSpPr>
        <p:spPr>
          <a:xfrm rot="11700000">
            <a:off x="1427163" y="2084388"/>
            <a:ext cx="1700212" cy="2268537"/>
          </a:xfrm>
          <a:prstGeom prst="arc">
            <a:avLst>
              <a:gd name="adj1" fmla="val 14511769"/>
              <a:gd name="adj2" fmla="val 10954347"/>
            </a:avLst>
          </a:prstGeom>
          <a:ln w="22225">
            <a:solidFill>
              <a:srgbClr val="0056A4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en-IN" sz="1350"/>
          </a:p>
        </p:txBody>
      </p:sp>
      <p:sp>
        <p:nvSpPr>
          <p:cNvPr id="13" name="Oval 12"/>
          <p:cNvSpPr/>
          <p:nvPr/>
        </p:nvSpPr>
        <p:spPr>
          <a:xfrm>
            <a:off x="6115050" y="2132013"/>
            <a:ext cx="1628775" cy="2171700"/>
          </a:xfrm>
          <a:prstGeom prst="ellipse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350"/>
          </a:p>
        </p:txBody>
      </p:sp>
      <p:sp>
        <p:nvSpPr>
          <p:cNvPr id="14" name="Arc 13"/>
          <p:cNvSpPr>
            <a:spLocks noChangeAspect="1"/>
          </p:cNvSpPr>
          <p:nvPr/>
        </p:nvSpPr>
        <p:spPr>
          <a:xfrm>
            <a:off x="6037263" y="2030413"/>
            <a:ext cx="1782762" cy="2376487"/>
          </a:xfrm>
          <a:prstGeom prst="arc">
            <a:avLst>
              <a:gd name="adj1" fmla="val 14511769"/>
              <a:gd name="adj2" fmla="val 10954347"/>
            </a:avLst>
          </a:prstGeom>
          <a:ln w="22225">
            <a:solidFill>
              <a:schemeClr val="tx1">
                <a:lumMod val="85000"/>
                <a:lumOff val="15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en-IN" sz="1350" dirty="0"/>
          </a:p>
        </p:txBody>
      </p:sp>
      <p:sp>
        <p:nvSpPr>
          <p:cNvPr id="15" name="Arc 14"/>
          <p:cNvSpPr>
            <a:spLocks noChangeAspect="1"/>
          </p:cNvSpPr>
          <p:nvPr/>
        </p:nvSpPr>
        <p:spPr>
          <a:xfrm rot="11700000">
            <a:off x="6078538" y="2084388"/>
            <a:ext cx="1700212" cy="2268537"/>
          </a:xfrm>
          <a:prstGeom prst="arc">
            <a:avLst>
              <a:gd name="adj1" fmla="val 14511769"/>
              <a:gd name="adj2" fmla="val 10954347"/>
            </a:avLst>
          </a:prstGeom>
          <a:ln w="22225">
            <a:solidFill>
              <a:schemeClr val="tx1">
                <a:lumMod val="85000"/>
                <a:lumOff val="15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en-IN" sz="1350"/>
          </a:p>
        </p:txBody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1228725" y="400050"/>
            <a:ext cx="7458075" cy="54887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3757613" y="2926564"/>
            <a:ext cx="1628775" cy="547672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buFontTx/>
              <a:buNone/>
              <a:defRPr sz="1125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5"/>
          <p:cNvSpPr>
            <a:spLocks noGrp="1"/>
          </p:cNvSpPr>
          <p:nvPr>
            <p:ph type="body" sz="quarter" idx="14"/>
          </p:nvPr>
        </p:nvSpPr>
        <p:spPr>
          <a:xfrm>
            <a:off x="1436742" y="2926564"/>
            <a:ext cx="1628775" cy="547672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buFontTx/>
              <a:buNone/>
              <a:defRPr sz="1125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5"/>
          <p:cNvSpPr>
            <a:spLocks noGrp="1"/>
          </p:cNvSpPr>
          <p:nvPr>
            <p:ph type="body" sz="quarter" idx="15"/>
          </p:nvPr>
        </p:nvSpPr>
        <p:spPr>
          <a:xfrm>
            <a:off x="6087952" y="2926564"/>
            <a:ext cx="1628775" cy="547672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buFontTx/>
              <a:buNone/>
              <a:defRPr sz="1125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350"/>
          </a:p>
        </p:txBody>
      </p:sp>
      <p:pic>
        <p:nvPicPr>
          <p:cNvPr id="6" name="Picture 8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851535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object 19"/>
          <p:cNvSpPr txBox="1"/>
          <p:nvPr/>
        </p:nvSpPr>
        <p:spPr>
          <a:xfrm>
            <a:off x="404813" y="6424613"/>
            <a:ext cx="2282825" cy="111125"/>
          </a:xfrm>
          <a:prstGeom prst="rect">
            <a:avLst/>
          </a:prstGeom>
        </p:spPr>
        <p:txBody>
          <a:bodyPr lIns="0" tIns="7144" rIns="0" bIns="0">
            <a:spAutoFit/>
          </a:bodyPr>
          <a:lstStyle/>
          <a:p>
            <a:pPr marL="6985">
              <a:spcBef>
                <a:spcPts val="55"/>
              </a:spcBef>
              <a:defRPr/>
            </a:pPr>
            <a:r>
              <a:rPr sz="675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© </a:t>
            </a:r>
            <a:r>
              <a:rPr sz="675" spc="-3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</a:t>
            </a:r>
            <a:r>
              <a:rPr lang="en-US" sz="675" spc="-3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</a:t>
            </a:r>
            <a:r>
              <a:rPr sz="675" spc="-3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675" spc="-3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Coforge</a:t>
            </a:r>
            <a:endParaRPr sz="675" dirty="0">
              <a:solidFill>
                <a:schemeClr val="bg1">
                  <a:lumMod val="9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Oval 7"/>
          <p:cNvSpPr/>
          <p:nvPr/>
        </p:nvSpPr>
        <p:spPr>
          <a:xfrm>
            <a:off x="8643938" y="6286500"/>
            <a:ext cx="342900" cy="457200"/>
          </a:xfrm>
          <a:prstGeom prst="ellipse">
            <a:avLst/>
          </a:prstGeom>
          <a:noFill/>
          <a:ln w="19050">
            <a:solidFill>
              <a:srgbClr val="F68B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350"/>
          </a:p>
        </p:txBody>
      </p:sp>
      <p:sp>
        <p:nvSpPr>
          <p:cNvPr id="9" name="Holder 5"/>
          <p:cNvSpPr txBox="1"/>
          <p:nvPr/>
        </p:nvSpPr>
        <p:spPr>
          <a:xfrm>
            <a:off x="8578850" y="6343650"/>
            <a:ext cx="490538" cy="342900"/>
          </a:xfrm>
          <a:prstGeom prst="rect">
            <a:avLst/>
          </a:prstGeom>
        </p:spPr>
        <p:txBody>
          <a:bodyPr lIns="0" tIns="0" rIns="0" bIns="0" anchor="ctr"/>
          <a:lstStyle>
            <a:defPPr>
              <a:defRPr lang="en-US"/>
            </a:defPPr>
            <a:lvl1pPr marL="0" algn="r" defTabSz="914400" rtl="0" eaLnBrk="1" latinLnBrk="0" hangingPunct="1">
              <a:defRPr sz="2000" b="1" kern="1200">
                <a:solidFill>
                  <a:srgbClr val="001B44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fld id="{EB014F5B-34A7-4DA4-BCA0-585CF1CE164D}" type="slidenum">
              <a:rPr lang="en-GB" sz="790" smtClean="0">
                <a:solidFill>
                  <a:schemeClr val="bg1">
                    <a:lumMod val="50000"/>
                  </a:schemeClr>
                </a:solidFill>
              </a:rPr>
              <a:t>‹#›</a:t>
            </a:fld>
            <a:endParaRPr lang="en-GB" sz="790" dirty="0">
              <a:solidFill>
                <a:schemeClr val="bg1">
                  <a:lumMod val="50000"/>
                </a:schemeClr>
              </a:solidFill>
            </a:endParaRPr>
          </a:p>
        </p:txBody>
      </p:sp>
      <p:grpSp>
        <p:nvGrpSpPr>
          <p:cNvPr id="10" name="Group 14"/>
          <p:cNvGrpSpPr/>
          <p:nvPr/>
        </p:nvGrpSpPr>
        <p:grpSpPr bwMode="auto">
          <a:xfrm>
            <a:off x="4443413" y="725488"/>
            <a:ext cx="717550" cy="6132512"/>
            <a:chOff x="8146768" y="966535"/>
            <a:chExt cx="1276632" cy="8177465"/>
          </a:xfrm>
        </p:grpSpPr>
        <p:pic>
          <p:nvPicPr>
            <p:cNvPr id="11" name="Graphic 15"/>
            <p:cNvPicPr>
              <a:picLocks noChangeAspect="1" noChangeArrowheads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146768" y="989820"/>
              <a:ext cx="1276632" cy="81541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2" name="Oval 11"/>
            <p:cNvSpPr>
              <a:spLocks noChangeAspect="1"/>
            </p:cNvSpPr>
            <p:nvPr userDrawn="1"/>
          </p:nvSpPr>
          <p:spPr>
            <a:xfrm>
              <a:off x="8629741" y="966535"/>
              <a:ext cx="217480" cy="215921"/>
            </a:xfrm>
            <a:prstGeom prst="ellipse">
              <a:avLst/>
            </a:prstGeom>
            <a:solidFill>
              <a:srgbClr val="F68B1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IN" sz="1350"/>
            </a:p>
          </p:txBody>
        </p:sp>
      </p:grpSp>
      <p:sp>
        <p:nvSpPr>
          <p:cNvPr id="20" name="Title 1"/>
          <p:cNvSpPr>
            <a:spLocks noGrp="1"/>
          </p:cNvSpPr>
          <p:nvPr>
            <p:ph type="title"/>
          </p:nvPr>
        </p:nvSpPr>
        <p:spPr>
          <a:xfrm>
            <a:off x="328613" y="457200"/>
            <a:ext cx="4114800" cy="54887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5"/>
          <p:cNvSpPr>
            <a:spLocks noGrp="1"/>
          </p:cNvSpPr>
          <p:nvPr>
            <p:ph type="body" sz="quarter" idx="14"/>
          </p:nvPr>
        </p:nvSpPr>
        <p:spPr>
          <a:xfrm>
            <a:off x="405000" y="1463278"/>
            <a:ext cx="4167000" cy="85725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marR="0" indent="0" algn="l" defTabSz="514350" rtl="0" eaLnBrk="1" fontAlgn="auto" latinLnBrk="0" hangingPunct="1">
              <a:lnSpc>
                <a:spcPct val="100000"/>
              </a:lnSpc>
              <a:spcBef>
                <a:spcPts val="565"/>
              </a:spcBef>
              <a:spcAft>
                <a:spcPts val="0"/>
              </a:spcAft>
              <a:buClrTx/>
              <a:buSzTx/>
              <a:buFontTx/>
              <a:buNone/>
              <a:defRPr sz="1125" b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5"/>
          <p:cNvSpPr>
            <a:spLocks noGrp="1"/>
          </p:cNvSpPr>
          <p:nvPr>
            <p:ph type="body" sz="quarter" idx="15"/>
          </p:nvPr>
        </p:nvSpPr>
        <p:spPr>
          <a:xfrm>
            <a:off x="5129212" y="606028"/>
            <a:ext cx="3814763" cy="85725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marR="0" indent="0" algn="l" defTabSz="514350" rtl="0" eaLnBrk="1" fontAlgn="auto" latinLnBrk="0" hangingPunct="1">
              <a:lnSpc>
                <a:spcPct val="100000"/>
              </a:lnSpc>
              <a:spcBef>
                <a:spcPts val="565"/>
              </a:spcBef>
              <a:spcAft>
                <a:spcPts val="0"/>
              </a:spcAft>
              <a:buClrTx/>
              <a:buSzTx/>
              <a:buFontTx/>
              <a:buNone/>
              <a:defRPr sz="1125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4275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/>
          <p:nvPr/>
        </p:nvSpPr>
        <p:spPr>
          <a:xfrm>
            <a:off x="1228725" y="447675"/>
            <a:ext cx="7415213" cy="549275"/>
          </a:xfrm>
          <a:prstGeom prst="rect">
            <a:avLst/>
          </a:prstGeom>
        </p:spPr>
        <p:txBody>
          <a:bodyPr lIns="51435" tIns="25718" rIns="51435" bIns="25718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 sz="2250" dirty="0">
                <a:solidFill>
                  <a:srgbClr val="0056A4"/>
                </a:solidFill>
              </a:rPr>
              <a:t>Click to edit Master title style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4375" y="1371600"/>
            <a:ext cx="2949476" cy="1070372"/>
          </a:xfrm>
        </p:spPr>
        <p:txBody>
          <a:bodyPr/>
          <a:lstStyle>
            <a:lvl1pPr>
              <a:defRPr sz="1800">
                <a:solidFill>
                  <a:srgbClr val="0056A4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71925" y="1371600"/>
            <a:ext cx="4629150" cy="4874419"/>
          </a:xfrm>
        </p:spPr>
        <p:txBody>
          <a:bodyPr/>
          <a:lstStyle>
            <a:lvl1pPr>
              <a:defRPr sz="1575"/>
            </a:lvl1pPr>
            <a:lvl2pPr>
              <a:defRPr sz="1350"/>
            </a:lvl2pPr>
            <a:lvl3pPr>
              <a:defRPr sz="1125"/>
            </a:lvl3pPr>
            <a:lvl4pPr>
              <a:defRPr sz="1015"/>
            </a:lvl4pPr>
            <a:lvl5pPr>
              <a:defRPr sz="1015"/>
            </a:lvl5pPr>
            <a:lvl6pPr>
              <a:defRPr sz="1125"/>
            </a:lvl6pPr>
            <a:lvl7pPr>
              <a:defRPr sz="1125"/>
            </a:lvl7pPr>
            <a:lvl8pPr>
              <a:defRPr sz="1125"/>
            </a:lvl8pPr>
            <a:lvl9pPr>
              <a:defRPr sz="112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14375" y="2441972"/>
            <a:ext cx="2949476" cy="3811191"/>
          </a:xfrm>
        </p:spPr>
        <p:txBody>
          <a:bodyPr/>
          <a:lstStyle>
            <a:lvl1pPr marL="0" indent="0">
              <a:buNone/>
              <a:defRPr sz="900"/>
            </a:lvl1pPr>
            <a:lvl2pPr marL="257175" indent="0">
              <a:buNone/>
              <a:defRPr sz="790"/>
            </a:lvl2pPr>
            <a:lvl3pPr marL="514350" indent="0">
              <a:buNone/>
              <a:defRPr sz="675"/>
            </a:lvl3pPr>
            <a:lvl4pPr marL="771525" indent="0">
              <a:buNone/>
              <a:defRPr sz="565"/>
            </a:lvl4pPr>
            <a:lvl5pPr marL="1028700" indent="0">
              <a:buNone/>
              <a:defRPr sz="565"/>
            </a:lvl5pPr>
            <a:lvl6pPr marL="1285875" indent="0">
              <a:buNone/>
              <a:defRPr sz="565"/>
            </a:lvl6pPr>
            <a:lvl7pPr marL="1543050" indent="0">
              <a:buNone/>
              <a:defRPr sz="565"/>
            </a:lvl7pPr>
            <a:lvl8pPr marL="1800225" indent="0">
              <a:buNone/>
              <a:defRPr sz="565"/>
            </a:lvl8pPr>
            <a:lvl9pPr marL="2057400" indent="0">
              <a:buNone/>
              <a:defRPr sz="56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Presentation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Presentation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object 19"/>
          <p:cNvSpPr txBox="1"/>
          <p:nvPr/>
        </p:nvSpPr>
        <p:spPr>
          <a:xfrm>
            <a:off x="404813" y="6481763"/>
            <a:ext cx="2282825" cy="111125"/>
          </a:xfrm>
          <a:prstGeom prst="rect">
            <a:avLst/>
          </a:prstGeom>
        </p:spPr>
        <p:txBody>
          <a:bodyPr lIns="0" tIns="7144" rIns="0" bIns="0">
            <a:spAutoFit/>
          </a:bodyPr>
          <a:lstStyle/>
          <a:p>
            <a:pPr marL="6985">
              <a:spcBef>
                <a:spcPts val="55"/>
              </a:spcBef>
              <a:defRPr/>
            </a:pPr>
            <a:r>
              <a:rPr sz="675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© </a:t>
            </a:r>
            <a:r>
              <a:rPr sz="675" spc="-3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</a:t>
            </a:r>
            <a:r>
              <a:rPr lang="en-US" sz="675" spc="-3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</a:t>
            </a:r>
            <a:r>
              <a:rPr sz="675" spc="-3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675" spc="-3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Coforge</a:t>
            </a:r>
            <a:endParaRPr sz="675" dirty="0">
              <a:solidFill>
                <a:schemeClr val="bg1">
                  <a:lumMod val="9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10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314" b="23924"/>
          <a:stretch>
            <a:fillRect/>
          </a:stretch>
        </p:blipFill>
        <p:spPr bwMode="auto">
          <a:xfrm>
            <a:off x="6861175" y="382588"/>
            <a:ext cx="1984375" cy="874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29138" y="2800350"/>
            <a:ext cx="3593306" cy="1257300"/>
          </a:xfrm>
        </p:spPr>
        <p:txBody>
          <a:bodyPr>
            <a:noAutofit/>
          </a:bodyPr>
          <a:lstStyle>
            <a:lvl1pPr algn="l">
              <a:defRPr sz="304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Presentation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object 19"/>
          <p:cNvSpPr txBox="1"/>
          <p:nvPr/>
        </p:nvSpPr>
        <p:spPr>
          <a:xfrm>
            <a:off x="6500813" y="6343650"/>
            <a:ext cx="2282825" cy="111125"/>
          </a:xfrm>
          <a:prstGeom prst="rect">
            <a:avLst/>
          </a:prstGeom>
        </p:spPr>
        <p:txBody>
          <a:bodyPr lIns="0" tIns="7144" rIns="0" bIns="0">
            <a:spAutoFit/>
          </a:bodyPr>
          <a:lstStyle/>
          <a:p>
            <a:pPr marL="6985" algn="r">
              <a:spcBef>
                <a:spcPts val="55"/>
              </a:spcBef>
              <a:defRPr/>
            </a:pPr>
            <a:r>
              <a:rPr sz="675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© </a:t>
            </a:r>
            <a:r>
              <a:rPr sz="675" spc="-3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</a:t>
            </a:r>
            <a:r>
              <a:rPr lang="en-US" sz="675" spc="-3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</a:t>
            </a:r>
            <a:r>
              <a:rPr sz="675" spc="-3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675" spc="-3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Coforge</a:t>
            </a:r>
            <a:endParaRPr sz="675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10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43713" y="423863"/>
            <a:ext cx="2006600" cy="719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Freeform 8">
            <a:hlinkClick r:id="rId4"/>
          </p:cNvPr>
          <p:cNvSpPr/>
          <p:nvPr/>
        </p:nvSpPr>
        <p:spPr bwMode="auto">
          <a:xfrm>
            <a:off x="6180138" y="4308475"/>
            <a:ext cx="244475" cy="266700"/>
          </a:xfrm>
          <a:custGeom>
            <a:avLst/>
            <a:gdLst>
              <a:gd name="T0" fmla="*/ 18 w 422"/>
              <a:gd name="T1" fmla="*/ 307 h 345"/>
              <a:gd name="T2" fmla="*/ 68 w 422"/>
              <a:gd name="T3" fmla="*/ 301 h 345"/>
              <a:gd name="T4" fmla="*/ 112 w 422"/>
              <a:gd name="T5" fmla="*/ 281 h 345"/>
              <a:gd name="T6" fmla="*/ 112 w 422"/>
              <a:gd name="T7" fmla="*/ 269 h 345"/>
              <a:gd name="T8" fmla="*/ 78 w 422"/>
              <a:gd name="T9" fmla="*/ 253 h 345"/>
              <a:gd name="T10" fmla="*/ 52 w 422"/>
              <a:gd name="T11" fmla="*/ 223 h 345"/>
              <a:gd name="T12" fmla="*/ 66 w 422"/>
              <a:gd name="T13" fmla="*/ 211 h 345"/>
              <a:gd name="T14" fmla="*/ 86 w 422"/>
              <a:gd name="T15" fmla="*/ 209 h 345"/>
              <a:gd name="T16" fmla="*/ 46 w 422"/>
              <a:gd name="T17" fmla="*/ 189 h 345"/>
              <a:gd name="T18" fmla="*/ 26 w 422"/>
              <a:gd name="T19" fmla="*/ 164 h 345"/>
              <a:gd name="T20" fmla="*/ 16 w 422"/>
              <a:gd name="T21" fmla="*/ 122 h 345"/>
              <a:gd name="T22" fmla="*/ 44 w 422"/>
              <a:gd name="T23" fmla="*/ 132 h 345"/>
              <a:gd name="T24" fmla="*/ 42 w 422"/>
              <a:gd name="T25" fmla="*/ 122 h 345"/>
              <a:gd name="T26" fmla="*/ 20 w 422"/>
              <a:gd name="T27" fmla="*/ 80 h 345"/>
              <a:gd name="T28" fmla="*/ 18 w 422"/>
              <a:gd name="T29" fmla="*/ 48 h 345"/>
              <a:gd name="T30" fmla="*/ 28 w 422"/>
              <a:gd name="T31" fmla="*/ 16 h 345"/>
              <a:gd name="T32" fmla="*/ 86 w 422"/>
              <a:gd name="T33" fmla="*/ 68 h 345"/>
              <a:gd name="T34" fmla="*/ 156 w 422"/>
              <a:gd name="T35" fmla="*/ 98 h 345"/>
              <a:gd name="T36" fmla="*/ 208 w 422"/>
              <a:gd name="T37" fmla="*/ 108 h 345"/>
              <a:gd name="T38" fmla="*/ 206 w 422"/>
              <a:gd name="T39" fmla="*/ 78 h 345"/>
              <a:gd name="T40" fmla="*/ 220 w 422"/>
              <a:gd name="T41" fmla="*/ 40 h 345"/>
              <a:gd name="T42" fmla="*/ 236 w 422"/>
              <a:gd name="T43" fmla="*/ 20 h 345"/>
              <a:gd name="T44" fmla="*/ 268 w 422"/>
              <a:gd name="T45" fmla="*/ 4 h 345"/>
              <a:gd name="T46" fmla="*/ 304 w 422"/>
              <a:gd name="T47" fmla="*/ 2 h 345"/>
              <a:gd name="T48" fmla="*/ 330 w 422"/>
              <a:gd name="T49" fmla="*/ 10 h 345"/>
              <a:gd name="T50" fmla="*/ 352 w 422"/>
              <a:gd name="T51" fmla="*/ 26 h 345"/>
              <a:gd name="T52" fmla="*/ 360 w 422"/>
              <a:gd name="T53" fmla="*/ 28 h 345"/>
              <a:gd name="T54" fmla="*/ 406 w 422"/>
              <a:gd name="T55" fmla="*/ 10 h 345"/>
              <a:gd name="T56" fmla="*/ 404 w 422"/>
              <a:gd name="T57" fmla="*/ 22 h 345"/>
              <a:gd name="T58" fmla="*/ 386 w 422"/>
              <a:gd name="T59" fmla="*/ 46 h 345"/>
              <a:gd name="T60" fmla="*/ 398 w 422"/>
              <a:gd name="T61" fmla="*/ 50 h 345"/>
              <a:gd name="T62" fmla="*/ 422 w 422"/>
              <a:gd name="T63" fmla="*/ 44 h 345"/>
              <a:gd name="T64" fmla="*/ 400 w 422"/>
              <a:gd name="T65" fmla="*/ 68 h 345"/>
              <a:gd name="T66" fmla="*/ 380 w 422"/>
              <a:gd name="T67" fmla="*/ 90 h 345"/>
              <a:gd name="T68" fmla="*/ 372 w 422"/>
              <a:gd name="T69" fmla="*/ 154 h 345"/>
              <a:gd name="T70" fmla="*/ 350 w 422"/>
              <a:gd name="T71" fmla="*/ 215 h 345"/>
              <a:gd name="T72" fmla="*/ 314 w 422"/>
              <a:gd name="T73" fmla="*/ 267 h 345"/>
              <a:gd name="T74" fmla="*/ 268 w 422"/>
              <a:gd name="T75" fmla="*/ 307 h 345"/>
              <a:gd name="T76" fmla="*/ 232 w 422"/>
              <a:gd name="T77" fmla="*/ 327 h 345"/>
              <a:gd name="T78" fmla="*/ 150 w 422"/>
              <a:gd name="T79" fmla="*/ 345 h 345"/>
              <a:gd name="T80" fmla="*/ 98 w 422"/>
              <a:gd name="T81" fmla="*/ 343 h 345"/>
              <a:gd name="T82" fmla="*/ 30 w 422"/>
              <a:gd name="T83" fmla="*/ 323 h 345"/>
              <a:gd name="T84" fmla="*/ 0 w 422"/>
              <a:gd name="T85" fmla="*/ 309 h 3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</a:cxnLst>
            <a:rect l="0" t="0" r="r" b="b"/>
            <a:pathLst>
              <a:path w="422" h="345">
                <a:moveTo>
                  <a:pt x="0" y="307"/>
                </a:moveTo>
                <a:lnTo>
                  <a:pt x="0" y="307"/>
                </a:lnTo>
                <a:lnTo>
                  <a:pt x="18" y="307"/>
                </a:lnTo>
                <a:lnTo>
                  <a:pt x="34" y="307"/>
                </a:lnTo>
                <a:lnTo>
                  <a:pt x="52" y="305"/>
                </a:lnTo>
                <a:lnTo>
                  <a:pt x="68" y="301"/>
                </a:lnTo>
                <a:lnTo>
                  <a:pt x="82" y="297"/>
                </a:lnTo>
                <a:lnTo>
                  <a:pt x="98" y="289"/>
                </a:lnTo>
                <a:lnTo>
                  <a:pt x="112" y="281"/>
                </a:lnTo>
                <a:lnTo>
                  <a:pt x="128" y="271"/>
                </a:lnTo>
                <a:lnTo>
                  <a:pt x="128" y="271"/>
                </a:lnTo>
                <a:lnTo>
                  <a:pt x="112" y="269"/>
                </a:lnTo>
                <a:lnTo>
                  <a:pt x="100" y="265"/>
                </a:lnTo>
                <a:lnTo>
                  <a:pt x="88" y="261"/>
                </a:lnTo>
                <a:lnTo>
                  <a:pt x="78" y="253"/>
                </a:lnTo>
                <a:lnTo>
                  <a:pt x="68" y="245"/>
                </a:lnTo>
                <a:lnTo>
                  <a:pt x="60" y="235"/>
                </a:lnTo>
                <a:lnTo>
                  <a:pt x="52" y="223"/>
                </a:lnTo>
                <a:lnTo>
                  <a:pt x="46" y="211"/>
                </a:lnTo>
                <a:lnTo>
                  <a:pt x="46" y="211"/>
                </a:lnTo>
                <a:lnTo>
                  <a:pt x="66" y="211"/>
                </a:lnTo>
                <a:lnTo>
                  <a:pt x="76" y="211"/>
                </a:lnTo>
                <a:lnTo>
                  <a:pt x="86" y="209"/>
                </a:lnTo>
                <a:lnTo>
                  <a:pt x="86" y="209"/>
                </a:lnTo>
                <a:lnTo>
                  <a:pt x="70" y="205"/>
                </a:lnTo>
                <a:lnTo>
                  <a:pt x="58" y="197"/>
                </a:lnTo>
                <a:lnTo>
                  <a:pt x="46" y="189"/>
                </a:lnTo>
                <a:lnTo>
                  <a:pt x="36" y="178"/>
                </a:lnTo>
                <a:lnTo>
                  <a:pt x="36" y="178"/>
                </a:lnTo>
                <a:lnTo>
                  <a:pt x="26" y="164"/>
                </a:lnTo>
                <a:lnTo>
                  <a:pt x="20" y="152"/>
                </a:lnTo>
                <a:lnTo>
                  <a:pt x="18" y="138"/>
                </a:lnTo>
                <a:lnTo>
                  <a:pt x="16" y="122"/>
                </a:lnTo>
                <a:lnTo>
                  <a:pt x="16" y="122"/>
                </a:lnTo>
                <a:lnTo>
                  <a:pt x="34" y="130"/>
                </a:lnTo>
                <a:lnTo>
                  <a:pt x="44" y="132"/>
                </a:lnTo>
                <a:lnTo>
                  <a:pt x="56" y="132"/>
                </a:lnTo>
                <a:lnTo>
                  <a:pt x="56" y="132"/>
                </a:lnTo>
                <a:lnTo>
                  <a:pt x="42" y="122"/>
                </a:lnTo>
                <a:lnTo>
                  <a:pt x="32" y="110"/>
                </a:lnTo>
                <a:lnTo>
                  <a:pt x="24" y="96"/>
                </a:lnTo>
                <a:lnTo>
                  <a:pt x="20" y="80"/>
                </a:lnTo>
                <a:lnTo>
                  <a:pt x="20" y="80"/>
                </a:lnTo>
                <a:lnTo>
                  <a:pt x="16" y="64"/>
                </a:lnTo>
                <a:lnTo>
                  <a:pt x="18" y="48"/>
                </a:lnTo>
                <a:lnTo>
                  <a:pt x="22" y="32"/>
                </a:lnTo>
                <a:lnTo>
                  <a:pt x="28" y="16"/>
                </a:lnTo>
                <a:lnTo>
                  <a:pt x="28" y="16"/>
                </a:lnTo>
                <a:lnTo>
                  <a:pt x="46" y="36"/>
                </a:lnTo>
                <a:lnTo>
                  <a:pt x="66" y="54"/>
                </a:lnTo>
                <a:lnTo>
                  <a:pt x="86" y="68"/>
                </a:lnTo>
                <a:lnTo>
                  <a:pt x="108" y="82"/>
                </a:lnTo>
                <a:lnTo>
                  <a:pt x="132" y="92"/>
                </a:lnTo>
                <a:lnTo>
                  <a:pt x="156" y="98"/>
                </a:lnTo>
                <a:lnTo>
                  <a:pt x="180" y="104"/>
                </a:lnTo>
                <a:lnTo>
                  <a:pt x="208" y="108"/>
                </a:lnTo>
                <a:lnTo>
                  <a:pt x="208" y="108"/>
                </a:lnTo>
                <a:lnTo>
                  <a:pt x="206" y="92"/>
                </a:lnTo>
                <a:lnTo>
                  <a:pt x="206" y="92"/>
                </a:lnTo>
                <a:lnTo>
                  <a:pt x="206" y="78"/>
                </a:lnTo>
                <a:lnTo>
                  <a:pt x="208" y="64"/>
                </a:lnTo>
                <a:lnTo>
                  <a:pt x="214" y="52"/>
                </a:lnTo>
                <a:lnTo>
                  <a:pt x="220" y="40"/>
                </a:lnTo>
                <a:lnTo>
                  <a:pt x="220" y="40"/>
                </a:lnTo>
                <a:lnTo>
                  <a:pt x="228" y="30"/>
                </a:lnTo>
                <a:lnTo>
                  <a:pt x="236" y="20"/>
                </a:lnTo>
                <a:lnTo>
                  <a:pt x="246" y="14"/>
                </a:lnTo>
                <a:lnTo>
                  <a:pt x="256" y="8"/>
                </a:lnTo>
                <a:lnTo>
                  <a:pt x="268" y="4"/>
                </a:lnTo>
                <a:lnTo>
                  <a:pt x="278" y="2"/>
                </a:lnTo>
                <a:lnTo>
                  <a:pt x="290" y="0"/>
                </a:lnTo>
                <a:lnTo>
                  <a:pt x="304" y="2"/>
                </a:lnTo>
                <a:lnTo>
                  <a:pt x="304" y="2"/>
                </a:lnTo>
                <a:lnTo>
                  <a:pt x="318" y="4"/>
                </a:lnTo>
                <a:lnTo>
                  <a:pt x="330" y="10"/>
                </a:lnTo>
                <a:lnTo>
                  <a:pt x="342" y="16"/>
                </a:lnTo>
                <a:lnTo>
                  <a:pt x="352" y="26"/>
                </a:lnTo>
                <a:lnTo>
                  <a:pt x="352" y="26"/>
                </a:lnTo>
                <a:lnTo>
                  <a:pt x="356" y="28"/>
                </a:lnTo>
                <a:lnTo>
                  <a:pt x="360" y="28"/>
                </a:lnTo>
                <a:lnTo>
                  <a:pt x="360" y="28"/>
                </a:lnTo>
                <a:lnTo>
                  <a:pt x="384" y="20"/>
                </a:lnTo>
                <a:lnTo>
                  <a:pt x="406" y="10"/>
                </a:lnTo>
                <a:lnTo>
                  <a:pt x="406" y="10"/>
                </a:lnTo>
                <a:lnTo>
                  <a:pt x="410" y="8"/>
                </a:lnTo>
                <a:lnTo>
                  <a:pt x="410" y="8"/>
                </a:lnTo>
                <a:lnTo>
                  <a:pt x="404" y="22"/>
                </a:lnTo>
                <a:lnTo>
                  <a:pt x="396" y="34"/>
                </a:lnTo>
                <a:lnTo>
                  <a:pt x="396" y="34"/>
                </a:lnTo>
                <a:lnTo>
                  <a:pt x="386" y="46"/>
                </a:lnTo>
                <a:lnTo>
                  <a:pt x="374" y="54"/>
                </a:lnTo>
                <a:lnTo>
                  <a:pt x="374" y="54"/>
                </a:lnTo>
                <a:lnTo>
                  <a:pt x="398" y="50"/>
                </a:lnTo>
                <a:lnTo>
                  <a:pt x="422" y="42"/>
                </a:lnTo>
                <a:lnTo>
                  <a:pt x="422" y="42"/>
                </a:lnTo>
                <a:lnTo>
                  <a:pt x="422" y="44"/>
                </a:lnTo>
                <a:lnTo>
                  <a:pt x="422" y="44"/>
                </a:lnTo>
                <a:lnTo>
                  <a:pt x="400" y="68"/>
                </a:lnTo>
                <a:lnTo>
                  <a:pt x="400" y="68"/>
                </a:lnTo>
                <a:lnTo>
                  <a:pt x="382" y="84"/>
                </a:lnTo>
                <a:lnTo>
                  <a:pt x="382" y="84"/>
                </a:lnTo>
                <a:lnTo>
                  <a:pt x="380" y="90"/>
                </a:lnTo>
                <a:lnTo>
                  <a:pt x="380" y="90"/>
                </a:lnTo>
                <a:lnTo>
                  <a:pt x="378" y="122"/>
                </a:lnTo>
                <a:lnTo>
                  <a:pt x="372" y="154"/>
                </a:lnTo>
                <a:lnTo>
                  <a:pt x="364" y="185"/>
                </a:lnTo>
                <a:lnTo>
                  <a:pt x="350" y="215"/>
                </a:lnTo>
                <a:lnTo>
                  <a:pt x="350" y="215"/>
                </a:lnTo>
                <a:lnTo>
                  <a:pt x="340" y="233"/>
                </a:lnTo>
                <a:lnTo>
                  <a:pt x="328" y="251"/>
                </a:lnTo>
                <a:lnTo>
                  <a:pt x="314" y="267"/>
                </a:lnTo>
                <a:lnTo>
                  <a:pt x="300" y="281"/>
                </a:lnTo>
                <a:lnTo>
                  <a:pt x="286" y="295"/>
                </a:lnTo>
                <a:lnTo>
                  <a:pt x="268" y="307"/>
                </a:lnTo>
                <a:lnTo>
                  <a:pt x="252" y="317"/>
                </a:lnTo>
                <a:lnTo>
                  <a:pt x="232" y="327"/>
                </a:lnTo>
                <a:lnTo>
                  <a:pt x="232" y="327"/>
                </a:lnTo>
                <a:lnTo>
                  <a:pt x="206" y="335"/>
                </a:lnTo>
                <a:lnTo>
                  <a:pt x="178" y="343"/>
                </a:lnTo>
                <a:lnTo>
                  <a:pt x="150" y="345"/>
                </a:lnTo>
                <a:lnTo>
                  <a:pt x="122" y="345"/>
                </a:lnTo>
                <a:lnTo>
                  <a:pt x="122" y="345"/>
                </a:lnTo>
                <a:lnTo>
                  <a:pt x="98" y="343"/>
                </a:lnTo>
                <a:lnTo>
                  <a:pt x="76" y="339"/>
                </a:lnTo>
                <a:lnTo>
                  <a:pt x="52" y="333"/>
                </a:lnTo>
                <a:lnTo>
                  <a:pt x="30" y="323"/>
                </a:lnTo>
                <a:lnTo>
                  <a:pt x="30" y="323"/>
                </a:lnTo>
                <a:lnTo>
                  <a:pt x="0" y="309"/>
                </a:lnTo>
                <a:lnTo>
                  <a:pt x="0" y="309"/>
                </a:lnTo>
                <a:lnTo>
                  <a:pt x="0" y="307"/>
                </a:lnTo>
                <a:lnTo>
                  <a:pt x="0" y="307"/>
                </a:lnTo>
                <a:close/>
              </a:path>
            </a:pathLst>
          </a:custGeom>
          <a:solidFill>
            <a:srgbClr val="F68B1F"/>
          </a:solidFill>
          <a:ln>
            <a:noFill/>
          </a:ln>
        </p:spPr>
        <p:txBody>
          <a:bodyPr lIns="51435" tIns="25718" rIns="51435" bIns="25718"/>
          <a:lstStyle/>
          <a:p>
            <a:pPr>
              <a:defRPr/>
            </a:pPr>
            <a:endParaRPr lang="en-IN" sz="1350"/>
          </a:p>
        </p:txBody>
      </p:sp>
      <p:grpSp>
        <p:nvGrpSpPr>
          <p:cNvPr id="8" name="Group 7"/>
          <p:cNvGrpSpPr/>
          <p:nvPr/>
        </p:nvGrpSpPr>
        <p:grpSpPr>
          <a:xfrm>
            <a:off x="6543675" y="4286250"/>
            <a:ext cx="239951" cy="322889"/>
            <a:chOff x="2652713" y="4170363"/>
            <a:chExt cx="687388" cy="693738"/>
          </a:xfrm>
          <a:solidFill>
            <a:schemeClr val="bg1"/>
          </a:solidFill>
        </p:grpSpPr>
        <p:sp>
          <p:nvSpPr>
            <p:cNvPr id="9" name="Freeform 10">
              <a:hlinkClick r:id="rId5"/>
            </p:cNvPr>
            <p:cNvSpPr/>
            <p:nvPr/>
          </p:nvSpPr>
          <p:spPr bwMode="auto">
            <a:xfrm>
              <a:off x="2652713" y="4170363"/>
              <a:ext cx="687388" cy="693738"/>
            </a:xfrm>
            <a:custGeom>
              <a:avLst/>
              <a:gdLst>
                <a:gd name="T0" fmla="*/ 0 w 433"/>
                <a:gd name="T1" fmla="*/ 233 h 437"/>
                <a:gd name="T2" fmla="*/ 0 w 433"/>
                <a:gd name="T3" fmla="*/ 205 h 437"/>
                <a:gd name="T4" fmla="*/ 0 w 433"/>
                <a:gd name="T5" fmla="*/ 201 h 437"/>
                <a:gd name="T6" fmla="*/ 4 w 433"/>
                <a:gd name="T7" fmla="*/ 168 h 437"/>
                <a:gd name="T8" fmla="*/ 16 w 433"/>
                <a:gd name="T9" fmla="*/ 136 h 437"/>
                <a:gd name="T10" fmla="*/ 28 w 433"/>
                <a:gd name="T11" fmla="*/ 110 h 437"/>
                <a:gd name="T12" fmla="*/ 60 w 433"/>
                <a:gd name="T13" fmla="*/ 66 h 437"/>
                <a:gd name="T14" fmla="*/ 80 w 433"/>
                <a:gd name="T15" fmla="*/ 48 h 437"/>
                <a:gd name="T16" fmla="*/ 130 w 433"/>
                <a:gd name="T17" fmla="*/ 18 h 437"/>
                <a:gd name="T18" fmla="*/ 188 w 433"/>
                <a:gd name="T19" fmla="*/ 2 h 437"/>
                <a:gd name="T20" fmla="*/ 204 w 433"/>
                <a:gd name="T21" fmla="*/ 0 h 437"/>
                <a:gd name="T22" fmla="*/ 230 w 433"/>
                <a:gd name="T23" fmla="*/ 0 h 437"/>
                <a:gd name="T24" fmla="*/ 232 w 433"/>
                <a:gd name="T25" fmla="*/ 2 h 437"/>
                <a:gd name="T26" fmla="*/ 266 w 433"/>
                <a:gd name="T27" fmla="*/ 6 h 437"/>
                <a:gd name="T28" fmla="*/ 292 w 433"/>
                <a:gd name="T29" fmla="*/ 14 h 437"/>
                <a:gd name="T30" fmla="*/ 338 w 433"/>
                <a:gd name="T31" fmla="*/ 38 h 437"/>
                <a:gd name="T32" fmla="*/ 360 w 433"/>
                <a:gd name="T33" fmla="*/ 56 h 437"/>
                <a:gd name="T34" fmla="*/ 400 w 433"/>
                <a:gd name="T35" fmla="*/ 102 h 437"/>
                <a:gd name="T36" fmla="*/ 411 w 433"/>
                <a:gd name="T37" fmla="*/ 122 h 437"/>
                <a:gd name="T38" fmla="*/ 427 w 433"/>
                <a:gd name="T39" fmla="*/ 166 h 437"/>
                <a:gd name="T40" fmla="*/ 431 w 433"/>
                <a:gd name="T41" fmla="*/ 189 h 437"/>
                <a:gd name="T42" fmla="*/ 433 w 433"/>
                <a:gd name="T43" fmla="*/ 205 h 437"/>
                <a:gd name="T44" fmla="*/ 433 w 433"/>
                <a:gd name="T45" fmla="*/ 233 h 437"/>
                <a:gd name="T46" fmla="*/ 431 w 433"/>
                <a:gd name="T47" fmla="*/ 249 h 437"/>
                <a:gd name="T48" fmla="*/ 423 w 433"/>
                <a:gd name="T49" fmla="*/ 285 h 437"/>
                <a:gd name="T50" fmla="*/ 409 w 433"/>
                <a:gd name="T51" fmla="*/ 317 h 437"/>
                <a:gd name="T52" fmla="*/ 396 w 433"/>
                <a:gd name="T53" fmla="*/ 341 h 437"/>
                <a:gd name="T54" fmla="*/ 362 w 433"/>
                <a:gd name="T55" fmla="*/ 379 h 437"/>
                <a:gd name="T56" fmla="*/ 342 w 433"/>
                <a:gd name="T57" fmla="*/ 395 h 437"/>
                <a:gd name="T58" fmla="*/ 296 w 433"/>
                <a:gd name="T59" fmla="*/ 421 h 437"/>
                <a:gd name="T60" fmla="*/ 246 w 433"/>
                <a:gd name="T61" fmla="*/ 435 h 437"/>
                <a:gd name="T62" fmla="*/ 230 w 433"/>
                <a:gd name="T63" fmla="*/ 437 h 437"/>
                <a:gd name="T64" fmla="*/ 204 w 433"/>
                <a:gd name="T65" fmla="*/ 437 h 437"/>
                <a:gd name="T66" fmla="*/ 188 w 433"/>
                <a:gd name="T67" fmla="*/ 435 h 437"/>
                <a:gd name="T68" fmla="*/ 170 w 433"/>
                <a:gd name="T69" fmla="*/ 431 h 437"/>
                <a:gd name="T70" fmla="*/ 134 w 433"/>
                <a:gd name="T71" fmla="*/ 421 h 437"/>
                <a:gd name="T72" fmla="*/ 118 w 433"/>
                <a:gd name="T73" fmla="*/ 413 h 437"/>
                <a:gd name="T74" fmla="*/ 74 w 433"/>
                <a:gd name="T75" fmla="*/ 383 h 437"/>
                <a:gd name="T76" fmla="*/ 40 w 433"/>
                <a:gd name="T77" fmla="*/ 345 h 437"/>
                <a:gd name="T78" fmla="*/ 26 w 433"/>
                <a:gd name="T79" fmla="*/ 323 h 437"/>
                <a:gd name="T80" fmla="*/ 6 w 433"/>
                <a:gd name="T81" fmla="*/ 273 h 437"/>
                <a:gd name="T82" fmla="*/ 2 w 433"/>
                <a:gd name="T83" fmla="*/ 247 h 437"/>
                <a:gd name="T84" fmla="*/ 0 w 433"/>
                <a:gd name="T85" fmla="*/ 233 h 4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433" h="437">
                  <a:moveTo>
                    <a:pt x="0" y="233"/>
                  </a:moveTo>
                  <a:lnTo>
                    <a:pt x="0" y="233"/>
                  </a:lnTo>
                  <a:lnTo>
                    <a:pt x="0" y="205"/>
                  </a:lnTo>
                  <a:lnTo>
                    <a:pt x="0" y="205"/>
                  </a:lnTo>
                  <a:lnTo>
                    <a:pt x="0" y="201"/>
                  </a:lnTo>
                  <a:lnTo>
                    <a:pt x="0" y="201"/>
                  </a:lnTo>
                  <a:lnTo>
                    <a:pt x="2" y="185"/>
                  </a:lnTo>
                  <a:lnTo>
                    <a:pt x="4" y="168"/>
                  </a:lnTo>
                  <a:lnTo>
                    <a:pt x="10" y="152"/>
                  </a:lnTo>
                  <a:lnTo>
                    <a:pt x="16" y="136"/>
                  </a:lnTo>
                  <a:lnTo>
                    <a:pt x="16" y="136"/>
                  </a:lnTo>
                  <a:lnTo>
                    <a:pt x="28" y="110"/>
                  </a:lnTo>
                  <a:lnTo>
                    <a:pt x="42" y="88"/>
                  </a:lnTo>
                  <a:lnTo>
                    <a:pt x="60" y="66"/>
                  </a:lnTo>
                  <a:lnTo>
                    <a:pt x="80" y="48"/>
                  </a:lnTo>
                  <a:lnTo>
                    <a:pt x="80" y="48"/>
                  </a:lnTo>
                  <a:lnTo>
                    <a:pt x="104" y="32"/>
                  </a:lnTo>
                  <a:lnTo>
                    <a:pt x="130" y="18"/>
                  </a:lnTo>
                  <a:lnTo>
                    <a:pt x="158" y="8"/>
                  </a:lnTo>
                  <a:lnTo>
                    <a:pt x="188" y="2"/>
                  </a:lnTo>
                  <a:lnTo>
                    <a:pt x="188" y="2"/>
                  </a:lnTo>
                  <a:lnTo>
                    <a:pt x="204" y="0"/>
                  </a:lnTo>
                  <a:lnTo>
                    <a:pt x="204" y="0"/>
                  </a:lnTo>
                  <a:lnTo>
                    <a:pt x="230" y="0"/>
                  </a:lnTo>
                  <a:lnTo>
                    <a:pt x="230" y="0"/>
                  </a:lnTo>
                  <a:lnTo>
                    <a:pt x="232" y="2"/>
                  </a:lnTo>
                  <a:lnTo>
                    <a:pt x="232" y="2"/>
                  </a:lnTo>
                  <a:lnTo>
                    <a:pt x="266" y="6"/>
                  </a:lnTo>
                  <a:lnTo>
                    <a:pt x="266" y="6"/>
                  </a:lnTo>
                  <a:lnTo>
                    <a:pt x="292" y="14"/>
                  </a:lnTo>
                  <a:lnTo>
                    <a:pt x="316" y="24"/>
                  </a:lnTo>
                  <a:lnTo>
                    <a:pt x="338" y="38"/>
                  </a:lnTo>
                  <a:lnTo>
                    <a:pt x="360" y="56"/>
                  </a:lnTo>
                  <a:lnTo>
                    <a:pt x="360" y="56"/>
                  </a:lnTo>
                  <a:lnTo>
                    <a:pt x="382" y="78"/>
                  </a:lnTo>
                  <a:lnTo>
                    <a:pt x="400" y="102"/>
                  </a:lnTo>
                  <a:lnTo>
                    <a:pt x="400" y="102"/>
                  </a:lnTo>
                  <a:lnTo>
                    <a:pt x="411" y="122"/>
                  </a:lnTo>
                  <a:lnTo>
                    <a:pt x="419" y="144"/>
                  </a:lnTo>
                  <a:lnTo>
                    <a:pt x="427" y="166"/>
                  </a:lnTo>
                  <a:lnTo>
                    <a:pt x="431" y="189"/>
                  </a:lnTo>
                  <a:lnTo>
                    <a:pt x="431" y="189"/>
                  </a:lnTo>
                  <a:lnTo>
                    <a:pt x="433" y="205"/>
                  </a:lnTo>
                  <a:lnTo>
                    <a:pt x="433" y="205"/>
                  </a:lnTo>
                  <a:lnTo>
                    <a:pt x="433" y="233"/>
                  </a:lnTo>
                  <a:lnTo>
                    <a:pt x="433" y="233"/>
                  </a:lnTo>
                  <a:lnTo>
                    <a:pt x="431" y="249"/>
                  </a:lnTo>
                  <a:lnTo>
                    <a:pt x="431" y="249"/>
                  </a:lnTo>
                  <a:lnTo>
                    <a:pt x="427" y="267"/>
                  </a:lnTo>
                  <a:lnTo>
                    <a:pt x="423" y="285"/>
                  </a:lnTo>
                  <a:lnTo>
                    <a:pt x="417" y="301"/>
                  </a:lnTo>
                  <a:lnTo>
                    <a:pt x="409" y="317"/>
                  </a:lnTo>
                  <a:lnTo>
                    <a:pt x="409" y="317"/>
                  </a:lnTo>
                  <a:lnTo>
                    <a:pt x="396" y="341"/>
                  </a:lnTo>
                  <a:lnTo>
                    <a:pt x="380" y="361"/>
                  </a:lnTo>
                  <a:lnTo>
                    <a:pt x="362" y="379"/>
                  </a:lnTo>
                  <a:lnTo>
                    <a:pt x="342" y="395"/>
                  </a:lnTo>
                  <a:lnTo>
                    <a:pt x="342" y="395"/>
                  </a:lnTo>
                  <a:lnTo>
                    <a:pt x="320" y="409"/>
                  </a:lnTo>
                  <a:lnTo>
                    <a:pt x="296" y="421"/>
                  </a:lnTo>
                  <a:lnTo>
                    <a:pt x="272" y="429"/>
                  </a:lnTo>
                  <a:lnTo>
                    <a:pt x="246" y="435"/>
                  </a:lnTo>
                  <a:lnTo>
                    <a:pt x="246" y="435"/>
                  </a:lnTo>
                  <a:lnTo>
                    <a:pt x="230" y="437"/>
                  </a:lnTo>
                  <a:lnTo>
                    <a:pt x="230" y="437"/>
                  </a:lnTo>
                  <a:lnTo>
                    <a:pt x="204" y="437"/>
                  </a:lnTo>
                  <a:lnTo>
                    <a:pt x="204" y="437"/>
                  </a:lnTo>
                  <a:lnTo>
                    <a:pt x="188" y="435"/>
                  </a:lnTo>
                  <a:lnTo>
                    <a:pt x="188" y="435"/>
                  </a:lnTo>
                  <a:lnTo>
                    <a:pt x="170" y="431"/>
                  </a:lnTo>
                  <a:lnTo>
                    <a:pt x="152" y="427"/>
                  </a:lnTo>
                  <a:lnTo>
                    <a:pt x="134" y="421"/>
                  </a:lnTo>
                  <a:lnTo>
                    <a:pt x="118" y="413"/>
                  </a:lnTo>
                  <a:lnTo>
                    <a:pt x="118" y="413"/>
                  </a:lnTo>
                  <a:lnTo>
                    <a:pt x="96" y="399"/>
                  </a:lnTo>
                  <a:lnTo>
                    <a:pt x="74" y="383"/>
                  </a:lnTo>
                  <a:lnTo>
                    <a:pt x="56" y="365"/>
                  </a:lnTo>
                  <a:lnTo>
                    <a:pt x="40" y="345"/>
                  </a:lnTo>
                  <a:lnTo>
                    <a:pt x="40" y="345"/>
                  </a:lnTo>
                  <a:lnTo>
                    <a:pt x="26" y="323"/>
                  </a:lnTo>
                  <a:lnTo>
                    <a:pt x="14" y="299"/>
                  </a:lnTo>
                  <a:lnTo>
                    <a:pt x="6" y="273"/>
                  </a:lnTo>
                  <a:lnTo>
                    <a:pt x="2" y="247"/>
                  </a:lnTo>
                  <a:lnTo>
                    <a:pt x="2" y="247"/>
                  </a:lnTo>
                  <a:lnTo>
                    <a:pt x="0" y="233"/>
                  </a:lnTo>
                  <a:lnTo>
                    <a:pt x="0" y="233"/>
                  </a:lnTo>
                  <a:close/>
                </a:path>
              </a:pathLst>
            </a:custGeom>
            <a:solidFill>
              <a:srgbClr val="F68B1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en-IN" sz="1350" dirty="0"/>
            </a:p>
          </p:txBody>
        </p:sp>
        <p:sp>
          <p:nvSpPr>
            <p:cNvPr id="10" name="Freeform 12"/>
            <p:cNvSpPr/>
            <p:nvPr/>
          </p:nvSpPr>
          <p:spPr bwMode="auto">
            <a:xfrm>
              <a:off x="2922588" y="4389438"/>
              <a:ext cx="190500" cy="252413"/>
            </a:xfrm>
            <a:custGeom>
              <a:avLst/>
              <a:gdLst>
                <a:gd name="T0" fmla="*/ 0 w 120"/>
                <a:gd name="T1" fmla="*/ 159 h 159"/>
                <a:gd name="T2" fmla="*/ 0 w 120"/>
                <a:gd name="T3" fmla="*/ 159 h 159"/>
                <a:gd name="T4" fmla="*/ 0 w 120"/>
                <a:gd name="T5" fmla="*/ 0 h 159"/>
                <a:gd name="T6" fmla="*/ 0 w 120"/>
                <a:gd name="T7" fmla="*/ 0 h 159"/>
                <a:gd name="T8" fmla="*/ 120 w 120"/>
                <a:gd name="T9" fmla="*/ 81 h 159"/>
                <a:gd name="T10" fmla="*/ 120 w 120"/>
                <a:gd name="T11" fmla="*/ 81 h 159"/>
                <a:gd name="T12" fmla="*/ 0 w 120"/>
                <a:gd name="T13" fmla="*/ 159 h 159"/>
                <a:gd name="T14" fmla="*/ 0 w 120"/>
                <a:gd name="T15" fmla="*/ 159 h 1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0" h="159">
                  <a:moveTo>
                    <a:pt x="0" y="159"/>
                  </a:moveTo>
                  <a:lnTo>
                    <a:pt x="0" y="159"/>
                  </a:lnTo>
                  <a:lnTo>
                    <a:pt x="0" y="0"/>
                  </a:lnTo>
                  <a:lnTo>
                    <a:pt x="0" y="0"/>
                  </a:lnTo>
                  <a:lnTo>
                    <a:pt x="120" y="81"/>
                  </a:lnTo>
                  <a:lnTo>
                    <a:pt x="120" y="81"/>
                  </a:lnTo>
                  <a:lnTo>
                    <a:pt x="0" y="159"/>
                  </a:lnTo>
                  <a:lnTo>
                    <a:pt x="0" y="15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en-IN" sz="1350"/>
            </a:p>
          </p:txBody>
        </p:sp>
      </p:grpSp>
      <p:sp>
        <p:nvSpPr>
          <p:cNvPr id="11" name="Freeform 13"/>
          <p:cNvSpPr/>
          <p:nvPr/>
        </p:nvSpPr>
        <p:spPr bwMode="auto">
          <a:xfrm>
            <a:off x="5581650" y="4354513"/>
            <a:ext cx="160338" cy="217487"/>
          </a:xfrm>
          <a:custGeom>
            <a:avLst/>
            <a:gdLst>
              <a:gd name="T0" fmla="*/ 0 w 278"/>
              <a:gd name="T1" fmla="*/ 281 h 281"/>
              <a:gd name="T2" fmla="*/ 0 w 278"/>
              <a:gd name="T3" fmla="*/ 8 h 281"/>
              <a:gd name="T4" fmla="*/ 4 w 278"/>
              <a:gd name="T5" fmla="*/ 6 h 281"/>
              <a:gd name="T6" fmla="*/ 88 w 278"/>
              <a:gd name="T7" fmla="*/ 6 h 281"/>
              <a:gd name="T8" fmla="*/ 92 w 278"/>
              <a:gd name="T9" fmla="*/ 12 h 281"/>
              <a:gd name="T10" fmla="*/ 92 w 278"/>
              <a:gd name="T11" fmla="*/ 46 h 281"/>
              <a:gd name="T12" fmla="*/ 100 w 278"/>
              <a:gd name="T13" fmla="*/ 34 h 281"/>
              <a:gd name="T14" fmla="*/ 112 w 278"/>
              <a:gd name="T15" fmla="*/ 20 h 281"/>
              <a:gd name="T16" fmla="*/ 142 w 278"/>
              <a:gd name="T17" fmla="*/ 4 h 281"/>
              <a:gd name="T18" fmla="*/ 160 w 278"/>
              <a:gd name="T19" fmla="*/ 2 h 281"/>
              <a:gd name="T20" fmla="*/ 192 w 278"/>
              <a:gd name="T21" fmla="*/ 2 h 281"/>
              <a:gd name="T22" fmla="*/ 222 w 278"/>
              <a:gd name="T23" fmla="*/ 12 h 281"/>
              <a:gd name="T24" fmla="*/ 234 w 278"/>
              <a:gd name="T25" fmla="*/ 18 h 281"/>
              <a:gd name="T26" fmla="*/ 254 w 278"/>
              <a:gd name="T27" fmla="*/ 38 h 281"/>
              <a:gd name="T28" fmla="*/ 262 w 278"/>
              <a:gd name="T29" fmla="*/ 50 h 281"/>
              <a:gd name="T30" fmla="*/ 274 w 278"/>
              <a:gd name="T31" fmla="*/ 84 h 281"/>
              <a:gd name="T32" fmla="*/ 278 w 278"/>
              <a:gd name="T33" fmla="*/ 123 h 281"/>
              <a:gd name="T34" fmla="*/ 278 w 278"/>
              <a:gd name="T35" fmla="*/ 279 h 281"/>
              <a:gd name="T36" fmla="*/ 278 w 278"/>
              <a:gd name="T37" fmla="*/ 281 h 281"/>
              <a:gd name="T38" fmla="*/ 186 w 278"/>
              <a:gd name="T39" fmla="*/ 281 h 281"/>
              <a:gd name="T40" fmla="*/ 186 w 278"/>
              <a:gd name="T41" fmla="*/ 277 h 281"/>
              <a:gd name="T42" fmla="*/ 186 w 278"/>
              <a:gd name="T43" fmla="*/ 137 h 281"/>
              <a:gd name="T44" fmla="*/ 186 w 278"/>
              <a:gd name="T45" fmla="*/ 119 h 281"/>
              <a:gd name="T46" fmla="*/ 182 w 278"/>
              <a:gd name="T47" fmla="*/ 101 h 281"/>
              <a:gd name="T48" fmla="*/ 164 w 278"/>
              <a:gd name="T49" fmla="*/ 78 h 281"/>
              <a:gd name="T50" fmla="*/ 138 w 278"/>
              <a:gd name="T51" fmla="*/ 72 h 281"/>
              <a:gd name="T52" fmla="*/ 122 w 278"/>
              <a:gd name="T53" fmla="*/ 76 h 281"/>
              <a:gd name="T54" fmla="*/ 100 w 278"/>
              <a:gd name="T55" fmla="*/ 94 h 281"/>
              <a:gd name="T56" fmla="*/ 94 w 278"/>
              <a:gd name="T57" fmla="*/ 109 h 281"/>
              <a:gd name="T58" fmla="*/ 92 w 278"/>
              <a:gd name="T59" fmla="*/ 131 h 281"/>
              <a:gd name="T60" fmla="*/ 92 w 278"/>
              <a:gd name="T61" fmla="*/ 277 h 281"/>
              <a:gd name="T62" fmla="*/ 90 w 278"/>
              <a:gd name="T63" fmla="*/ 281 h 281"/>
              <a:gd name="T64" fmla="*/ 88 w 278"/>
              <a:gd name="T65" fmla="*/ 281 h 281"/>
              <a:gd name="T66" fmla="*/ 6 w 278"/>
              <a:gd name="T67" fmla="*/ 281 h 281"/>
              <a:gd name="T68" fmla="*/ 0 w 278"/>
              <a:gd name="T69" fmla="*/ 281 h 2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278" h="281">
                <a:moveTo>
                  <a:pt x="0" y="281"/>
                </a:moveTo>
                <a:lnTo>
                  <a:pt x="0" y="281"/>
                </a:lnTo>
                <a:lnTo>
                  <a:pt x="0" y="8"/>
                </a:lnTo>
                <a:lnTo>
                  <a:pt x="0" y="8"/>
                </a:lnTo>
                <a:lnTo>
                  <a:pt x="4" y="6"/>
                </a:lnTo>
                <a:lnTo>
                  <a:pt x="4" y="6"/>
                </a:lnTo>
                <a:lnTo>
                  <a:pt x="88" y="6"/>
                </a:lnTo>
                <a:lnTo>
                  <a:pt x="88" y="6"/>
                </a:lnTo>
                <a:lnTo>
                  <a:pt x="90" y="8"/>
                </a:lnTo>
                <a:lnTo>
                  <a:pt x="92" y="12"/>
                </a:lnTo>
                <a:lnTo>
                  <a:pt x="92" y="12"/>
                </a:lnTo>
                <a:lnTo>
                  <a:pt x="92" y="46"/>
                </a:lnTo>
                <a:lnTo>
                  <a:pt x="92" y="46"/>
                </a:lnTo>
                <a:lnTo>
                  <a:pt x="100" y="34"/>
                </a:lnTo>
                <a:lnTo>
                  <a:pt x="100" y="34"/>
                </a:lnTo>
                <a:lnTo>
                  <a:pt x="112" y="20"/>
                </a:lnTo>
                <a:lnTo>
                  <a:pt x="126" y="12"/>
                </a:lnTo>
                <a:lnTo>
                  <a:pt x="142" y="4"/>
                </a:lnTo>
                <a:lnTo>
                  <a:pt x="160" y="2"/>
                </a:lnTo>
                <a:lnTo>
                  <a:pt x="160" y="2"/>
                </a:lnTo>
                <a:lnTo>
                  <a:pt x="176" y="0"/>
                </a:lnTo>
                <a:lnTo>
                  <a:pt x="192" y="2"/>
                </a:lnTo>
                <a:lnTo>
                  <a:pt x="206" y="6"/>
                </a:lnTo>
                <a:lnTo>
                  <a:pt x="222" y="12"/>
                </a:lnTo>
                <a:lnTo>
                  <a:pt x="222" y="12"/>
                </a:lnTo>
                <a:lnTo>
                  <a:pt x="234" y="18"/>
                </a:lnTo>
                <a:lnTo>
                  <a:pt x="244" y="28"/>
                </a:lnTo>
                <a:lnTo>
                  <a:pt x="254" y="38"/>
                </a:lnTo>
                <a:lnTo>
                  <a:pt x="262" y="50"/>
                </a:lnTo>
                <a:lnTo>
                  <a:pt x="262" y="50"/>
                </a:lnTo>
                <a:lnTo>
                  <a:pt x="270" y="66"/>
                </a:lnTo>
                <a:lnTo>
                  <a:pt x="274" y="84"/>
                </a:lnTo>
                <a:lnTo>
                  <a:pt x="276" y="105"/>
                </a:lnTo>
                <a:lnTo>
                  <a:pt x="278" y="123"/>
                </a:lnTo>
                <a:lnTo>
                  <a:pt x="278" y="123"/>
                </a:lnTo>
                <a:lnTo>
                  <a:pt x="278" y="279"/>
                </a:lnTo>
                <a:lnTo>
                  <a:pt x="278" y="279"/>
                </a:lnTo>
                <a:lnTo>
                  <a:pt x="278" y="281"/>
                </a:lnTo>
                <a:lnTo>
                  <a:pt x="278" y="281"/>
                </a:lnTo>
                <a:lnTo>
                  <a:pt x="186" y="281"/>
                </a:lnTo>
                <a:lnTo>
                  <a:pt x="186" y="281"/>
                </a:lnTo>
                <a:lnTo>
                  <a:pt x="186" y="277"/>
                </a:lnTo>
                <a:lnTo>
                  <a:pt x="186" y="277"/>
                </a:lnTo>
                <a:lnTo>
                  <a:pt x="186" y="137"/>
                </a:lnTo>
                <a:lnTo>
                  <a:pt x="186" y="137"/>
                </a:lnTo>
                <a:lnTo>
                  <a:pt x="186" y="119"/>
                </a:lnTo>
                <a:lnTo>
                  <a:pt x="182" y="101"/>
                </a:lnTo>
                <a:lnTo>
                  <a:pt x="182" y="101"/>
                </a:lnTo>
                <a:lnTo>
                  <a:pt x="174" y="88"/>
                </a:lnTo>
                <a:lnTo>
                  <a:pt x="164" y="78"/>
                </a:lnTo>
                <a:lnTo>
                  <a:pt x="152" y="74"/>
                </a:lnTo>
                <a:lnTo>
                  <a:pt x="138" y="72"/>
                </a:lnTo>
                <a:lnTo>
                  <a:pt x="138" y="72"/>
                </a:lnTo>
                <a:lnTo>
                  <a:pt x="122" y="76"/>
                </a:lnTo>
                <a:lnTo>
                  <a:pt x="110" y="84"/>
                </a:lnTo>
                <a:lnTo>
                  <a:pt x="100" y="94"/>
                </a:lnTo>
                <a:lnTo>
                  <a:pt x="94" y="109"/>
                </a:lnTo>
                <a:lnTo>
                  <a:pt x="94" y="109"/>
                </a:lnTo>
                <a:lnTo>
                  <a:pt x="92" y="119"/>
                </a:lnTo>
                <a:lnTo>
                  <a:pt x="92" y="131"/>
                </a:lnTo>
                <a:lnTo>
                  <a:pt x="92" y="131"/>
                </a:lnTo>
                <a:lnTo>
                  <a:pt x="92" y="277"/>
                </a:lnTo>
                <a:lnTo>
                  <a:pt x="92" y="277"/>
                </a:lnTo>
                <a:lnTo>
                  <a:pt x="90" y="281"/>
                </a:lnTo>
                <a:lnTo>
                  <a:pt x="88" y="281"/>
                </a:lnTo>
                <a:lnTo>
                  <a:pt x="88" y="281"/>
                </a:lnTo>
                <a:lnTo>
                  <a:pt x="6" y="281"/>
                </a:lnTo>
                <a:lnTo>
                  <a:pt x="6" y="281"/>
                </a:lnTo>
                <a:lnTo>
                  <a:pt x="0" y="281"/>
                </a:lnTo>
                <a:lnTo>
                  <a:pt x="0" y="281"/>
                </a:lnTo>
                <a:close/>
              </a:path>
            </a:pathLst>
          </a:custGeom>
          <a:solidFill>
            <a:srgbClr val="F68B1F"/>
          </a:solidFill>
          <a:ln>
            <a:noFill/>
          </a:ln>
        </p:spPr>
        <p:txBody>
          <a:bodyPr lIns="51435" tIns="25718" rIns="51435" bIns="25718"/>
          <a:lstStyle/>
          <a:p>
            <a:pPr>
              <a:defRPr/>
            </a:pPr>
            <a:endParaRPr lang="en-IN" sz="1350"/>
          </a:p>
        </p:txBody>
      </p:sp>
      <p:sp>
        <p:nvSpPr>
          <p:cNvPr id="12" name="Freeform 10"/>
          <p:cNvSpPr/>
          <p:nvPr/>
        </p:nvSpPr>
        <p:spPr bwMode="auto">
          <a:xfrm>
            <a:off x="5500688" y="4359275"/>
            <a:ext cx="52387" cy="212725"/>
          </a:xfrm>
          <a:custGeom>
            <a:avLst/>
            <a:gdLst>
              <a:gd name="T0" fmla="*/ 89 w 89"/>
              <a:gd name="T1" fmla="*/ 275 h 275"/>
              <a:gd name="T2" fmla="*/ 89 w 89"/>
              <a:gd name="T3" fmla="*/ 275 h 275"/>
              <a:gd name="T4" fmla="*/ 85 w 89"/>
              <a:gd name="T5" fmla="*/ 275 h 275"/>
              <a:gd name="T6" fmla="*/ 85 w 89"/>
              <a:gd name="T7" fmla="*/ 275 h 275"/>
              <a:gd name="T8" fmla="*/ 4 w 89"/>
              <a:gd name="T9" fmla="*/ 275 h 275"/>
              <a:gd name="T10" fmla="*/ 4 w 89"/>
              <a:gd name="T11" fmla="*/ 275 h 275"/>
              <a:gd name="T12" fmla="*/ 0 w 89"/>
              <a:gd name="T13" fmla="*/ 275 h 275"/>
              <a:gd name="T14" fmla="*/ 0 w 89"/>
              <a:gd name="T15" fmla="*/ 271 h 275"/>
              <a:gd name="T16" fmla="*/ 0 w 89"/>
              <a:gd name="T17" fmla="*/ 271 h 275"/>
              <a:gd name="T18" fmla="*/ 0 w 89"/>
              <a:gd name="T19" fmla="*/ 4 h 275"/>
              <a:gd name="T20" fmla="*/ 0 w 89"/>
              <a:gd name="T21" fmla="*/ 4 h 275"/>
              <a:gd name="T22" fmla="*/ 0 w 89"/>
              <a:gd name="T23" fmla="*/ 2 h 275"/>
              <a:gd name="T24" fmla="*/ 4 w 89"/>
              <a:gd name="T25" fmla="*/ 0 h 275"/>
              <a:gd name="T26" fmla="*/ 4 w 89"/>
              <a:gd name="T27" fmla="*/ 0 h 275"/>
              <a:gd name="T28" fmla="*/ 85 w 89"/>
              <a:gd name="T29" fmla="*/ 0 h 275"/>
              <a:gd name="T30" fmla="*/ 85 w 89"/>
              <a:gd name="T31" fmla="*/ 0 h 275"/>
              <a:gd name="T32" fmla="*/ 89 w 89"/>
              <a:gd name="T33" fmla="*/ 2 h 275"/>
              <a:gd name="T34" fmla="*/ 89 w 89"/>
              <a:gd name="T35" fmla="*/ 2 h 275"/>
              <a:gd name="T36" fmla="*/ 89 w 89"/>
              <a:gd name="T37" fmla="*/ 275 h 275"/>
              <a:gd name="T38" fmla="*/ 89 w 89"/>
              <a:gd name="T39" fmla="*/ 275 h 27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</a:cxnLst>
            <a:rect l="0" t="0" r="r" b="b"/>
            <a:pathLst>
              <a:path w="89" h="275">
                <a:moveTo>
                  <a:pt x="89" y="275"/>
                </a:moveTo>
                <a:lnTo>
                  <a:pt x="89" y="275"/>
                </a:lnTo>
                <a:lnTo>
                  <a:pt x="85" y="275"/>
                </a:lnTo>
                <a:lnTo>
                  <a:pt x="85" y="275"/>
                </a:lnTo>
                <a:lnTo>
                  <a:pt x="4" y="275"/>
                </a:lnTo>
                <a:lnTo>
                  <a:pt x="4" y="275"/>
                </a:lnTo>
                <a:lnTo>
                  <a:pt x="0" y="275"/>
                </a:lnTo>
                <a:lnTo>
                  <a:pt x="0" y="271"/>
                </a:lnTo>
                <a:lnTo>
                  <a:pt x="0" y="271"/>
                </a:lnTo>
                <a:lnTo>
                  <a:pt x="0" y="4"/>
                </a:lnTo>
                <a:lnTo>
                  <a:pt x="0" y="4"/>
                </a:lnTo>
                <a:lnTo>
                  <a:pt x="0" y="2"/>
                </a:lnTo>
                <a:lnTo>
                  <a:pt x="4" y="0"/>
                </a:lnTo>
                <a:lnTo>
                  <a:pt x="4" y="0"/>
                </a:lnTo>
                <a:lnTo>
                  <a:pt x="85" y="0"/>
                </a:lnTo>
                <a:lnTo>
                  <a:pt x="85" y="0"/>
                </a:lnTo>
                <a:lnTo>
                  <a:pt x="89" y="2"/>
                </a:lnTo>
                <a:lnTo>
                  <a:pt x="89" y="2"/>
                </a:lnTo>
                <a:lnTo>
                  <a:pt x="89" y="275"/>
                </a:lnTo>
                <a:lnTo>
                  <a:pt x="89" y="275"/>
                </a:lnTo>
                <a:close/>
              </a:path>
            </a:pathLst>
          </a:custGeom>
          <a:solidFill>
            <a:srgbClr val="F68B1F"/>
          </a:solidFill>
          <a:ln>
            <a:noFill/>
          </a:ln>
        </p:spPr>
        <p:txBody>
          <a:bodyPr lIns="51435" tIns="25718" rIns="51435" bIns="25718"/>
          <a:lstStyle/>
          <a:p>
            <a:pPr>
              <a:defRPr/>
            </a:pPr>
            <a:endParaRPr lang="en-IN" sz="1350"/>
          </a:p>
        </p:txBody>
      </p:sp>
      <p:sp>
        <p:nvSpPr>
          <p:cNvPr id="13" name="Freeform 11"/>
          <p:cNvSpPr/>
          <p:nvPr/>
        </p:nvSpPr>
        <p:spPr bwMode="auto">
          <a:xfrm>
            <a:off x="5497513" y="4257675"/>
            <a:ext cx="58737" cy="73025"/>
          </a:xfrm>
          <a:custGeom>
            <a:avLst/>
            <a:gdLst>
              <a:gd name="T0" fmla="*/ 49 w 101"/>
              <a:gd name="T1" fmla="*/ 94 h 94"/>
              <a:gd name="T2" fmla="*/ 49 w 101"/>
              <a:gd name="T3" fmla="*/ 94 h 94"/>
              <a:gd name="T4" fmla="*/ 38 w 101"/>
              <a:gd name="T5" fmla="*/ 92 h 94"/>
              <a:gd name="T6" fmla="*/ 26 w 101"/>
              <a:gd name="T7" fmla="*/ 88 h 94"/>
              <a:gd name="T8" fmla="*/ 16 w 101"/>
              <a:gd name="T9" fmla="*/ 82 h 94"/>
              <a:gd name="T10" fmla="*/ 8 w 101"/>
              <a:gd name="T11" fmla="*/ 72 h 94"/>
              <a:gd name="T12" fmla="*/ 8 w 101"/>
              <a:gd name="T13" fmla="*/ 72 h 94"/>
              <a:gd name="T14" fmla="*/ 4 w 101"/>
              <a:gd name="T15" fmla="*/ 62 h 94"/>
              <a:gd name="T16" fmla="*/ 0 w 101"/>
              <a:gd name="T17" fmla="*/ 52 h 94"/>
              <a:gd name="T18" fmla="*/ 0 w 101"/>
              <a:gd name="T19" fmla="*/ 42 h 94"/>
              <a:gd name="T20" fmla="*/ 2 w 101"/>
              <a:gd name="T21" fmla="*/ 32 h 94"/>
              <a:gd name="T22" fmla="*/ 6 w 101"/>
              <a:gd name="T23" fmla="*/ 22 h 94"/>
              <a:gd name="T24" fmla="*/ 14 w 101"/>
              <a:gd name="T25" fmla="*/ 14 h 94"/>
              <a:gd name="T26" fmla="*/ 22 w 101"/>
              <a:gd name="T27" fmla="*/ 6 h 94"/>
              <a:gd name="T28" fmla="*/ 34 w 101"/>
              <a:gd name="T29" fmla="*/ 2 h 94"/>
              <a:gd name="T30" fmla="*/ 34 w 101"/>
              <a:gd name="T31" fmla="*/ 2 h 94"/>
              <a:gd name="T32" fmla="*/ 45 w 101"/>
              <a:gd name="T33" fmla="*/ 0 h 94"/>
              <a:gd name="T34" fmla="*/ 59 w 101"/>
              <a:gd name="T35" fmla="*/ 0 h 94"/>
              <a:gd name="T36" fmla="*/ 71 w 101"/>
              <a:gd name="T37" fmla="*/ 2 h 94"/>
              <a:gd name="T38" fmla="*/ 83 w 101"/>
              <a:gd name="T39" fmla="*/ 8 h 94"/>
              <a:gd name="T40" fmla="*/ 83 w 101"/>
              <a:gd name="T41" fmla="*/ 8 h 94"/>
              <a:gd name="T42" fmla="*/ 91 w 101"/>
              <a:gd name="T43" fmla="*/ 18 h 94"/>
              <a:gd name="T44" fmla="*/ 99 w 101"/>
              <a:gd name="T45" fmla="*/ 28 h 94"/>
              <a:gd name="T46" fmla="*/ 101 w 101"/>
              <a:gd name="T47" fmla="*/ 40 h 94"/>
              <a:gd name="T48" fmla="*/ 101 w 101"/>
              <a:gd name="T49" fmla="*/ 54 h 94"/>
              <a:gd name="T50" fmla="*/ 101 w 101"/>
              <a:gd name="T51" fmla="*/ 54 h 94"/>
              <a:gd name="T52" fmla="*/ 97 w 101"/>
              <a:gd name="T53" fmla="*/ 66 h 94"/>
              <a:gd name="T54" fmla="*/ 91 w 101"/>
              <a:gd name="T55" fmla="*/ 76 h 94"/>
              <a:gd name="T56" fmla="*/ 83 w 101"/>
              <a:gd name="T57" fmla="*/ 84 h 94"/>
              <a:gd name="T58" fmla="*/ 71 w 101"/>
              <a:gd name="T59" fmla="*/ 90 h 94"/>
              <a:gd name="T60" fmla="*/ 71 w 101"/>
              <a:gd name="T61" fmla="*/ 90 h 94"/>
              <a:gd name="T62" fmla="*/ 61 w 101"/>
              <a:gd name="T63" fmla="*/ 92 h 94"/>
              <a:gd name="T64" fmla="*/ 51 w 101"/>
              <a:gd name="T65" fmla="*/ 94 h 94"/>
              <a:gd name="T66" fmla="*/ 51 w 101"/>
              <a:gd name="T67" fmla="*/ 94 h 94"/>
              <a:gd name="T68" fmla="*/ 49 w 101"/>
              <a:gd name="T69" fmla="*/ 94 h 94"/>
              <a:gd name="T70" fmla="*/ 49 w 101"/>
              <a:gd name="T71" fmla="*/ 94 h 9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</a:cxnLst>
            <a:rect l="0" t="0" r="r" b="b"/>
            <a:pathLst>
              <a:path w="101" h="94">
                <a:moveTo>
                  <a:pt x="49" y="94"/>
                </a:moveTo>
                <a:lnTo>
                  <a:pt x="49" y="94"/>
                </a:lnTo>
                <a:lnTo>
                  <a:pt x="38" y="92"/>
                </a:lnTo>
                <a:lnTo>
                  <a:pt x="26" y="88"/>
                </a:lnTo>
                <a:lnTo>
                  <a:pt x="16" y="82"/>
                </a:lnTo>
                <a:lnTo>
                  <a:pt x="8" y="72"/>
                </a:lnTo>
                <a:lnTo>
                  <a:pt x="8" y="72"/>
                </a:lnTo>
                <a:lnTo>
                  <a:pt x="4" y="62"/>
                </a:lnTo>
                <a:lnTo>
                  <a:pt x="0" y="52"/>
                </a:lnTo>
                <a:lnTo>
                  <a:pt x="0" y="42"/>
                </a:lnTo>
                <a:lnTo>
                  <a:pt x="2" y="32"/>
                </a:lnTo>
                <a:lnTo>
                  <a:pt x="6" y="22"/>
                </a:lnTo>
                <a:lnTo>
                  <a:pt x="14" y="14"/>
                </a:lnTo>
                <a:lnTo>
                  <a:pt x="22" y="6"/>
                </a:lnTo>
                <a:lnTo>
                  <a:pt x="34" y="2"/>
                </a:lnTo>
                <a:lnTo>
                  <a:pt x="34" y="2"/>
                </a:lnTo>
                <a:lnTo>
                  <a:pt x="45" y="0"/>
                </a:lnTo>
                <a:lnTo>
                  <a:pt x="59" y="0"/>
                </a:lnTo>
                <a:lnTo>
                  <a:pt x="71" y="2"/>
                </a:lnTo>
                <a:lnTo>
                  <a:pt x="83" y="8"/>
                </a:lnTo>
                <a:lnTo>
                  <a:pt x="83" y="8"/>
                </a:lnTo>
                <a:lnTo>
                  <a:pt x="91" y="18"/>
                </a:lnTo>
                <a:lnTo>
                  <a:pt x="99" y="28"/>
                </a:lnTo>
                <a:lnTo>
                  <a:pt x="101" y="40"/>
                </a:lnTo>
                <a:lnTo>
                  <a:pt x="101" y="54"/>
                </a:lnTo>
                <a:lnTo>
                  <a:pt x="101" y="54"/>
                </a:lnTo>
                <a:lnTo>
                  <a:pt x="97" y="66"/>
                </a:lnTo>
                <a:lnTo>
                  <a:pt x="91" y="76"/>
                </a:lnTo>
                <a:lnTo>
                  <a:pt x="83" y="84"/>
                </a:lnTo>
                <a:lnTo>
                  <a:pt x="71" y="90"/>
                </a:lnTo>
                <a:lnTo>
                  <a:pt x="71" y="90"/>
                </a:lnTo>
                <a:lnTo>
                  <a:pt x="61" y="92"/>
                </a:lnTo>
                <a:lnTo>
                  <a:pt x="51" y="94"/>
                </a:lnTo>
                <a:lnTo>
                  <a:pt x="51" y="94"/>
                </a:lnTo>
                <a:lnTo>
                  <a:pt x="49" y="94"/>
                </a:lnTo>
                <a:lnTo>
                  <a:pt x="49" y="94"/>
                </a:lnTo>
                <a:close/>
              </a:path>
            </a:pathLst>
          </a:custGeom>
          <a:solidFill>
            <a:srgbClr val="F68B1F"/>
          </a:solidFill>
          <a:ln>
            <a:noFill/>
          </a:ln>
        </p:spPr>
        <p:txBody>
          <a:bodyPr lIns="51435" tIns="25718" rIns="51435" bIns="25718"/>
          <a:lstStyle/>
          <a:p>
            <a:pPr>
              <a:defRPr/>
            </a:pPr>
            <a:endParaRPr lang="en-IN" sz="1350"/>
          </a:p>
        </p:txBody>
      </p:sp>
      <p:sp>
        <p:nvSpPr>
          <p:cNvPr id="14" name="Freeform 12">
            <a:hlinkClick r:id="rId6"/>
          </p:cNvPr>
          <p:cNvSpPr/>
          <p:nvPr/>
        </p:nvSpPr>
        <p:spPr bwMode="auto">
          <a:xfrm>
            <a:off x="5903913" y="4271963"/>
            <a:ext cx="114300" cy="330200"/>
          </a:xfrm>
          <a:custGeom>
            <a:avLst/>
            <a:gdLst>
              <a:gd name="T0" fmla="*/ 92 w 140"/>
              <a:gd name="T1" fmla="*/ 152 h 305"/>
              <a:gd name="T2" fmla="*/ 92 w 140"/>
              <a:gd name="T3" fmla="*/ 152 h 305"/>
              <a:gd name="T4" fmla="*/ 92 w 140"/>
              <a:gd name="T5" fmla="*/ 305 h 305"/>
              <a:gd name="T6" fmla="*/ 92 w 140"/>
              <a:gd name="T7" fmla="*/ 305 h 305"/>
              <a:gd name="T8" fmla="*/ 30 w 140"/>
              <a:gd name="T9" fmla="*/ 305 h 305"/>
              <a:gd name="T10" fmla="*/ 30 w 140"/>
              <a:gd name="T11" fmla="*/ 305 h 305"/>
              <a:gd name="T12" fmla="*/ 30 w 140"/>
              <a:gd name="T13" fmla="*/ 152 h 305"/>
              <a:gd name="T14" fmla="*/ 30 w 140"/>
              <a:gd name="T15" fmla="*/ 152 h 305"/>
              <a:gd name="T16" fmla="*/ 0 w 140"/>
              <a:gd name="T17" fmla="*/ 152 h 305"/>
              <a:gd name="T18" fmla="*/ 0 w 140"/>
              <a:gd name="T19" fmla="*/ 152 h 305"/>
              <a:gd name="T20" fmla="*/ 0 w 140"/>
              <a:gd name="T21" fmla="*/ 98 h 305"/>
              <a:gd name="T22" fmla="*/ 0 w 140"/>
              <a:gd name="T23" fmla="*/ 98 h 305"/>
              <a:gd name="T24" fmla="*/ 30 w 140"/>
              <a:gd name="T25" fmla="*/ 98 h 305"/>
              <a:gd name="T26" fmla="*/ 30 w 140"/>
              <a:gd name="T27" fmla="*/ 98 h 305"/>
              <a:gd name="T28" fmla="*/ 30 w 140"/>
              <a:gd name="T29" fmla="*/ 94 h 305"/>
              <a:gd name="T30" fmla="*/ 30 w 140"/>
              <a:gd name="T31" fmla="*/ 94 h 305"/>
              <a:gd name="T32" fmla="*/ 30 w 140"/>
              <a:gd name="T33" fmla="*/ 56 h 305"/>
              <a:gd name="T34" fmla="*/ 30 w 140"/>
              <a:gd name="T35" fmla="*/ 56 h 305"/>
              <a:gd name="T36" fmla="*/ 32 w 140"/>
              <a:gd name="T37" fmla="*/ 42 h 305"/>
              <a:gd name="T38" fmla="*/ 38 w 140"/>
              <a:gd name="T39" fmla="*/ 30 h 305"/>
              <a:gd name="T40" fmla="*/ 46 w 140"/>
              <a:gd name="T41" fmla="*/ 18 h 305"/>
              <a:gd name="T42" fmla="*/ 58 w 140"/>
              <a:gd name="T43" fmla="*/ 8 h 305"/>
              <a:gd name="T44" fmla="*/ 58 w 140"/>
              <a:gd name="T45" fmla="*/ 8 h 305"/>
              <a:gd name="T46" fmla="*/ 74 w 140"/>
              <a:gd name="T47" fmla="*/ 2 h 305"/>
              <a:gd name="T48" fmla="*/ 90 w 140"/>
              <a:gd name="T49" fmla="*/ 0 h 305"/>
              <a:gd name="T50" fmla="*/ 90 w 140"/>
              <a:gd name="T51" fmla="*/ 0 h 305"/>
              <a:gd name="T52" fmla="*/ 138 w 140"/>
              <a:gd name="T53" fmla="*/ 0 h 305"/>
              <a:gd name="T54" fmla="*/ 138 w 140"/>
              <a:gd name="T55" fmla="*/ 0 h 305"/>
              <a:gd name="T56" fmla="*/ 140 w 140"/>
              <a:gd name="T57" fmla="*/ 0 h 305"/>
              <a:gd name="T58" fmla="*/ 140 w 140"/>
              <a:gd name="T59" fmla="*/ 0 h 305"/>
              <a:gd name="T60" fmla="*/ 140 w 140"/>
              <a:gd name="T61" fmla="*/ 52 h 305"/>
              <a:gd name="T62" fmla="*/ 140 w 140"/>
              <a:gd name="T63" fmla="*/ 52 h 305"/>
              <a:gd name="T64" fmla="*/ 132 w 140"/>
              <a:gd name="T65" fmla="*/ 52 h 305"/>
              <a:gd name="T66" fmla="*/ 132 w 140"/>
              <a:gd name="T67" fmla="*/ 52 h 305"/>
              <a:gd name="T68" fmla="*/ 106 w 140"/>
              <a:gd name="T69" fmla="*/ 52 h 305"/>
              <a:gd name="T70" fmla="*/ 106 w 140"/>
              <a:gd name="T71" fmla="*/ 52 h 305"/>
              <a:gd name="T72" fmla="*/ 102 w 140"/>
              <a:gd name="T73" fmla="*/ 54 h 305"/>
              <a:gd name="T74" fmla="*/ 96 w 140"/>
              <a:gd name="T75" fmla="*/ 56 h 305"/>
              <a:gd name="T76" fmla="*/ 94 w 140"/>
              <a:gd name="T77" fmla="*/ 60 h 305"/>
              <a:gd name="T78" fmla="*/ 92 w 140"/>
              <a:gd name="T79" fmla="*/ 64 h 305"/>
              <a:gd name="T80" fmla="*/ 92 w 140"/>
              <a:gd name="T81" fmla="*/ 64 h 305"/>
              <a:gd name="T82" fmla="*/ 92 w 140"/>
              <a:gd name="T83" fmla="*/ 98 h 305"/>
              <a:gd name="T84" fmla="*/ 92 w 140"/>
              <a:gd name="T85" fmla="*/ 98 h 305"/>
              <a:gd name="T86" fmla="*/ 140 w 140"/>
              <a:gd name="T87" fmla="*/ 98 h 305"/>
              <a:gd name="T88" fmla="*/ 140 w 140"/>
              <a:gd name="T89" fmla="*/ 98 h 305"/>
              <a:gd name="T90" fmla="*/ 136 w 140"/>
              <a:gd name="T91" fmla="*/ 152 h 305"/>
              <a:gd name="T92" fmla="*/ 136 w 140"/>
              <a:gd name="T93" fmla="*/ 152 h 305"/>
              <a:gd name="T94" fmla="*/ 92 w 140"/>
              <a:gd name="T95" fmla="*/ 152 h 305"/>
              <a:gd name="T96" fmla="*/ 92 w 140"/>
              <a:gd name="T97" fmla="*/ 152 h 30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</a:cxnLst>
            <a:rect l="0" t="0" r="r" b="b"/>
            <a:pathLst>
              <a:path w="140" h="305">
                <a:moveTo>
                  <a:pt x="92" y="152"/>
                </a:moveTo>
                <a:lnTo>
                  <a:pt x="92" y="152"/>
                </a:lnTo>
                <a:lnTo>
                  <a:pt x="92" y="305"/>
                </a:lnTo>
                <a:lnTo>
                  <a:pt x="92" y="305"/>
                </a:lnTo>
                <a:lnTo>
                  <a:pt x="30" y="305"/>
                </a:lnTo>
                <a:lnTo>
                  <a:pt x="30" y="305"/>
                </a:lnTo>
                <a:lnTo>
                  <a:pt x="30" y="152"/>
                </a:lnTo>
                <a:lnTo>
                  <a:pt x="30" y="152"/>
                </a:lnTo>
                <a:lnTo>
                  <a:pt x="0" y="152"/>
                </a:lnTo>
                <a:lnTo>
                  <a:pt x="0" y="152"/>
                </a:lnTo>
                <a:lnTo>
                  <a:pt x="0" y="98"/>
                </a:lnTo>
                <a:lnTo>
                  <a:pt x="0" y="98"/>
                </a:lnTo>
                <a:lnTo>
                  <a:pt x="30" y="98"/>
                </a:lnTo>
                <a:lnTo>
                  <a:pt x="30" y="98"/>
                </a:lnTo>
                <a:lnTo>
                  <a:pt x="30" y="94"/>
                </a:lnTo>
                <a:lnTo>
                  <a:pt x="30" y="94"/>
                </a:lnTo>
                <a:lnTo>
                  <a:pt x="30" y="56"/>
                </a:lnTo>
                <a:lnTo>
                  <a:pt x="30" y="56"/>
                </a:lnTo>
                <a:lnTo>
                  <a:pt x="32" y="42"/>
                </a:lnTo>
                <a:lnTo>
                  <a:pt x="38" y="30"/>
                </a:lnTo>
                <a:lnTo>
                  <a:pt x="46" y="18"/>
                </a:lnTo>
                <a:lnTo>
                  <a:pt x="58" y="8"/>
                </a:lnTo>
                <a:lnTo>
                  <a:pt x="58" y="8"/>
                </a:lnTo>
                <a:lnTo>
                  <a:pt x="74" y="2"/>
                </a:lnTo>
                <a:lnTo>
                  <a:pt x="90" y="0"/>
                </a:lnTo>
                <a:lnTo>
                  <a:pt x="90" y="0"/>
                </a:lnTo>
                <a:lnTo>
                  <a:pt x="138" y="0"/>
                </a:lnTo>
                <a:lnTo>
                  <a:pt x="138" y="0"/>
                </a:lnTo>
                <a:lnTo>
                  <a:pt x="140" y="0"/>
                </a:lnTo>
                <a:lnTo>
                  <a:pt x="140" y="0"/>
                </a:lnTo>
                <a:lnTo>
                  <a:pt x="140" y="52"/>
                </a:lnTo>
                <a:lnTo>
                  <a:pt x="140" y="52"/>
                </a:lnTo>
                <a:lnTo>
                  <a:pt x="132" y="52"/>
                </a:lnTo>
                <a:lnTo>
                  <a:pt x="132" y="52"/>
                </a:lnTo>
                <a:lnTo>
                  <a:pt x="106" y="52"/>
                </a:lnTo>
                <a:lnTo>
                  <a:pt x="106" y="52"/>
                </a:lnTo>
                <a:lnTo>
                  <a:pt x="102" y="54"/>
                </a:lnTo>
                <a:lnTo>
                  <a:pt x="96" y="56"/>
                </a:lnTo>
                <a:lnTo>
                  <a:pt x="94" y="60"/>
                </a:lnTo>
                <a:lnTo>
                  <a:pt x="92" y="64"/>
                </a:lnTo>
                <a:lnTo>
                  <a:pt x="92" y="64"/>
                </a:lnTo>
                <a:lnTo>
                  <a:pt x="92" y="98"/>
                </a:lnTo>
                <a:lnTo>
                  <a:pt x="92" y="98"/>
                </a:lnTo>
                <a:lnTo>
                  <a:pt x="140" y="98"/>
                </a:lnTo>
                <a:lnTo>
                  <a:pt x="140" y="98"/>
                </a:lnTo>
                <a:lnTo>
                  <a:pt x="136" y="152"/>
                </a:lnTo>
                <a:lnTo>
                  <a:pt x="136" y="152"/>
                </a:lnTo>
                <a:lnTo>
                  <a:pt x="92" y="152"/>
                </a:lnTo>
                <a:lnTo>
                  <a:pt x="92" y="152"/>
                </a:lnTo>
                <a:close/>
              </a:path>
            </a:pathLst>
          </a:custGeom>
          <a:solidFill>
            <a:srgbClr val="F68B1F"/>
          </a:solidFill>
          <a:ln>
            <a:noFill/>
          </a:ln>
        </p:spPr>
        <p:txBody>
          <a:bodyPr lIns="51435" tIns="25718" rIns="51435" bIns="25718"/>
          <a:lstStyle/>
          <a:p>
            <a:pPr>
              <a:defRPr/>
            </a:pPr>
            <a:endParaRPr lang="en-IN" sz="1350"/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5429250" y="2971800"/>
            <a:ext cx="3593306" cy="1257300"/>
          </a:xfrm>
        </p:spPr>
        <p:txBody>
          <a:bodyPr>
            <a:noAutofit/>
          </a:bodyPr>
          <a:lstStyle>
            <a:lvl1pPr algn="l">
              <a:defRPr sz="3040">
                <a:solidFill>
                  <a:srgbClr val="0056A4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Presentation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dgm">
  <p:cSld name="Title and Diagram or Organization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152400"/>
            <a:ext cx="7772400" cy="685800"/>
          </a:xfrm>
        </p:spPr>
        <p:txBody>
          <a:bodyPr/>
          <a:lstStyle/>
          <a:p>
            <a:r>
              <a:rPr lang="en-US" noProof="1"/>
              <a:t>Click to edit Master title style</a:t>
            </a:r>
          </a:p>
        </p:txBody>
      </p:sp>
      <p:sp>
        <p:nvSpPr>
          <p:cNvPr id="3" name="SmartArt Placeholder 2"/>
          <p:cNvSpPr>
            <a:spLocks noGrp="1"/>
          </p:cNvSpPr>
          <p:nvPr>
            <p:ph type="pic" idx="1"/>
          </p:nvPr>
        </p:nvSpPr>
        <p:spPr>
          <a:xfrm>
            <a:off x="381000" y="1219200"/>
            <a:ext cx="7924800" cy="4648200"/>
          </a:xfrm>
        </p:spPr>
        <p:txBody>
          <a:bodyPr rtlCol="0">
            <a:normAutofit/>
          </a:bodyPr>
          <a:lstStyle/>
          <a:p>
            <a:pPr lvl="0"/>
            <a:endParaRPr lang="en-US" noProof="0"/>
          </a:p>
        </p:txBody>
      </p:sp>
      <p:sp>
        <p:nvSpPr>
          <p:cNvPr id="4" name="Rectangle 1029"/>
          <p:cNvSpPr>
            <a:spLocks noGrp="1" noChangeArrowheads="1"/>
          </p:cNvSpPr>
          <p:nvPr>
            <p:ph type="dt" sz="half" idx="10"/>
          </p:nvPr>
        </p:nvSpPr>
        <p:spPr>
          <a:xfrm>
            <a:off x="0" y="0"/>
            <a:ext cx="0" cy="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1031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0" y="0"/>
            <a:ext cx="0" cy="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57C4883-017D-421A-9754-0B089E9ECB85}" type="slidenum">
              <a:rPr lang="en-US" altLang="en-US"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5.xml"/><Relationship Id="rId13" Type="http://schemas.openxmlformats.org/officeDocument/2006/relationships/slideLayout" Target="../slideLayouts/slideLayout30.xml"/><Relationship Id="rId18" Type="http://schemas.openxmlformats.org/officeDocument/2006/relationships/slideLayout" Target="../slideLayouts/slideLayout35.xml"/><Relationship Id="rId3" Type="http://schemas.openxmlformats.org/officeDocument/2006/relationships/slideLayout" Target="../slideLayouts/slideLayout20.xml"/><Relationship Id="rId7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9.xml"/><Relationship Id="rId17" Type="http://schemas.openxmlformats.org/officeDocument/2006/relationships/slideLayout" Target="../slideLayouts/slideLayout34.xml"/><Relationship Id="rId2" Type="http://schemas.openxmlformats.org/officeDocument/2006/relationships/slideLayout" Target="../slideLayouts/slideLayout19.xml"/><Relationship Id="rId16" Type="http://schemas.openxmlformats.org/officeDocument/2006/relationships/slideLayout" Target="../slideLayouts/slideLayout33.xml"/><Relationship Id="rId20" Type="http://schemas.openxmlformats.org/officeDocument/2006/relationships/image" Target="../media/image1.jpeg"/><Relationship Id="rId1" Type="http://schemas.openxmlformats.org/officeDocument/2006/relationships/slideLayout" Target="../slideLayouts/slideLayout18.xml"/><Relationship Id="rId6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2.xml"/><Relationship Id="rId15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27.xml"/><Relationship Id="rId19" Type="http://schemas.openxmlformats.org/officeDocument/2006/relationships/theme" Target="../theme/theme2.xml"/><Relationship Id="rId4" Type="http://schemas.openxmlformats.org/officeDocument/2006/relationships/slideLayout" Target="../slideLayouts/slideLayout21.xml"/><Relationship Id="rId9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3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3.xml"/><Relationship Id="rId13" Type="http://schemas.openxmlformats.org/officeDocument/2006/relationships/slideLayout" Target="../slideLayouts/slideLayout48.xml"/><Relationship Id="rId18" Type="http://schemas.openxmlformats.org/officeDocument/2006/relationships/slideLayout" Target="../slideLayouts/slideLayout53.xml"/><Relationship Id="rId3" Type="http://schemas.openxmlformats.org/officeDocument/2006/relationships/slideLayout" Target="../slideLayouts/slideLayout38.xml"/><Relationship Id="rId7" Type="http://schemas.openxmlformats.org/officeDocument/2006/relationships/slideLayout" Target="../slideLayouts/slideLayout42.xml"/><Relationship Id="rId12" Type="http://schemas.openxmlformats.org/officeDocument/2006/relationships/slideLayout" Target="../slideLayouts/slideLayout47.xml"/><Relationship Id="rId17" Type="http://schemas.openxmlformats.org/officeDocument/2006/relationships/slideLayout" Target="../slideLayouts/slideLayout52.xml"/><Relationship Id="rId2" Type="http://schemas.openxmlformats.org/officeDocument/2006/relationships/slideLayout" Target="../slideLayouts/slideLayout37.xml"/><Relationship Id="rId16" Type="http://schemas.openxmlformats.org/officeDocument/2006/relationships/slideLayout" Target="../slideLayouts/slideLayout51.xml"/><Relationship Id="rId20" Type="http://schemas.openxmlformats.org/officeDocument/2006/relationships/image" Target="../media/image1.jpeg"/><Relationship Id="rId1" Type="http://schemas.openxmlformats.org/officeDocument/2006/relationships/slideLayout" Target="../slideLayouts/slideLayout36.xml"/><Relationship Id="rId6" Type="http://schemas.openxmlformats.org/officeDocument/2006/relationships/slideLayout" Target="../slideLayouts/slideLayout41.xml"/><Relationship Id="rId11" Type="http://schemas.openxmlformats.org/officeDocument/2006/relationships/slideLayout" Target="../slideLayouts/slideLayout46.xml"/><Relationship Id="rId5" Type="http://schemas.openxmlformats.org/officeDocument/2006/relationships/slideLayout" Target="../slideLayouts/slideLayout40.xml"/><Relationship Id="rId15" Type="http://schemas.openxmlformats.org/officeDocument/2006/relationships/slideLayout" Target="../slideLayouts/slideLayout50.xml"/><Relationship Id="rId10" Type="http://schemas.openxmlformats.org/officeDocument/2006/relationships/slideLayout" Target="../slideLayouts/slideLayout45.xml"/><Relationship Id="rId19" Type="http://schemas.openxmlformats.org/officeDocument/2006/relationships/theme" Target="../theme/theme3.xml"/><Relationship Id="rId4" Type="http://schemas.openxmlformats.org/officeDocument/2006/relationships/slideLayout" Target="../slideLayouts/slideLayout39.xml"/><Relationship Id="rId9" Type="http://schemas.openxmlformats.org/officeDocument/2006/relationships/slideLayout" Target="../slideLayouts/slideLayout44.xml"/><Relationship Id="rId14" Type="http://schemas.openxmlformats.org/officeDocument/2006/relationships/slideLayout" Target="../slideLayouts/slideLayout4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19"/>
          <p:cNvSpPr txBox="1"/>
          <p:nvPr/>
        </p:nvSpPr>
        <p:spPr>
          <a:xfrm>
            <a:off x="242888" y="6424613"/>
            <a:ext cx="2282825" cy="111125"/>
          </a:xfrm>
          <a:prstGeom prst="rect">
            <a:avLst/>
          </a:prstGeom>
        </p:spPr>
        <p:txBody>
          <a:bodyPr lIns="0" tIns="7144" rIns="0" bIns="0">
            <a:spAutoFit/>
          </a:bodyPr>
          <a:lstStyle/>
          <a:p>
            <a:pPr marL="6985">
              <a:spcBef>
                <a:spcPts val="55"/>
              </a:spcBef>
              <a:defRPr/>
            </a:pPr>
            <a:r>
              <a:rPr sz="675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© </a:t>
            </a:r>
            <a:r>
              <a:rPr sz="675" spc="-3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</a:t>
            </a:r>
            <a:r>
              <a:rPr lang="en-US" sz="675" spc="-3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</a:t>
            </a:r>
            <a:r>
              <a:rPr sz="675" spc="-3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675" spc="-3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Coforge</a:t>
            </a:r>
            <a:endParaRPr sz="675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27" name="Title Placeholder 1"/>
          <p:cNvSpPr>
            <a:spLocks noGrp="1" noChangeArrowheads="1"/>
          </p:cNvSpPr>
          <p:nvPr>
            <p:ph type="title"/>
          </p:nvPr>
        </p:nvSpPr>
        <p:spPr bwMode="auto">
          <a:xfrm>
            <a:off x="933450" y="425450"/>
            <a:ext cx="7326313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US" altLang="de-DE"/>
              <a:t>Click to edit Master title style</a:t>
            </a:r>
          </a:p>
        </p:txBody>
      </p:sp>
      <p:sp>
        <p:nvSpPr>
          <p:cNvPr id="1028" name="Text Placeholder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550863" y="1314450"/>
            <a:ext cx="8093075" cy="4629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altLang="de-DE"/>
              <a:t>Click to edit Master text styles</a:t>
            </a:r>
          </a:p>
          <a:p>
            <a:pPr lvl="1"/>
            <a:r>
              <a:rPr lang="en-US" altLang="de-DE"/>
              <a:t>Second level</a:t>
            </a:r>
          </a:p>
          <a:p>
            <a:pPr lvl="2"/>
            <a:r>
              <a:rPr lang="en-US" altLang="de-DE"/>
              <a:t>Third level</a:t>
            </a:r>
          </a:p>
          <a:p>
            <a:pPr lvl="3"/>
            <a:r>
              <a:rPr lang="en-US" altLang="de-DE"/>
              <a:t>Fourth level</a:t>
            </a:r>
          </a:p>
          <a:p>
            <a:pPr lvl="4"/>
            <a:r>
              <a:rPr lang="en-US" altLang="de-DE"/>
              <a:t>Fifth level</a:t>
            </a:r>
          </a:p>
        </p:txBody>
      </p:sp>
      <p:sp>
        <p:nvSpPr>
          <p:cNvPr id="4" name="Oval 3"/>
          <p:cNvSpPr/>
          <p:nvPr/>
        </p:nvSpPr>
        <p:spPr>
          <a:xfrm>
            <a:off x="8643938" y="6286500"/>
            <a:ext cx="342900" cy="457200"/>
          </a:xfrm>
          <a:prstGeom prst="ellipse">
            <a:avLst/>
          </a:prstGeom>
          <a:noFill/>
          <a:ln w="19050">
            <a:solidFill>
              <a:srgbClr val="F68B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350"/>
          </a:p>
        </p:txBody>
      </p:sp>
      <p:sp>
        <p:nvSpPr>
          <p:cNvPr id="13" name="Holder 5"/>
          <p:cNvSpPr txBox="1"/>
          <p:nvPr/>
        </p:nvSpPr>
        <p:spPr>
          <a:xfrm>
            <a:off x="8578850" y="6343650"/>
            <a:ext cx="490538" cy="342900"/>
          </a:xfrm>
          <a:prstGeom prst="rect">
            <a:avLst/>
          </a:prstGeom>
        </p:spPr>
        <p:txBody>
          <a:bodyPr lIns="0" tIns="0" rIns="0" bIns="0" anchor="ctr"/>
          <a:lstStyle>
            <a:defPPr>
              <a:defRPr lang="en-US"/>
            </a:defPPr>
            <a:lvl1pPr marL="0" algn="r" defTabSz="914400" rtl="0" eaLnBrk="1" latinLnBrk="0" hangingPunct="1">
              <a:defRPr sz="2000" b="1" kern="1200">
                <a:solidFill>
                  <a:srgbClr val="001B44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fld id="{247EB91D-0BE3-4590-9C17-0A91BFDDB517}" type="slidenum">
              <a:rPr lang="en-GB" sz="790" smtClean="0">
                <a:solidFill>
                  <a:schemeClr val="bg1">
                    <a:lumMod val="50000"/>
                  </a:schemeClr>
                </a:solidFill>
              </a:rPr>
              <a:t>‹#›</a:t>
            </a:fld>
            <a:endParaRPr lang="en-GB" sz="790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1031" name="Picture 9"/>
          <p:cNvPicPr>
            <a:picLocks noChangeAspect="1" noChangeArrowheads="1"/>
          </p:cNvPicPr>
          <p:nvPr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842963" cy="1123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lvl1pPr algn="l" defTabSz="51435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200" b="1" kern="1200">
          <a:solidFill>
            <a:srgbClr val="0056A4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  <a:lvl2pPr algn="l" defTabSz="51435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200" b="1">
          <a:solidFill>
            <a:srgbClr val="0056A4"/>
          </a:solidFill>
          <a:latin typeface="Arial" panose="020B0604020202020204" pitchFamily="34" charset="0"/>
          <a:cs typeface="Arial" panose="020B0604020202020204" pitchFamily="34" charset="0"/>
        </a:defRPr>
      </a:lvl2pPr>
      <a:lvl3pPr algn="l" defTabSz="51435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200" b="1">
          <a:solidFill>
            <a:srgbClr val="0056A4"/>
          </a:solidFill>
          <a:latin typeface="Arial" panose="020B0604020202020204" pitchFamily="34" charset="0"/>
          <a:cs typeface="Arial" panose="020B0604020202020204" pitchFamily="34" charset="0"/>
        </a:defRPr>
      </a:lvl3pPr>
      <a:lvl4pPr algn="l" defTabSz="51435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200" b="1">
          <a:solidFill>
            <a:srgbClr val="0056A4"/>
          </a:solidFill>
          <a:latin typeface="Arial" panose="020B0604020202020204" pitchFamily="34" charset="0"/>
          <a:cs typeface="Arial" panose="020B0604020202020204" pitchFamily="34" charset="0"/>
        </a:defRPr>
      </a:lvl4pPr>
      <a:lvl5pPr algn="l" defTabSz="51435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200" b="1">
          <a:solidFill>
            <a:srgbClr val="0056A4"/>
          </a:solidFill>
          <a:latin typeface="Arial" panose="020B0604020202020204" pitchFamily="34" charset="0"/>
          <a:cs typeface="Arial" panose="020B0604020202020204" pitchFamily="34" charset="0"/>
        </a:defRPr>
      </a:lvl5pPr>
      <a:lvl6pPr marL="457200" algn="l" defTabSz="514350" rtl="0" fontAlgn="base">
        <a:lnSpc>
          <a:spcPct val="90000"/>
        </a:lnSpc>
        <a:spcBef>
          <a:spcPct val="0"/>
        </a:spcBef>
        <a:spcAft>
          <a:spcPct val="0"/>
        </a:spcAft>
        <a:defRPr sz="2200" b="1">
          <a:solidFill>
            <a:srgbClr val="0056A4"/>
          </a:solidFill>
          <a:latin typeface="Arial" panose="020B0604020202020204" pitchFamily="34" charset="0"/>
          <a:cs typeface="Arial" panose="020B0604020202020204" pitchFamily="34" charset="0"/>
        </a:defRPr>
      </a:lvl6pPr>
      <a:lvl7pPr marL="914400" algn="l" defTabSz="514350" rtl="0" fontAlgn="base">
        <a:lnSpc>
          <a:spcPct val="90000"/>
        </a:lnSpc>
        <a:spcBef>
          <a:spcPct val="0"/>
        </a:spcBef>
        <a:spcAft>
          <a:spcPct val="0"/>
        </a:spcAft>
        <a:defRPr sz="2200" b="1">
          <a:solidFill>
            <a:srgbClr val="0056A4"/>
          </a:solidFill>
          <a:latin typeface="Arial" panose="020B0604020202020204" pitchFamily="34" charset="0"/>
          <a:cs typeface="Arial" panose="020B0604020202020204" pitchFamily="34" charset="0"/>
        </a:defRPr>
      </a:lvl7pPr>
      <a:lvl8pPr marL="1371600" algn="l" defTabSz="514350" rtl="0" fontAlgn="base">
        <a:lnSpc>
          <a:spcPct val="90000"/>
        </a:lnSpc>
        <a:spcBef>
          <a:spcPct val="0"/>
        </a:spcBef>
        <a:spcAft>
          <a:spcPct val="0"/>
        </a:spcAft>
        <a:defRPr sz="2200" b="1">
          <a:solidFill>
            <a:srgbClr val="0056A4"/>
          </a:solidFill>
          <a:latin typeface="Arial" panose="020B0604020202020204" pitchFamily="34" charset="0"/>
          <a:cs typeface="Arial" panose="020B0604020202020204" pitchFamily="34" charset="0"/>
        </a:defRPr>
      </a:lvl8pPr>
      <a:lvl9pPr marL="1828800" algn="l" defTabSz="514350" rtl="0" fontAlgn="base">
        <a:lnSpc>
          <a:spcPct val="90000"/>
        </a:lnSpc>
        <a:spcBef>
          <a:spcPct val="0"/>
        </a:spcBef>
        <a:spcAft>
          <a:spcPct val="0"/>
        </a:spcAft>
        <a:defRPr sz="2200" b="1">
          <a:solidFill>
            <a:srgbClr val="0056A4"/>
          </a:solidFill>
          <a:latin typeface="Arial" panose="020B0604020202020204" pitchFamily="34" charset="0"/>
          <a:cs typeface="Arial" panose="020B0604020202020204" pitchFamily="34" charset="0"/>
        </a:defRPr>
      </a:lvl9pPr>
    </p:titleStyle>
    <p:bodyStyle>
      <a:lvl1pPr marL="128905" indent="-128905" algn="l" defTabSz="514350" rtl="0" eaLnBrk="0" fontAlgn="base" hangingPunct="0">
        <a:spcBef>
          <a:spcPts val="565"/>
        </a:spcBef>
        <a:spcAft>
          <a:spcPct val="0"/>
        </a:spcAft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386080" indent="-128905" algn="l" defTabSz="514350" rtl="0" eaLnBrk="0" fontAlgn="base" hangingPunct="0">
        <a:spcBef>
          <a:spcPts val="275"/>
        </a:spcBef>
        <a:spcAft>
          <a:spcPct val="0"/>
        </a:spcAft>
        <a:buFont typeface="Arial" panose="020B0604020202020204" pitchFamily="34" charset="0"/>
        <a:buChar char="•"/>
        <a:defRPr sz="11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643255" indent="-128905" algn="l" defTabSz="514350" rtl="0" eaLnBrk="0" fontAlgn="base" hangingPunct="0">
        <a:spcBef>
          <a:spcPts val="275"/>
        </a:spcBef>
        <a:spcAft>
          <a:spcPct val="0"/>
        </a:spcAft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900430" indent="-128905" algn="l" defTabSz="514350" rtl="0" eaLnBrk="0" fontAlgn="base" hangingPunct="0">
        <a:spcBef>
          <a:spcPts val="275"/>
        </a:spcBef>
        <a:spcAft>
          <a:spcPct val="0"/>
        </a:spcAft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157605" indent="-128905" algn="l" defTabSz="514350" rtl="0" eaLnBrk="0" fontAlgn="base" hangingPunct="0">
        <a:spcBef>
          <a:spcPts val="275"/>
        </a:spcBef>
        <a:spcAft>
          <a:spcPct val="0"/>
        </a:spcAft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1414780" indent="-128905" algn="l" defTabSz="514350" rtl="0" eaLnBrk="1" latinLnBrk="0" hangingPunct="1">
        <a:lnSpc>
          <a:spcPct val="90000"/>
        </a:lnSpc>
        <a:spcBef>
          <a:spcPts val="280"/>
        </a:spcBef>
        <a:buFont typeface="Arial" panose="020B0604020202020204" pitchFamily="34" charset="0"/>
        <a:buChar char="•"/>
        <a:defRPr sz="1015" kern="1200">
          <a:solidFill>
            <a:schemeClr val="tx1"/>
          </a:solidFill>
          <a:latin typeface="+mn-lt"/>
          <a:ea typeface="+mn-ea"/>
          <a:cs typeface="+mn-cs"/>
        </a:defRPr>
      </a:lvl6pPr>
      <a:lvl7pPr marL="1671955" indent="-128905" algn="l" defTabSz="514350" rtl="0" eaLnBrk="1" latinLnBrk="0" hangingPunct="1">
        <a:lnSpc>
          <a:spcPct val="90000"/>
        </a:lnSpc>
        <a:spcBef>
          <a:spcPts val="280"/>
        </a:spcBef>
        <a:buFont typeface="Arial" panose="020B0604020202020204" pitchFamily="34" charset="0"/>
        <a:buChar char="•"/>
        <a:defRPr sz="1015" kern="1200">
          <a:solidFill>
            <a:schemeClr val="tx1"/>
          </a:solidFill>
          <a:latin typeface="+mn-lt"/>
          <a:ea typeface="+mn-ea"/>
          <a:cs typeface="+mn-cs"/>
        </a:defRPr>
      </a:lvl7pPr>
      <a:lvl8pPr marL="1929130" indent="-128905" algn="l" defTabSz="514350" rtl="0" eaLnBrk="1" latinLnBrk="0" hangingPunct="1">
        <a:lnSpc>
          <a:spcPct val="90000"/>
        </a:lnSpc>
        <a:spcBef>
          <a:spcPts val="280"/>
        </a:spcBef>
        <a:buFont typeface="Arial" panose="020B0604020202020204" pitchFamily="34" charset="0"/>
        <a:buChar char="•"/>
        <a:defRPr sz="1015" kern="1200">
          <a:solidFill>
            <a:schemeClr val="tx1"/>
          </a:solidFill>
          <a:latin typeface="+mn-lt"/>
          <a:ea typeface="+mn-ea"/>
          <a:cs typeface="+mn-cs"/>
        </a:defRPr>
      </a:lvl8pPr>
      <a:lvl9pPr marL="2186305" indent="-128905" algn="l" defTabSz="514350" rtl="0" eaLnBrk="1" latinLnBrk="0" hangingPunct="1">
        <a:lnSpc>
          <a:spcPct val="90000"/>
        </a:lnSpc>
        <a:spcBef>
          <a:spcPts val="280"/>
        </a:spcBef>
        <a:buFont typeface="Arial" panose="020B0604020202020204" pitchFamily="34" charset="0"/>
        <a:buChar char="•"/>
        <a:defRPr sz="101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14350" rtl="0" eaLnBrk="1" latinLnBrk="0" hangingPunct="1">
        <a:defRPr sz="1015" kern="1200">
          <a:solidFill>
            <a:schemeClr val="tx1"/>
          </a:solidFill>
          <a:latin typeface="+mn-lt"/>
          <a:ea typeface="+mn-ea"/>
          <a:cs typeface="+mn-cs"/>
        </a:defRPr>
      </a:lvl1pPr>
      <a:lvl2pPr marL="257175" algn="l" defTabSz="514350" rtl="0" eaLnBrk="1" latinLnBrk="0" hangingPunct="1">
        <a:defRPr sz="1015" kern="1200">
          <a:solidFill>
            <a:schemeClr val="tx1"/>
          </a:solidFill>
          <a:latin typeface="+mn-lt"/>
          <a:ea typeface="+mn-ea"/>
          <a:cs typeface="+mn-cs"/>
        </a:defRPr>
      </a:lvl2pPr>
      <a:lvl3pPr marL="514350" algn="l" defTabSz="514350" rtl="0" eaLnBrk="1" latinLnBrk="0" hangingPunct="1">
        <a:defRPr sz="1015" kern="1200">
          <a:solidFill>
            <a:schemeClr val="tx1"/>
          </a:solidFill>
          <a:latin typeface="+mn-lt"/>
          <a:ea typeface="+mn-ea"/>
          <a:cs typeface="+mn-cs"/>
        </a:defRPr>
      </a:lvl3pPr>
      <a:lvl4pPr marL="771525" algn="l" defTabSz="514350" rtl="0" eaLnBrk="1" latinLnBrk="0" hangingPunct="1">
        <a:defRPr sz="1015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algn="l" defTabSz="514350" rtl="0" eaLnBrk="1" latinLnBrk="0" hangingPunct="1">
        <a:defRPr sz="1015" kern="1200">
          <a:solidFill>
            <a:schemeClr val="tx1"/>
          </a:solidFill>
          <a:latin typeface="+mn-lt"/>
          <a:ea typeface="+mn-ea"/>
          <a:cs typeface="+mn-cs"/>
        </a:defRPr>
      </a:lvl5pPr>
      <a:lvl6pPr marL="1285875" algn="l" defTabSz="514350" rtl="0" eaLnBrk="1" latinLnBrk="0" hangingPunct="1">
        <a:defRPr sz="1015" kern="1200">
          <a:solidFill>
            <a:schemeClr val="tx1"/>
          </a:solidFill>
          <a:latin typeface="+mn-lt"/>
          <a:ea typeface="+mn-ea"/>
          <a:cs typeface="+mn-cs"/>
        </a:defRPr>
      </a:lvl6pPr>
      <a:lvl7pPr marL="1543050" algn="l" defTabSz="514350" rtl="0" eaLnBrk="1" latinLnBrk="0" hangingPunct="1">
        <a:defRPr sz="1015" kern="1200">
          <a:solidFill>
            <a:schemeClr val="tx1"/>
          </a:solidFill>
          <a:latin typeface="+mn-lt"/>
          <a:ea typeface="+mn-ea"/>
          <a:cs typeface="+mn-cs"/>
        </a:defRPr>
      </a:lvl7pPr>
      <a:lvl8pPr marL="1800225" algn="l" defTabSz="514350" rtl="0" eaLnBrk="1" latinLnBrk="0" hangingPunct="1">
        <a:defRPr sz="1015" kern="1200">
          <a:solidFill>
            <a:schemeClr val="tx1"/>
          </a:solidFill>
          <a:latin typeface="+mn-lt"/>
          <a:ea typeface="+mn-ea"/>
          <a:cs typeface="+mn-cs"/>
        </a:defRPr>
      </a:lvl8pPr>
      <a:lvl9pPr marL="2057400" algn="l" defTabSz="514350" rtl="0" eaLnBrk="1" latinLnBrk="0" hangingPunct="1">
        <a:defRPr sz="101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19"/>
          <p:cNvSpPr txBox="1"/>
          <p:nvPr/>
        </p:nvSpPr>
        <p:spPr>
          <a:xfrm>
            <a:off x="242888" y="6424613"/>
            <a:ext cx="2282825" cy="111125"/>
          </a:xfrm>
          <a:prstGeom prst="rect">
            <a:avLst/>
          </a:prstGeom>
        </p:spPr>
        <p:txBody>
          <a:bodyPr lIns="0" tIns="7144" rIns="0" bIns="0">
            <a:spAutoFit/>
          </a:bodyPr>
          <a:lstStyle/>
          <a:p>
            <a:pPr marL="6985">
              <a:spcBef>
                <a:spcPts val="55"/>
              </a:spcBef>
              <a:defRPr/>
            </a:pPr>
            <a:r>
              <a:rPr sz="675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© </a:t>
            </a:r>
            <a:r>
              <a:rPr sz="675" spc="-3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</a:t>
            </a:r>
            <a:r>
              <a:rPr lang="en-US" sz="675" spc="-3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</a:t>
            </a:r>
            <a:r>
              <a:rPr sz="675" spc="-3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675" spc="-3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Coforge</a:t>
            </a:r>
            <a:endParaRPr sz="675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51" name="Title Placeholder 1"/>
          <p:cNvSpPr>
            <a:spLocks noGrp="1" noChangeArrowheads="1"/>
          </p:cNvSpPr>
          <p:nvPr>
            <p:ph type="title"/>
          </p:nvPr>
        </p:nvSpPr>
        <p:spPr bwMode="auto">
          <a:xfrm>
            <a:off x="933450" y="425450"/>
            <a:ext cx="7326313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US" altLang="de-DE"/>
              <a:t>Click to edit Master title style</a:t>
            </a:r>
          </a:p>
        </p:txBody>
      </p:sp>
      <p:sp>
        <p:nvSpPr>
          <p:cNvPr id="2052" name="Text Placeholder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550863" y="1314450"/>
            <a:ext cx="8093075" cy="4629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altLang="de-DE"/>
              <a:t>Click to edit Master text styles</a:t>
            </a:r>
          </a:p>
          <a:p>
            <a:pPr lvl="1"/>
            <a:r>
              <a:rPr lang="en-US" altLang="de-DE"/>
              <a:t>Second level</a:t>
            </a:r>
          </a:p>
          <a:p>
            <a:pPr lvl="2"/>
            <a:r>
              <a:rPr lang="en-US" altLang="de-DE"/>
              <a:t>Third level</a:t>
            </a:r>
          </a:p>
          <a:p>
            <a:pPr lvl="3"/>
            <a:r>
              <a:rPr lang="en-US" altLang="de-DE"/>
              <a:t>Fourth level</a:t>
            </a:r>
          </a:p>
          <a:p>
            <a:pPr lvl="4"/>
            <a:r>
              <a:rPr lang="en-US" altLang="de-DE"/>
              <a:t>Fifth level</a:t>
            </a:r>
          </a:p>
        </p:txBody>
      </p:sp>
      <p:sp>
        <p:nvSpPr>
          <p:cNvPr id="4" name="Oval 3"/>
          <p:cNvSpPr/>
          <p:nvPr/>
        </p:nvSpPr>
        <p:spPr>
          <a:xfrm>
            <a:off x="8643938" y="6286500"/>
            <a:ext cx="342900" cy="457200"/>
          </a:xfrm>
          <a:prstGeom prst="ellipse">
            <a:avLst/>
          </a:prstGeom>
          <a:noFill/>
          <a:ln w="19050">
            <a:solidFill>
              <a:srgbClr val="F68B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350"/>
          </a:p>
        </p:txBody>
      </p:sp>
      <p:sp>
        <p:nvSpPr>
          <p:cNvPr id="13" name="Holder 5"/>
          <p:cNvSpPr txBox="1"/>
          <p:nvPr/>
        </p:nvSpPr>
        <p:spPr>
          <a:xfrm>
            <a:off x="8578850" y="6343650"/>
            <a:ext cx="490538" cy="342900"/>
          </a:xfrm>
          <a:prstGeom prst="rect">
            <a:avLst/>
          </a:prstGeom>
        </p:spPr>
        <p:txBody>
          <a:bodyPr lIns="0" tIns="0" rIns="0" bIns="0" anchor="ctr"/>
          <a:lstStyle>
            <a:defPPr>
              <a:defRPr lang="en-US"/>
            </a:defPPr>
            <a:lvl1pPr marL="0" algn="r" defTabSz="914400" rtl="0" eaLnBrk="1" latinLnBrk="0" hangingPunct="1">
              <a:defRPr sz="2000" b="1" kern="1200">
                <a:solidFill>
                  <a:srgbClr val="001B44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fld id="{FB28ABBC-DA78-4D5A-81AA-B36017CC35B4}" type="slidenum">
              <a:rPr lang="en-GB" sz="790" smtClean="0">
                <a:solidFill>
                  <a:schemeClr val="bg1">
                    <a:lumMod val="50000"/>
                  </a:schemeClr>
                </a:solidFill>
              </a:rPr>
              <a:t>‹#›</a:t>
            </a:fld>
            <a:endParaRPr lang="en-GB" sz="790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2055" name="Picture 9"/>
          <p:cNvPicPr>
            <a:picLocks noChangeAspect="1" noChangeArrowheads="1"/>
          </p:cNvPicPr>
          <p:nvPr/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842963" cy="1123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73" r:id="rId6"/>
    <p:sldLayoutId id="2147483674" r:id="rId7"/>
    <p:sldLayoutId id="2147483675" r:id="rId8"/>
    <p:sldLayoutId id="2147483676" r:id="rId9"/>
    <p:sldLayoutId id="2147483677" r:id="rId10"/>
    <p:sldLayoutId id="2147483678" r:id="rId11"/>
    <p:sldLayoutId id="2147483679" r:id="rId12"/>
    <p:sldLayoutId id="2147483680" r:id="rId13"/>
    <p:sldLayoutId id="2147483681" r:id="rId14"/>
    <p:sldLayoutId id="2147483682" r:id="rId15"/>
    <p:sldLayoutId id="2147483683" r:id="rId16"/>
    <p:sldLayoutId id="2147483684" r:id="rId17"/>
    <p:sldLayoutId id="2147483685" r:id="rId18"/>
  </p:sldLayoutIdLst>
  <p:hf sldNum="0" hdr="0" ftr="0" dt="0"/>
  <p:txStyles>
    <p:titleStyle>
      <a:lvl1pPr algn="l" defTabSz="51435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200" b="1" kern="1200">
          <a:solidFill>
            <a:srgbClr val="0056A4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  <a:lvl2pPr algn="l" defTabSz="51435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200" b="1">
          <a:solidFill>
            <a:srgbClr val="0056A4"/>
          </a:solidFill>
          <a:latin typeface="Arial" panose="020B0604020202020204" pitchFamily="34" charset="0"/>
          <a:cs typeface="Arial" panose="020B0604020202020204" pitchFamily="34" charset="0"/>
        </a:defRPr>
      </a:lvl2pPr>
      <a:lvl3pPr algn="l" defTabSz="51435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200" b="1">
          <a:solidFill>
            <a:srgbClr val="0056A4"/>
          </a:solidFill>
          <a:latin typeface="Arial" panose="020B0604020202020204" pitchFamily="34" charset="0"/>
          <a:cs typeface="Arial" panose="020B0604020202020204" pitchFamily="34" charset="0"/>
        </a:defRPr>
      </a:lvl3pPr>
      <a:lvl4pPr algn="l" defTabSz="51435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200" b="1">
          <a:solidFill>
            <a:srgbClr val="0056A4"/>
          </a:solidFill>
          <a:latin typeface="Arial" panose="020B0604020202020204" pitchFamily="34" charset="0"/>
          <a:cs typeface="Arial" panose="020B0604020202020204" pitchFamily="34" charset="0"/>
        </a:defRPr>
      </a:lvl4pPr>
      <a:lvl5pPr algn="l" defTabSz="51435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200" b="1">
          <a:solidFill>
            <a:srgbClr val="0056A4"/>
          </a:solidFill>
          <a:latin typeface="Arial" panose="020B0604020202020204" pitchFamily="34" charset="0"/>
          <a:cs typeface="Arial" panose="020B0604020202020204" pitchFamily="34" charset="0"/>
        </a:defRPr>
      </a:lvl5pPr>
      <a:lvl6pPr marL="457200" algn="l" defTabSz="514350" rtl="0" fontAlgn="base">
        <a:lnSpc>
          <a:spcPct val="90000"/>
        </a:lnSpc>
        <a:spcBef>
          <a:spcPct val="0"/>
        </a:spcBef>
        <a:spcAft>
          <a:spcPct val="0"/>
        </a:spcAft>
        <a:defRPr sz="2200" b="1">
          <a:solidFill>
            <a:srgbClr val="0056A4"/>
          </a:solidFill>
          <a:latin typeface="Arial" panose="020B0604020202020204" pitchFamily="34" charset="0"/>
          <a:cs typeface="Arial" panose="020B0604020202020204" pitchFamily="34" charset="0"/>
        </a:defRPr>
      </a:lvl6pPr>
      <a:lvl7pPr marL="914400" algn="l" defTabSz="514350" rtl="0" fontAlgn="base">
        <a:lnSpc>
          <a:spcPct val="90000"/>
        </a:lnSpc>
        <a:spcBef>
          <a:spcPct val="0"/>
        </a:spcBef>
        <a:spcAft>
          <a:spcPct val="0"/>
        </a:spcAft>
        <a:defRPr sz="2200" b="1">
          <a:solidFill>
            <a:srgbClr val="0056A4"/>
          </a:solidFill>
          <a:latin typeface="Arial" panose="020B0604020202020204" pitchFamily="34" charset="0"/>
          <a:cs typeface="Arial" panose="020B0604020202020204" pitchFamily="34" charset="0"/>
        </a:defRPr>
      </a:lvl7pPr>
      <a:lvl8pPr marL="1371600" algn="l" defTabSz="514350" rtl="0" fontAlgn="base">
        <a:lnSpc>
          <a:spcPct val="90000"/>
        </a:lnSpc>
        <a:spcBef>
          <a:spcPct val="0"/>
        </a:spcBef>
        <a:spcAft>
          <a:spcPct val="0"/>
        </a:spcAft>
        <a:defRPr sz="2200" b="1">
          <a:solidFill>
            <a:srgbClr val="0056A4"/>
          </a:solidFill>
          <a:latin typeface="Arial" panose="020B0604020202020204" pitchFamily="34" charset="0"/>
          <a:cs typeface="Arial" panose="020B0604020202020204" pitchFamily="34" charset="0"/>
        </a:defRPr>
      </a:lvl8pPr>
      <a:lvl9pPr marL="1828800" algn="l" defTabSz="514350" rtl="0" fontAlgn="base">
        <a:lnSpc>
          <a:spcPct val="90000"/>
        </a:lnSpc>
        <a:spcBef>
          <a:spcPct val="0"/>
        </a:spcBef>
        <a:spcAft>
          <a:spcPct val="0"/>
        </a:spcAft>
        <a:defRPr sz="2200" b="1">
          <a:solidFill>
            <a:srgbClr val="0056A4"/>
          </a:solidFill>
          <a:latin typeface="Arial" panose="020B0604020202020204" pitchFamily="34" charset="0"/>
          <a:cs typeface="Arial" panose="020B0604020202020204" pitchFamily="34" charset="0"/>
        </a:defRPr>
      </a:lvl9pPr>
    </p:titleStyle>
    <p:bodyStyle>
      <a:lvl1pPr marL="128905" indent="-128905" algn="l" defTabSz="514350" rtl="0" eaLnBrk="0" fontAlgn="base" hangingPunct="0">
        <a:spcBef>
          <a:spcPts val="565"/>
        </a:spcBef>
        <a:spcAft>
          <a:spcPct val="0"/>
        </a:spcAft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386080" indent="-128905" algn="l" defTabSz="514350" rtl="0" eaLnBrk="0" fontAlgn="base" hangingPunct="0">
        <a:spcBef>
          <a:spcPts val="275"/>
        </a:spcBef>
        <a:spcAft>
          <a:spcPct val="0"/>
        </a:spcAft>
        <a:buFont typeface="Arial" panose="020B0604020202020204" pitchFamily="34" charset="0"/>
        <a:buChar char="•"/>
        <a:defRPr sz="11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643255" indent="-128905" algn="l" defTabSz="514350" rtl="0" eaLnBrk="0" fontAlgn="base" hangingPunct="0">
        <a:spcBef>
          <a:spcPts val="275"/>
        </a:spcBef>
        <a:spcAft>
          <a:spcPct val="0"/>
        </a:spcAft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900430" indent="-128905" algn="l" defTabSz="514350" rtl="0" eaLnBrk="0" fontAlgn="base" hangingPunct="0">
        <a:spcBef>
          <a:spcPts val="275"/>
        </a:spcBef>
        <a:spcAft>
          <a:spcPct val="0"/>
        </a:spcAft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157605" indent="-128905" algn="l" defTabSz="514350" rtl="0" eaLnBrk="0" fontAlgn="base" hangingPunct="0">
        <a:spcBef>
          <a:spcPts val="275"/>
        </a:spcBef>
        <a:spcAft>
          <a:spcPct val="0"/>
        </a:spcAft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1414780" indent="-128905" algn="l" defTabSz="514350" rtl="0" eaLnBrk="1" latinLnBrk="0" hangingPunct="1">
        <a:lnSpc>
          <a:spcPct val="90000"/>
        </a:lnSpc>
        <a:spcBef>
          <a:spcPts val="280"/>
        </a:spcBef>
        <a:buFont typeface="Arial" panose="020B0604020202020204" pitchFamily="34" charset="0"/>
        <a:buChar char="•"/>
        <a:defRPr sz="1015" kern="1200">
          <a:solidFill>
            <a:schemeClr val="tx1"/>
          </a:solidFill>
          <a:latin typeface="+mn-lt"/>
          <a:ea typeface="+mn-ea"/>
          <a:cs typeface="+mn-cs"/>
        </a:defRPr>
      </a:lvl6pPr>
      <a:lvl7pPr marL="1671955" indent="-128905" algn="l" defTabSz="514350" rtl="0" eaLnBrk="1" latinLnBrk="0" hangingPunct="1">
        <a:lnSpc>
          <a:spcPct val="90000"/>
        </a:lnSpc>
        <a:spcBef>
          <a:spcPts val="280"/>
        </a:spcBef>
        <a:buFont typeface="Arial" panose="020B0604020202020204" pitchFamily="34" charset="0"/>
        <a:buChar char="•"/>
        <a:defRPr sz="1015" kern="1200">
          <a:solidFill>
            <a:schemeClr val="tx1"/>
          </a:solidFill>
          <a:latin typeface="+mn-lt"/>
          <a:ea typeface="+mn-ea"/>
          <a:cs typeface="+mn-cs"/>
        </a:defRPr>
      </a:lvl7pPr>
      <a:lvl8pPr marL="1929130" indent="-128905" algn="l" defTabSz="514350" rtl="0" eaLnBrk="1" latinLnBrk="0" hangingPunct="1">
        <a:lnSpc>
          <a:spcPct val="90000"/>
        </a:lnSpc>
        <a:spcBef>
          <a:spcPts val="280"/>
        </a:spcBef>
        <a:buFont typeface="Arial" panose="020B0604020202020204" pitchFamily="34" charset="0"/>
        <a:buChar char="•"/>
        <a:defRPr sz="1015" kern="1200">
          <a:solidFill>
            <a:schemeClr val="tx1"/>
          </a:solidFill>
          <a:latin typeface="+mn-lt"/>
          <a:ea typeface="+mn-ea"/>
          <a:cs typeface="+mn-cs"/>
        </a:defRPr>
      </a:lvl8pPr>
      <a:lvl9pPr marL="2186305" indent="-128905" algn="l" defTabSz="514350" rtl="0" eaLnBrk="1" latinLnBrk="0" hangingPunct="1">
        <a:lnSpc>
          <a:spcPct val="90000"/>
        </a:lnSpc>
        <a:spcBef>
          <a:spcPts val="280"/>
        </a:spcBef>
        <a:buFont typeface="Arial" panose="020B0604020202020204" pitchFamily="34" charset="0"/>
        <a:buChar char="•"/>
        <a:defRPr sz="101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14350" rtl="0" eaLnBrk="1" latinLnBrk="0" hangingPunct="1">
        <a:defRPr sz="1015" kern="1200">
          <a:solidFill>
            <a:schemeClr val="tx1"/>
          </a:solidFill>
          <a:latin typeface="+mn-lt"/>
          <a:ea typeface="+mn-ea"/>
          <a:cs typeface="+mn-cs"/>
        </a:defRPr>
      </a:lvl1pPr>
      <a:lvl2pPr marL="257175" algn="l" defTabSz="514350" rtl="0" eaLnBrk="1" latinLnBrk="0" hangingPunct="1">
        <a:defRPr sz="1015" kern="1200">
          <a:solidFill>
            <a:schemeClr val="tx1"/>
          </a:solidFill>
          <a:latin typeface="+mn-lt"/>
          <a:ea typeface="+mn-ea"/>
          <a:cs typeface="+mn-cs"/>
        </a:defRPr>
      </a:lvl2pPr>
      <a:lvl3pPr marL="514350" algn="l" defTabSz="514350" rtl="0" eaLnBrk="1" latinLnBrk="0" hangingPunct="1">
        <a:defRPr sz="1015" kern="1200">
          <a:solidFill>
            <a:schemeClr val="tx1"/>
          </a:solidFill>
          <a:latin typeface="+mn-lt"/>
          <a:ea typeface="+mn-ea"/>
          <a:cs typeface="+mn-cs"/>
        </a:defRPr>
      </a:lvl3pPr>
      <a:lvl4pPr marL="771525" algn="l" defTabSz="514350" rtl="0" eaLnBrk="1" latinLnBrk="0" hangingPunct="1">
        <a:defRPr sz="1015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algn="l" defTabSz="514350" rtl="0" eaLnBrk="1" latinLnBrk="0" hangingPunct="1">
        <a:defRPr sz="1015" kern="1200">
          <a:solidFill>
            <a:schemeClr val="tx1"/>
          </a:solidFill>
          <a:latin typeface="+mn-lt"/>
          <a:ea typeface="+mn-ea"/>
          <a:cs typeface="+mn-cs"/>
        </a:defRPr>
      </a:lvl5pPr>
      <a:lvl6pPr marL="1285875" algn="l" defTabSz="514350" rtl="0" eaLnBrk="1" latinLnBrk="0" hangingPunct="1">
        <a:defRPr sz="1015" kern="1200">
          <a:solidFill>
            <a:schemeClr val="tx1"/>
          </a:solidFill>
          <a:latin typeface="+mn-lt"/>
          <a:ea typeface="+mn-ea"/>
          <a:cs typeface="+mn-cs"/>
        </a:defRPr>
      </a:lvl6pPr>
      <a:lvl7pPr marL="1543050" algn="l" defTabSz="514350" rtl="0" eaLnBrk="1" latinLnBrk="0" hangingPunct="1">
        <a:defRPr sz="1015" kern="1200">
          <a:solidFill>
            <a:schemeClr val="tx1"/>
          </a:solidFill>
          <a:latin typeface="+mn-lt"/>
          <a:ea typeface="+mn-ea"/>
          <a:cs typeface="+mn-cs"/>
        </a:defRPr>
      </a:lvl7pPr>
      <a:lvl8pPr marL="1800225" algn="l" defTabSz="514350" rtl="0" eaLnBrk="1" latinLnBrk="0" hangingPunct="1">
        <a:defRPr sz="1015" kern="1200">
          <a:solidFill>
            <a:schemeClr val="tx1"/>
          </a:solidFill>
          <a:latin typeface="+mn-lt"/>
          <a:ea typeface="+mn-ea"/>
          <a:cs typeface="+mn-cs"/>
        </a:defRPr>
      </a:lvl8pPr>
      <a:lvl9pPr marL="2057400" algn="l" defTabSz="514350" rtl="0" eaLnBrk="1" latinLnBrk="0" hangingPunct="1">
        <a:defRPr sz="101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19"/>
          <p:cNvSpPr txBox="1"/>
          <p:nvPr/>
        </p:nvSpPr>
        <p:spPr>
          <a:xfrm>
            <a:off x="242888" y="6424613"/>
            <a:ext cx="2282825" cy="111125"/>
          </a:xfrm>
          <a:prstGeom prst="rect">
            <a:avLst/>
          </a:prstGeom>
        </p:spPr>
        <p:txBody>
          <a:bodyPr lIns="0" tIns="7144" rIns="0" bIns="0">
            <a:spAutoFit/>
          </a:bodyPr>
          <a:lstStyle/>
          <a:p>
            <a:pPr marL="6985">
              <a:spcBef>
                <a:spcPts val="55"/>
              </a:spcBef>
              <a:defRPr/>
            </a:pPr>
            <a:r>
              <a:rPr sz="675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© </a:t>
            </a:r>
            <a:r>
              <a:rPr sz="675" spc="-3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</a:t>
            </a:r>
            <a:r>
              <a:rPr lang="en-US" sz="675" spc="-3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</a:t>
            </a:r>
            <a:r>
              <a:rPr sz="675" spc="-3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675" spc="-3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Coforge</a:t>
            </a:r>
            <a:endParaRPr sz="675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27" name="Title Placeholder 1"/>
          <p:cNvSpPr>
            <a:spLocks noGrp="1" noChangeArrowheads="1"/>
          </p:cNvSpPr>
          <p:nvPr>
            <p:ph type="title"/>
          </p:nvPr>
        </p:nvSpPr>
        <p:spPr bwMode="auto">
          <a:xfrm>
            <a:off x="933450" y="425450"/>
            <a:ext cx="7326313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US" altLang="de-DE"/>
              <a:t>Click to edit Master title style</a:t>
            </a:r>
          </a:p>
        </p:txBody>
      </p:sp>
      <p:sp>
        <p:nvSpPr>
          <p:cNvPr id="1028" name="Text Placeholder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550863" y="1314450"/>
            <a:ext cx="8093075" cy="4629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altLang="de-DE"/>
              <a:t>Click to edit Master text styles</a:t>
            </a:r>
          </a:p>
          <a:p>
            <a:pPr lvl="1"/>
            <a:r>
              <a:rPr lang="en-US" altLang="de-DE"/>
              <a:t>Second level</a:t>
            </a:r>
          </a:p>
          <a:p>
            <a:pPr lvl="2"/>
            <a:r>
              <a:rPr lang="en-US" altLang="de-DE"/>
              <a:t>Third level</a:t>
            </a:r>
          </a:p>
          <a:p>
            <a:pPr lvl="3"/>
            <a:r>
              <a:rPr lang="en-US" altLang="de-DE"/>
              <a:t>Fourth level</a:t>
            </a:r>
          </a:p>
          <a:p>
            <a:pPr lvl="4"/>
            <a:r>
              <a:rPr lang="en-US" altLang="de-DE"/>
              <a:t>Fifth level</a:t>
            </a:r>
          </a:p>
        </p:txBody>
      </p:sp>
      <p:sp>
        <p:nvSpPr>
          <p:cNvPr id="4" name="Oval 3"/>
          <p:cNvSpPr/>
          <p:nvPr/>
        </p:nvSpPr>
        <p:spPr>
          <a:xfrm>
            <a:off x="8643938" y="6286500"/>
            <a:ext cx="342900" cy="457200"/>
          </a:xfrm>
          <a:prstGeom prst="ellipse">
            <a:avLst/>
          </a:prstGeom>
          <a:noFill/>
          <a:ln w="19050">
            <a:solidFill>
              <a:srgbClr val="F68B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350"/>
          </a:p>
        </p:txBody>
      </p:sp>
      <p:sp>
        <p:nvSpPr>
          <p:cNvPr id="13" name="Holder 5"/>
          <p:cNvSpPr txBox="1"/>
          <p:nvPr/>
        </p:nvSpPr>
        <p:spPr>
          <a:xfrm>
            <a:off x="8578850" y="6343650"/>
            <a:ext cx="490538" cy="342900"/>
          </a:xfrm>
          <a:prstGeom prst="rect">
            <a:avLst/>
          </a:prstGeom>
        </p:spPr>
        <p:txBody>
          <a:bodyPr lIns="0" tIns="0" rIns="0" bIns="0" anchor="ctr"/>
          <a:lstStyle>
            <a:defPPr>
              <a:defRPr lang="en-US"/>
            </a:defPPr>
            <a:lvl1pPr marL="0" algn="r" defTabSz="914400" rtl="0" eaLnBrk="1" latinLnBrk="0" hangingPunct="1">
              <a:defRPr sz="2000" b="1" kern="1200">
                <a:solidFill>
                  <a:srgbClr val="001B44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fld id="{247EB91D-0BE3-4590-9C17-0A91BFDDB517}" type="slidenum">
              <a:rPr lang="en-GB" sz="790" smtClean="0">
                <a:solidFill>
                  <a:schemeClr val="bg1">
                    <a:lumMod val="50000"/>
                  </a:schemeClr>
                </a:solidFill>
              </a:rPr>
              <a:t>‹#›</a:t>
            </a:fld>
            <a:endParaRPr lang="en-GB" sz="790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1031" name="Picture 9"/>
          <p:cNvPicPr>
            <a:picLocks noChangeAspect="1" noChangeArrowheads="1"/>
          </p:cNvPicPr>
          <p:nvPr/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842963" cy="1123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  <p:sldLayoutId id="2147483699" r:id="rId13"/>
    <p:sldLayoutId id="2147483700" r:id="rId14"/>
    <p:sldLayoutId id="2147483701" r:id="rId15"/>
    <p:sldLayoutId id="2147483702" r:id="rId16"/>
    <p:sldLayoutId id="2147483703" r:id="rId17"/>
    <p:sldLayoutId id="2147483704" r:id="rId18"/>
  </p:sldLayoutIdLst>
  <p:hf sldNum="0" hdr="0" ftr="0" dt="0"/>
  <p:txStyles>
    <p:titleStyle>
      <a:lvl1pPr algn="l" defTabSz="51435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200" b="1" kern="1200">
          <a:solidFill>
            <a:srgbClr val="0056A4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  <a:lvl2pPr algn="l" defTabSz="51435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200" b="1">
          <a:solidFill>
            <a:srgbClr val="0056A4"/>
          </a:solidFill>
          <a:latin typeface="Arial" panose="020B0604020202020204" pitchFamily="34" charset="0"/>
          <a:cs typeface="Arial" panose="020B0604020202020204" pitchFamily="34" charset="0"/>
        </a:defRPr>
      </a:lvl2pPr>
      <a:lvl3pPr algn="l" defTabSz="51435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200" b="1">
          <a:solidFill>
            <a:srgbClr val="0056A4"/>
          </a:solidFill>
          <a:latin typeface="Arial" panose="020B0604020202020204" pitchFamily="34" charset="0"/>
          <a:cs typeface="Arial" panose="020B0604020202020204" pitchFamily="34" charset="0"/>
        </a:defRPr>
      </a:lvl3pPr>
      <a:lvl4pPr algn="l" defTabSz="51435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200" b="1">
          <a:solidFill>
            <a:srgbClr val="0056A4"/>
          </a:solidFill>
          <a:latin typeface="Arial" panose="020B0604020202020204" pitchFamily="34" charset="0"/>
          <a:cs typeface="Arial" panose="020B0604020202020204" pitchFamily="34" charset="0"/>
        </a:defRPr>
      </a:lvl4pPr>
      <a:lvl5pPr algn="l" defTabSz="51435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200" b="1">
          <a:solidFill>
            <a:srgbClr val="0056A4"/>
          </a:solidFill>
          <a:latin typeface="Arial" panose="020B0604020202020204" pitchFamily="34" charset="0"/>
          <a:cs typeface="Arial" panose="020B0604020202020204" pitchFamily="34" charset="0"/>
        </a:defRPr>
      </a:lvl5pPr>
      <a:lvl6pPr marL="457200" algn="l" defTabSz="514350" rtl="0" fontAlgn="base">
        <a:lnSpc>
          <a:spcPct val="90000"/>
        </a:lnSpc>
        <a:spcBef>
          <a:spcPct val="0"/>
        </a:spcBef>
        <a:spcAft>
          <a:spcPct val="0"/>
        </a:spcAft>
        <a:defRPr sz="2200" b="1">
          <a:solidFill>
            <a:srgbClr val="0056A4"/>
          </a:solidFill>
          <a:latin typeface="Arial" panose="020B0604020202020204" pitchFamily="34" charset="0"/>
          <a:cs typeface="Arial" panose="020B0604020202020204" pitchFamily="34" charset="0"/>
        </a:defRPr>
      </a:lvl6pPr>
      <a:lvl7pPr marL="914400" algn="l" defTabSz="514350" rtl="0" fontAlgn="base">
        <a:lnSpc>
          <a:spcPct val="90000"/>
        </a:lnSpc>
        <a:spcBef>
          <a:spcPct val="0"/>
        </a:spcBef>
        <a:spcAft>
          <a:spcPct val="0"/>
        </a:spcAft>
        <a:defRPr sz="2200" b="1">
          <a:solidFill>
            <a:srgbClr val="0056A4"/>
          </a:solidFill>
          <a:latin typeface="Arial" panose="020B0604020202020204" pitchFamily="34" charset="0"/>
          <a:cs typeface="Arial" panose="020B0604020202020204" pitchFamily="34" charset="0"/>
        </a:defRPr>
      </a:lvl7pPr>
      <a:lvl8pPr marL="1371600" algn="l" defTabSz="514350" rtl="0" fontAlgn="base">
        <a:lnSpc>
          <a:spcPct val="90000"/>
        </a:lnSpc>
        <a:spcBef>
          <a:spcPct val="0"/>
        </a:spcBef>
        <a:spcAft>
          <a:spcPct val="0"/>
        </a:spcAft>
        <a:defRPr sz="2200" b="1">
          <a:solidFill>
            <a:srgbClr val="0056A4"/>
          </a:solidFill>
          <a:latin typeface="Arial" panose="020B0604020202020204" pitchFamily="34" charset="0"/>
          <a:cs typeface="Arial" panose="020B0604020202020204" pitchFamily="34" charset="0"/>
        </a:defRPr>
      </a:lvl8pPr>
      <a:lvl9pPr marL="1828800" algn="l" defTabSz="514350" rtl="0" fontAlgn="base">
        <a:lnSpc>
          <a:spcPct val="90000"/>
        </a:lnSpc>
        <a:spcBef>
          <a:spcPct val="0"/>
        </a:spcBef>
        <a:spcAft>
          <a:spcPct val="0"/>
        </a:spcAft>
        <a:defRPr sz="2200" b="1">
          <a:solidFill>
            <a:srgbClr val="0056A4"/>
          </a:solidFill>
          <a:latin typeface="Arial" panose="020B0604020202020204" pitchFamily="34" charset="0"/>
          <a:cs typeface="Arial" panose="020B0604020202020204" pitchFamily="34" charset="0"/>
        </a:defRPr>
      </a:lvl9pPr>
    </p:titleStyle>
    <p:bodyStyle>
      <a:lvl1pPr marL="128905" indent="-128905" algn="l" defTabSz="514350" rtl="0" eaLnBrk="0" fontAlgn="base" hangingPunct="0">
        <a:spcBef>
          <a:spcPts val="565"/>
        </a:spcBef>
        <a:spcAft>
          <a:spcPct val="0"/>
        </a:spcAft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386080" indent="-128905" algn="l" defTabSz="514350" rtl="0" eaLnBrk="0" fontAlgn="base" hangingPunct="0">
        <a:spcBef>
          <a:spcPts val="275"/>
        </a:spcBef>
        <a:spcAft>
          <a:spcPct val="0"/>
        </a:spcAft>
        <a:buFont typeface="Arial" panose="020B0604020202020204" pitchFamily="34" charset="0"/>
        <a:buChar char="•"/>
        <a:defRPr sz="11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643255" indent="-128905" algn="l" defTabSz="514350" rtl="0" eaLnBrk="0" fontAlgn="base" hangingPunct="0">
        <a:spcBef>
          <a:spcPts val="275"/>
        </a:spcBef>
        <a:spcAft>
          <a:spcPct val="0"/>
        </a:spcAft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900430" indent="-128905" algn="l" defTabSz="514350" rtl="0" eaLnBrk="0" fontAlgn="base" hangingPunct="0">
        <a:spcBef>
          <a:spcPts val="275"/>
        </a:spcBef>
        <a:spcAft>
          <a:spcPct val="0"/>
        </a:spcAft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157605" indent="-128905" algn="l" defTabSz="514350" rtl="0" eaLnBrk="0" fontAlgn="base" hangingPunct="0">
        <a:spcBef>
          <a:spcPts val="275"/>
        </a:spcBef>
        <a:spcAft>
          <a:spcPct val="0"/>
        </a:spcAft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1414780" indent="-128905" algn="l" defTabSz="514350" rtl="0" eaLnBrk="1" latinLnBrk="0" hangingPunct="1">
        <a:lnSpc>
          <a:spcPct val="90000"/>
        </a:lnSpc>
        <a:spcBef>
          <a:spcPts val="280"/>
        </a:spcBef>
        <a:buFont typeface="Arial" panose="020B0604020202020204" pitchFamily="34" charset="0"/>
        <a:buChar char="•"/>
        <a:defRPr sz="1015" kern="1200">
          <a:solidFill>
            <a:schemeClr val="tx1"/>
          </a:solidFill>
          <a:latin typeface="+mn-lt"/>
          <a:ea typeface="+mn-ea"/>
          <a:cs typeface="+mn-cs"/>
        </a:defRPr>
      </a:lvl6pPr>
      <a:lvl7pPr marL="1671955" indent="-128905" algn="l" defTabSz="514350" rtl="0" eaLnBrk="1" latinLnBrk="0" hangingPunct="1">
        <a:lnSpc>
          <a:spcPct val="90000"/>
        </a:lnSpc>
        <a:spcBef>
          <a:spcPts val="280"/>
        </a:spcBef>
        <a:buFont typeface="Arial" panose="020B0604020202020204" pitchFamily="34" charset="0"/>
        <a:buChar char="•"/>
        <a:defRPr sz="1015" kern="1200">
          <a:solidFill>
            <a:schemeClr val="tx1"/>
          </a:solidFill>
          <a:latin typeface="+mn-lt"/>
          <a:ea typeface="+mn-ea"/>
          <a:cs typeface="+mn-cs"/>
        </a:defRPr>
      </a:lvl7pPr>
      <a:lvl8pPr marL="1929130" indent="-128905" algn="l" defTabSz="514350" rtl="0" eaLnBrk="1" latinLnBrk="0" hangingPunct="1">
        <a:lnSpc>
          <a:spcPct val="90000"/>
        </a:lnSpc>
        <a:spcBef>
          <a:spcPts val="280"/>
        </a:spcBef>
        <a:buFont typeface="Arial" panose="020B0604020202020204" pitchFamily="34" charset="0"/>
        <a:buChar char="•"/>
        <a:defRPr sz="1015" kern="1200">
          <a:solidFill>
            <a:schemeClr val="tx1"/>
          </a:solidFill>
          <a:latin typeface="+mn-lt"/>
          <a:ea typeface="+mn-ea"/>
          <a:cs typeface="+mn-cs"/>
        </a:defRPr>
      </a:lvl8pPr>
      <a:lvl9pPr marL="2186305" indent="-128905" algn="l" defTabSz="514350" rtl="0" eaLnBrk="1" latinLnBrk="0" hangingPunct="1">
        <a:lnSpc>
          <a:spcPct val="90000"/>
        </a:lnSpc>
        <a:spcBef>
          <a:spcPts val="280"/>
        </a:spcBef>
        <a:buFont typeface="Arial" panose="020B0604020202020204" pitchFamily="34" charset="0"/>
        <a:buChar char="•"/>
        <a:defRPr sz="101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14350" rtl="0" eaLnBrk="1" latinLnBrk="0" hangingPunct="1">
        <a:defRPr sz="1015" kern="1200">
          <a:solidFill>
            <a:schemeClr val="tx1"/>
          </a:solidFill>
          <a:latin typeface="+mn-lt"/>
          <a:ea typeface="+mn-ea"/>
          <a:cs typeface="+mn-cs"/>
        </a:defRPr>
      </a:lvl1pPr>
      <a:lvl2pPr marL="257175" algn="l" defTabSz="514350" rtl="0" eaLnBrk="1" latinLnBrk="0" hangingPunct="1">
        <a:defRPr sz="1015" kern="1200">
          <a:solidFill>
            <a:schemeClr val="tx1"/>
          </a:solidFill>
          <a:latin typeface="+mn-lt"/>
          <a:ea typeface="+mn-ea"/>
          <a:cs typeface="+mn-cs"/>
        </a:defRPr>
      </a:lvl2pPr>
      <a:lvl3pPr marL="514350" algn="l" defTabSz="514350" rtl="0" eaLnBrk="1" latinLnBrk="0" hangingPunct="1">
        <a:defRPr sz="1015" kern="1200">
          <a:solidFill>
            <a:schemeClr val="tx1"/>
          </a:solidFill>
          <a:latin typeface="+mn-lt"/>
          <a:ea typeface="+mn-ea"/>
          <a:cs typeface="+mn-cs"/>
        </a:defRPr>
      </a:lvl3pPr>
      <a:lvl4pPr marL="771525" algn="l" defTabSz="514350" rtl="0" eaLnBrk="1" latinLnBrk="0" hangingPunct="1">
        <a:defRPr sz="1015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algn="l" defTabSz="514350" rtl="0" eaLnBrk="1" latinLnBrk="0" hangingPunct="1">
        <a:defRPr sz="1015" kern="1200">
          <a:solidFill>
            <a:schemeClr val="tx1"/>
          </a:solidFill>
          <a:latin typeface="+mn-lt"/>
          <a:ea typeface="+mn-ea"/>
          <a:cs typeface="+mn-cs"/>
        </a:defRPr>
      </a:lvl5pPr>
      <a:lvl6pPr marL="1285875" algn="l" defTabSz="514350" rtl="0" eaLnBrk="1" latinLnBrk="0" hangingPunct="1">
        <a:defRPr sz="1015" kern="1200">
          <a:solidFill>
            <a:schemeClr val="tx1"/>
          </a:solidFill>
          <a:latin typeface="+mn-lt"/>
          <a:ea typeface="+mn-ea"/>
          <a:cs typeface="+mn-cs"/>
        </a:defRPr>
      </a:lvl6pPr>
      <a:lvl7pPr marL="1543050" algn="l" defTabSz="514350" rtl="0" eaLnBrk="1" latinLnBrk="0" hangingPunct="1">
        <a:defRPr sz="1015" kern="1200">
          <a:solidFill>
            <a:schemeClr val="tx1"/>
          </a:solidFill>
          <a:latin typeface="+mn-lt"/>
          <a:ea typeface="+mn-ea"/>
          <a:cs typeface="+mn-cs"/>
        </a:defRPr>
      </a:lvl7pPr>
      <a:lvl8pPr marL="1800225" algn="l" defTabSz="514350" rtl="0" eaLnBrk="1" latinLnBrk="0" hangingPunct="1">
        <a:defRPr sz="1015" kern="1200">
          <a:solidFill>
            <a:schemeClr val="tx1"/>
          </a:solidFill>
          <a:latin typeface="+mn-lt"/>
          <a:ea typeface="+mn-ea"/>
          <a:cs typeface="+mn-cs"/>
        </a:defRPr>
      </a:lvl8pPr>
      <a:lvl9pPr marL="2057400" algn="l" defTabSz="514350" rtl="0" eaLnBrk="1" latinLnBrk="0" hangingPunct="1">
        <a:defRPr sz="101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itle 1"/>
          <p:cNvSpPr>
            <a:spLocks noGrp="1" noChangeArrowheads="1"/>
          </p:cNvSpPr>
          <p:nvPr>
            <p:ph type="title"/>
          </p:nvPr>
        </p:nvSpPr>
        <p:spPr>
          <a:xfrm>
            <a:off x="5113338" y="2514600"/>
            <a:ext cx="4030662" cy="1149350"/>
          </a:xfrm>
        </p:spPr>
        <p:txBody>
          <a:bodyPr/>
          <a:lstStyle/>
          <a:p>
            <a:pPr algn="ctr" eaLnBrk="1" hangingPunct="1"/>
            <a:r>
              <a:rPr lang="en-US" altLang="de-DE" sz="4000" dirty="0"/>
              <a:t>Agile 5-DB Systel 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6"/>
          </p:nvPr>
        </p:nvSpPr>
        <p:spPr>
          <a:xfrm>
            <a:off x="6705544" y="4876762"/>
            <a:ext cx="1984375" cy="292100"/>
          </a:xfrm>
        </p:spPr>
        <p:txBody>
          <a:bodyPr rtlCol="0"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/>
              <a:t>Neeraj Vohra</a:t>
            </a:r>
          </a:p>
        </p:txBody>
      </p:sp>
      <p:pic>
        <p:nvPicPr>
          <p:cNvPr id="29700" name="Picture 11" descr="DB-MNL_rgb_M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255" t="-46503" r="-16711" b="-14403"/>
          <a:stretch>
            <a:fillRect/>
          </a:stretch>
        </p:blipFill>
        <p:spPr bwMode="auto">
          <a:xfrm>
            <a:off x="4570413" y="5791200"/>
            <a:ext cx="1984375" cy="865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16"/>
          <p:cNvSpPr>
            <a:spLocks noGrp="1" noChangeArrowheads="1"/>
          </p:cNvSpPr>
          <p:nvPr>
            <p:ph type="title"/>
          </p:nvPr>
        </p:nvSpPr>
        <p:spPr>
          <a:xfrm>
            <a:off x="1165225" y="307975"/>
            <a:ext cx="7326313" cy="549275"/>
          </a:xfrm>
        </p:spPr>
        <p:txBody>
          <a:bodyPr lIns="90488" tIns="44450" rIns="90488" bIns="44450"/>
          <a:lstStyle/>
          <a:p>
            <a:pPr algn="ctr" eaLnBrk="1" hangingPunct="1"/>
            <a:br>
              <a:rPr lang="en-US" sz="3200" dirty="0"/>
            </a:br>
            <a:r>
              <a:rPr lang="en-US" sz="2800" dirty="0"/>
              <a:t>FAQ</a:t>
            </a:r>
            <a:br>
              <a:rPr lang="en-US" sz="1800" dirty="0">
                <a:effectLst/>
                <a:latin typeface="Calibri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</a:br>
            <a:endParaRPr lang="en-US" altLang="de-DE" sz="3200" dirty="0"/>
          </a:p>
        </p:txBody>
      </p:sp>
      <p:sp>
        <p:nvSpPr>
          <p:cNvPr id="30724" name="Rectangle 2"/>
          <p:cNvSpPr>
            <a:spLocks noChangeArrowheads="1"/>
          </p:cNvSpPr>
          <p:nvPr/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30725" name="Rectangle 3"/>
          <p:cNvSpPr>
            <a:spLocks noChangeArrowheads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30726" name="Rectangle 4"/>
          <p:cNvSpPr>
            <a:spLocks noChangeArrowheads="1"/>
          </p:cNvSpPr>
          <p:nvPr/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30727" name="Rectangle 5"/>
          <p:cNvSpPr>
            <a:spLocks noChangeArrowheads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30728" name="Rectangle 6"/>
          <p:cNvSpPr>
            <a:spLocks noChangeArrowheads="1"/>
          </p:cNvSpPr>
          <p:nvPr/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30729" name="Rectangle 7"/>
          <p:cNvSpPr>
            <a:spLocks noChangeArrowheads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30730" name="Rectangle 8"/>
          <p:cNvSpPr>
            <a:spLocks noChangeArrowheads="1"/>
          </p:cNvSpPr>
          <p:nvPr/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30731" name="Rectangle 9"/>
          <p:cNvSpPr>
            <a:spLocks noChangeArrowheads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30732" name="Rectangle 10"/>
          <p:cNvSpPr>
            <a:spLocks noChangeArrowheads="1"/>
          </p:cNvSpPr>
          <p:nvPr/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30733" name="Rectangle 11"/>
          <p:cNvSpPr>
            <a:spLocks noChangeArrowheads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30734" name="Rectangle 12"/>
          <p:cNvSpPr>
            <a:spLocks noChangeArrowheads="1"/>
          </p:cNvSpPr>
          <p:nvPr/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30735" name="Rectangle 13"/>
          <p:cNvSpPr>
            <a:spLocks noChangeArrowheads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30736" name="Rectangle 14"/>
          <p:cNvSpPr>
            <a:spLocks noChangeArrowheads="1"/>
          </p:cNvSpPr>
          <p:nvPr/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30737" name="Rectangle 15"/>
          <p:cNvSpPr>
            <a:spLocks noChangeArrowheads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9433B4-5907-4AD7-AA2E-03B3EA64E3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4338" y="914466"/>
            <a:ext cx="8272354" cy="5333934"/>
          </a:xfrm>
        </p:spPr>
        <p:txBody>
          <a:bodyPr/>
          <a:lstStyle/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2000" b="1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Two of the biggest challenges in Scrum?</a:t>
            </a:r>
          </a:p>
          <a:p>
            <a:pPr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Teams not self-managing</a:t>
            </a:r>
          </a:p>
          <a:p>
            <a:pPr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Scrum Master managing not facilitating.</a:t>
            </a:r>
          </a:p>
          <a:p>
            <a:pPr marL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2000" b="1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Who is responsible for managing the team ?</a:t>
            </a:r>
          </a:p>
          <a:p>
            <a:pPr marL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Teams are responsible for managing themselves.</a:t>
            </a:r>
          </a:p>
          <a:p>
            <a:pPr marL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2000" b="1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Who manage the obstacles?</a:t>
            </a:r>
          </a:p>
          <a:p>
            <a:pPr marL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Primary responsibility of the scrum master , with the help of scrum team management.</a:t>
            </a:r>
          </a:p>
          <a:p>
            <a:pPr marL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2000" b="1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Engineering Practices?</a:t>
            </a:r>
          </a:p>
          <a:p>
            <a:pPr marL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The Engineering practice the construction team will use to develop like XP, TDD, BDD, etc</a:t>
            </a:r>
          </a:p>
          <a:p>
            <a:pPr marL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endParaRPr lang="en-US" sz="2000" b="1" dirty="0">
              <a:solidFill>
                <a:srgbClr val="00206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endParaRPr lang="en-US" sz="2000" b="1" dirty="0">
              <a:solidFill>
                <a:srgbClr val="00206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endParaRPr lang="en-US" sz="2000" b="1" dirty="0">
              <a:solidFill>
                <a:srgbClr val="00206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endParaRPr lang="en-US" sz="20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endParaRPr lang="en-US" sz="20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5383186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16"/>
          <p:cNvSpPr>
            <a:spLocks noGrp="1" noChangeArrowheads="1"/>
          </p:cNvSpPr>
          <p:nvPr>
            <p:ph type="title"/>
          </p:nvPr>
        </p:nvSpPr>
        <p:spPr>
          <a:xfrm>
            <a:off x="1165225" y="307975"/>
            <a:ext cx="7326313" cy="549275"/>
          </a:xfrm>
        </p:spPr>
        <p:txBody>
          <a:bodyPr lIns="90488" tIns="44450" rIns="90488" bIns="44450"/>
          <a:lstStyle/>
          <a:p>
            <a:pPr algn="ctr" eaLnBrk="1" hangingPunct="1"/>
            <a:br>
              <a:rPr lang="en-US" sz="3200" dirty="0"/>
            </a:br>
            <a:r>
              <a:rPr lang="en-US" sz="2800" dirty="0"/>
              <a:t>Metrics?</a:t>
            </a:r>
            <a:br>
              <a:rPr lang="en-US" sz="1800" dirty="0">
                <a:effectLst/>
                <a:latin typeface="Calibri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</a:br>
            <a:endParaRPr lang="en-US" altLang="de-DE" sz="3200" dirty="0"/>
          </a:p>
        </p:txBody>
      </p:sp>
      <p:sp>
        <p:nvSpPr>
          <p:cNvPr id="30724" name="Rectangle 2"/>
          <p:cNvSpPr>
            <a:spLocks noChangeArrowheads="1"/>
          </p:cNvSpPr>
          <p:nvPr/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30725" name="Rectangle 3"/>
          <p:cNvSpPr>
            <a:spLocks noChangeArrowheads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30726" name="Rectangle 4"/>
          <p:cNvSpPr>
            <a:spLocks noChangeArrowheads="1"/>
          </p:cNvSpPr>
          <p:nvPr/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30727" name="Rectangle 5"/>
          <p:cNvSpPr>
            <a:spLocks noChangeArrowheads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30728" name="Rectangle 6"/>
          <p:cNvSpPr>
            <a:spLocks noChangeArrowheads="1"/>
          </p:cNvSpPr>
          <p:nvPr/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30729" name="Rectangle 7"/>
          <p:cNvSpPr>
            <a:spLocks noChangeArrowheads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30730" name="Rectangle 8"/>
          <p:cNvSpPr>
            <a:spLocks noChangeArrowheads="1"/>
          </p:cNvSpPr>
          <p:nvPr/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30731" name="Rectangle 9"/>
          <p:cNvSpPr>
            <a:spLocks noChangeArrowheads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30732" name="Rectangle 10"/>
          <p:cNvSpPr>
            <a:spLocks noChangeArrowheads="1"/>
          </p:cNvSpPr>
          <p:nvPr/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30733" name="Rectangle 11"/>
          <p:cNvSpPr>
            <a:spLocks noChangeArrowheads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30734" name="Rectangle 12"/>
          <p:cNvSpPr>
            <a:spLocks noChangeArrowheads="1"/>
          </p:cNvSpPr>
          <p:nvPr/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30735" name="Rectangle 13"/>
          <p:cNvSpPr>
            <a:spLocks noChangeArrowheads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30736" name="Rectangle 14"/>
          <p:cNvSpPr>
            <a:spLocks noChangeArrowheads="1"/>
          </p:cNvSpPr>
          <p:nvPr/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30737" name="Rectangle 15"/>
          <p:cNvSpPr>
            <a:spLocks noChangeArrowheads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9433B4-5907-4AD7-AA2E-03B3EA64E3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4338" y="914466"/>
            <a:ext cx="8272354" cy="5333934"/>
          </a:xfrm>
        </p:spPr>
        <p:txBody>
          <a:bodyPr/>
          <a:lstStyle/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2000" b="1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Velocity- How much value we deliver per sprint?</a:t>
            </a:r>
            <a:endParaRPr lang="en-US" sz="2000" b="1" dirty="0">
              <a:solidFill>
                <a:srgbClr val="00206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2000" b="1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Capacity- How much efforts can we expend in a Sprint?</a:t>
            </a: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2000" b="1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Focus Factor- What percentage of our efforts becomes values?</a:t>
            </a: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2000" b="1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Productive Hours? </a:t>
            </a:r>
            <a:endParaRPr lang="en-US" sz="2000" b="1" dirty="0">
              <a:solidFill>
                <a:srgbClr val="00206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2000" b="1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Estimated Accuracy?</a:t>
            </a: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2000" b="1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Forecast Accuracy?</a:t>
            </a: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2000" b="1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Velocity Increase?</a:t>
            </a:r>
            <a:endParaRPr lang="en-US" sz="2000" b="1" dirty="0">
              <a:solidFill>
                <a:srgbClr val="00206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endParaRPr lang="en-US" sz="2000" b="1" dirty="0">
              <a:solidFill>
                <a:srgbClr val="00206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endParaRPr lang="en-US" sz="2000" b="1" dirty="0">
              <a:solidFill>
                <a:srgbClr val="00206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endParaRPr lang="en-US" sz="2000" b="1" dirty="0">
              <a:solidFill>
                <a:srgbClr val="00206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endParaRPr lang="en-US" sz="20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endParaRPr lang="en-US" sz="20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4929508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63D156-2C7E-4365-BD74-ED47EFB002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</a:t>
            </a:r>
            <a:br>
              <a:rPr lang="en-US" dirty="0"/>
            </a:br>
            <a:r>
              <a:rPr lang="en-US" sz="3600" dirty="0"/>
              <a:t>You</a:t>
            </a:r>
          </a:p>
        </p:txBody>
      </p:sp>
    </p:spTree>
    <p:extLst>
      <p:ext uri="{BB962C8B-B14F-4D97-AF65-F5344CB8AC3E}">
        <p14:creationId xmlns:p14="http://schemas.microsoft.com/office/powerpoint/2010/main" val="3107847142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/>
      <a:bodyPr vert="horz" lIns="91440" tIns="45720" rIns="91440" bIns="45720" rtlCol="0" anchor="ctr">
        <a:noAutofit/>
      </a:bodyPr>
      <a:lstStyle>
        <a:defPPr algn="l">
          <a:defRPr sz="4000" dirty="0" smtClean="0">
            <a:solidFill>
              <a:srgbClr val="F68B1F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/>
      <a:bodyPr vert="horz" lIns="91440" tIns="45720" rIns="91440" bIns="45720" rtlCol="0" anchor="ctr">
        <a:noAutofit/>
      </a:bodyPr>
      <a:lstStyle>
        <a:defPPr algn="l">
          <a:defRPr sz="4000" dirty="0" smtClean="0">
            <a:solidFill>
              <a:srgbClr val="F68B1F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/>
      <a:bodyPr vert="horz" lIns="91440" tIns="45720" rIns="91440" bIns="45720" rtlCol="0" anchor="ctr">
        <a:noAutofit/>
      </a:bodyPr>
      <a:lstStyle>
        <a:defPPr algn="l">
          <a:defRPr sz="4000" dirty="0" smtClean="0">
            <a:solidFill>
              <a:srgbClr val="F68B1F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463</TotalTime>
  <Words>133</Words>
  <Application>Microsoft Office PowerPoint</Application>
  <PresentationFormat>On-screen Show (4:3)</PresentationFormat>
  <Paragraphs>34</Paragraphs>
  <Slides>4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4</vt:i4>
      </vt:variant>
    </vt:vector>
  </HeadingPairs>
  <TitlesOfParts>
    <vt:vector size="11" baseType="lpstr">
      <vt:lpstr>Arial</vt:lpstr>
      <vt:lpstr>Calibri</vt:lpstr>
      <vt:lpstr>Times New Roman</vt:lpstr>
      <vt:lpstr>Wingdings</vt:lpstr>
      <vt:lpstr>Custom Design</vt:lpstr>
      <vt:lpstr>1_Custom Design</vt:lpstr>
      <vt:lpstr>2_Custom Design</vt:lpstr>
      <vt:lpstr>Agile 5-DB Systel </vt:lpstr>
      <vt:lpstr> FAQ </vt:lpstr>
      <vt:lpstr> Metrics? 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Agile 2-DB Systel </dc:title>
  <dc:creator>Neeraj Vohra</dc:creator>
  <cp:lastModifiedBy>Neeraj Vohra</cp:lastModifiedBy>
  <cp:revision>56</cp:revision>
  <dcterms:created xsi:type="dcterms:W3CDTF">2020-11-13T06:55:29Z</dcterms:created>
  <dcterms:modified xsi:type="dcterms:W3CDTF">2020-11-15T10:09:15Z</dcterms:modified>
</cp:coreProperties>
</file>