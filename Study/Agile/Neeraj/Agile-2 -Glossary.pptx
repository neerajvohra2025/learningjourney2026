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_rels/data1.xml.rels" ContentType="application/vnd.openxmlformats-package.relationships+xml"/>
  <Override PartName="/ppt/diagrams/_rels/drawing1.xml.rels" ContentType="application/vnd.openxmlformats-package.relationships+xml"/>
  <Override PartName="/ppt/media/image28.png" ContentType="image/png"/>
  <Override PartName="/ppt/media/image1.jpeg" ContentType="image/jpeg"/>
  <Override PartName="/ppt/media/image3.png" ContentType="image/png"/>
  <Override PartName="/ppt/media/image38.png" ContentType="image/png"/>
  <Override PartName="/ppt/media/OOXDiagramDrawingRels1_0.png" ContentType="image/png"/>
  <Override PartName="/ppt/media/image2.jpeg" ContentType="image/jpeg"/>
  <Override PartName="/ppt/media/image8.png" ContentType="image/png"/>
  <Override PartName="/ppt/media/image4.jpeg" ContentType="image/jpeg"/>
  <Override PartName="/ppt/media/image7.png" ContentType="image/png"/>
  <Override PartName="/ppt/media/image5.jpeg" ContentType="image/jpeg"/>
  <Override PartName="/ppt/media/image11.png" ContentType="image/png"/>
  <Override PartName="/ppt/media/image6.jpeg" ContentType="image/jpeg"/>
  <Override PartName="/ppt/media/image21.png" ContentType="image/png"/>
  <Override PartName="/ppt/media/image9.png" ContentType="image/png"/>
  <Override PartName="/ppt/media/image10.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OOXDiagramDataRels1_0.png" ContentType="image/png"/>
  <Override PartName="/ppt/media/OOXDiagramDataRels1_1.svg" ContentType="image/svg"/>
  <Override PartName="/ppt/media/OOXDiagramDataRels1_2.png" ContentType="image/png"/>
  <Override PartName="/ppt/media/OOXDiagramDataRels1_3.svg" ContentType="image/svg"/>
  <Override PartName="/ppt/media/OOXDiagramDataRels1_4.png" ContentType="image/png"/>
  <Override PartName="/ppt/media/OOXDiagramDataRels1_5.svg" ContentType="image/svg"/>
  <Override PartName="/ppt/media/OOXDiagramDrawingRels1_1.svg" ContentType="image/svg"/>
  <Override PartName="/ppt/media/OOXDiagramDrawingRels1_2.png" ContentType="image/png"/>
  <Override PartName="/ppt/media/OOXDiagramDrawingRels1_3.svg" ContentType="image/svg"/>
  <Override PartName="/ppt/media/OOXDiagramDrawingRels1_4.png" ContentType="image/png"/>
  <Override PartName="/ppt/media/OOXDiagramDrawingRels1_5.svg" ContentType="image/svg"/>
  <Override PartName="/ppt/media/image18.png" ContentType="image/png"/>
  <Override PartName="/ppt/media/image19.png" ContentType="image/png"/>
  <Override PartName="/ppt/media/image20.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6.png" ContentType="image/png"/>
  <Override PartName="/ppt/media/image37.png" ContentType="image/png"/>
  <Override PartName="/ppt/media/image39.png" ContentType="image/png"/>
  <Override PartName="/ppt/media/image40.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_rels/slideLayout31.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x="9144000" cy="6858000"/>
  <p:notesSz cx="6732588" cy="9871075"/>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presProps" Target="presProps.xml"/>
</Relationships>
</file>

<file path=ppt/diagrams/_rels/data1.xml.rels><?xml version="1.0" encoding="UTF-8"?>
<Relationships xmlns="http://schemas.openxmlformats.org/package/2006/relationships"><Relationship Id="rId1" Type="http://schemas.openxmlformats.org/officeDocument/2006/relationships/image" Target="../media/OOXDiagramDataRels1_0.png"/><Relationship Id="rId2" Type="http://schemas.openxmlformats.org/officeDocument/2006/relationships/image" Target="../media/OOXDiagramDataRels1_1.svg"/><Relationship Id="rId3" Type="http://schemas.openxmlformats.org/officeDocument/2006/relationships/image" Target="../media/OOXDiagramDataRels1_2.png"/><Relationship Id="rId4" Type="http://schemas.openxmlformats.org/officeDocument/2006/relationships/image" Target="../media/OOXDiagramDataRels1_3.svg"/><Relationship Id="rId5" Type="http://schemas.openxmlformats.org/officeDocument/2006/relationships/image" Target="../media/OOXDiagramDataRels1_4.png"/><Relationship Id="rId6" Type="http://schemas.openxmlformats.org/officeDocument/2006/relationships/image" Target="../media/OOXDiagramDataRels1_5.svg"/>
</Relationships>
</file>

<file path=ppt/diagrams/_rels/drawing1.xml.rels><?xml version="1.0" encoding="UTF-8"?>
<Relationships xmlns="http://schemas.openxmlformats.org/package/2006/relationships"><Relationship Id="rId1" Type="http://schemas.openxmlformats.org/officeDocument/2006/relationships/image" Target="../media/OOXDiagramDrawingRels1_0.png"/><Relationship Id="rId2" Type="http://schemas.openxmlformats.org/officeDocument/2006/relationships/image" Target="../media/OOXDiagramDrawingRels1_1.svg"/><Relationship Id="rId3" Type="http://schemas.openxmlformats.org/officeDocument/2006/relationships/image" Target="../media/OOXDiagramDrawingRels1_2.png"/><Relationship Id="rId4" Type="http://schemas.openxmlformats.org/officeDocument/2006/relationships/image" Target="../media/OOXDiagramDrawingRels1_3.svg"/><Relationship Id="rId5" Type="http://schemas.openxmlformats.org/officeDocument/2006/relationships/image" Target="../media/OOXDiagramDrawingRels1_4.png"/><Relationship Id="rId6" Type="http://schemas.openxmlformats.org/officeDocument/2006/relationships/image" Target="../media/OOXDiagramDrawingRels1_5.svg"/>
</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11FBAD-4FBA-4247-A947-AEE6E94E8F19}"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1A98F8D-6DCE-4FC4-9F17-51380DE517AA}">
      <dgm:prSet/>
      <dgm:spPr/>
      <dgm:t>
        <a:bodyPr/>
        <a:lstStyle/>
        <a:p>
          <a:pPr>
            <a:defRPr cap="all"/>
          </a:pPr>
          <a:r>
            <a:rPr lang="en-US" dirty="0"/>
            <a:t>DEEP-DIVE into Product Backlog    </a:t>
          </a:r>
        </a:p>
      </dgm:t>
    </dgm:pt>
    <dgm:pt modelId="{942F55E0-BC36-4A40-8CD7-78B7F6C17C0A}" type="parTrans" cxnId="{D665C6A5-CDEB-4299-9C31-A1A356A7E27A}">
      <dgm:prSet/>
      <dgm:spPr/>
      <dgm:t>
        <a:bodyPr/>
        <a:lstStyle/>
        <a:p>
          <a:endParaRPr lang="en-US"/>
        </a:p>
      </dgm:t>
    </dgm:pt>
    <dgm:pt modelId="{34B2C862-2B6B-4BE1-ACEB-8881885629CE}" type="sibTrans" cxnId="{D665C6A5-CDEB-4299-9C31-A1A356A7E27A}">
      <dgm:prSet/>
      <dgm:spPr/>
      <dgm:t>
        <a:bodyPr/>
        <a:lstStyle/>
        <a:p>
          <a:endParaRPr lang="en-US"/>
        </a:p>
      </dgm:t>
    </dgm:pt>
    <dgm:pt modelId="{9FA3F180-DE99-4421-8DEB-66080BC33273}">
      <dgm:prSet/>
      <dgm:spPr/>
      <dgm:t>
        <a:bodyPr/>
        <a:lstStyle/>
        <a:p>
          <a:pPr>
            <a:defRPr cap="all"/>
          </a:pPr>
          <a:r>
            <a:rPr lang="en-US"/>
            <a:t>INVEST in Stories </a:t>
          </a:r>
        </a:p>
      </dgm:t>
    </dgm:pt>
    <dgm:pt modelId="{9ACD1534-DBD4-432C-B27F-7377A6A6EBAE}" type="parTrans" cxnId="{E2125072-3293-46D9-AAB3-9269681AD445}">
      <dgm:prSet/>
      <dgm:spPr/>
      <dgm:t>
        <a:bodyPr/>
        <a:lstStyle/>
        <a:p>
          <a:endParaRPr lang="en-US"/>
        </a:p>
      </dgm:t>
    </dgm:pt>
    <dgm:pt modelId="{5BFFB855-1E8C-4DD1-A00C-A28428F9245F}" type="sibTrans" cxnId="{E2125072-3293-46D9-AAB3-9269681AD445}">
      <dgm:prSet/>
      <dgm:spPr/>
      <dgm:t>
        <a:bodyPr/>
        <a:lstStyle/>
        <a:p>
          <a:endParaRPr lang="en-US"/>
        </a:p>
      </dgm:t>
    </dgm:pt>
    <dgm:pt modelId="{3743715E-929E-4D89-9B32-1C15BEED1C21}">
      <dgm:prSet/>
      <dgm:spPr/>
      <dgm:t>
        <a:bodyPr/>
        <a:lstStyle/>
        <a:p>
          <a:pPr>
            <a:defRPr cap="all"/>
          </a:pPr>
          <a:r>
            <a:rPr lang="en-US"/>
            <a:t>Create SMART Plan/Tasks</a:t>
          </a:r>
        </a:p>
      </dgm:t>
    </dgm:pt>
    <dgm:pt modelId="{FDCB0424-490C-449E-AC2B-73317DE650F8}" type="parTrans" cxnId="{BF92A790-CD36-4CCA-AD63-5BDCA51B9C11}">
      <dgm:prSet/>
      <dgm:spPr/>
      <dgm:t>
        <a:bodyPr/>
        <a:lstStyle/>
        <a:p>
          <a:endParaRPr lang="en-US"/>
        </a:p>
      </dgm:t>
    </dgm:pt>
    <dgm:pt modelId="{90CA3C24-9088-40B2-953A-F9EA5490DD44}" type="sibTrans" cxnId="{BF92A790-CD36-4CCA-AD63-5BDCA51B9C11}">
      <dgm:prSet/>
      <dgm:spPr/>
      <dgm:t>
        <a:bodyPr/>
        <a:lstStyle/>
        <a:p>
          <a:endParaRPr lang="en-US"/>
        </a:p>
      </dgm:t>
    </dgm:pt>
    <dgm:pt modelId="{5DF7FA2B-DBBB-4F92-A328-F552EBD4EA68}" type="pres">
      <dgm:prSet presAssocID="{B211FBAD-4FBA-4247-A947-AEE6E94E8F19}" presName="root" presStyleCnt="0">
        <dgm:presLayoutVars>
          <dgm:dir/>
          <dgm:resizeHandles val="exact"/>
        </dgm:presLayoutVars>
      </dgm:prSet>
      <dgm:spPr/>
    </dgm:pt>
    <dgm:pt modelId="{0FCDC0F9-3FD8-4498-8FB7-24F13CB673EA}" type="pres">
      <dgm:prSet presAssocID="{71A98F8D-6DCE-4FC4-9F17-51380DE517AA}" presName="compNode" presStyleCnt="0"/>
      <dgm:spPr/>
    </dgm:pt>
    <dgm:pt modelId="{3190EC49-3A5A-47DE-A25E-80CFCE4B08A0}" type="pres">
      <dgm:prSet presAssocID="{71A98F8D-6DCE-4FC4-9F17-51380DE517AA}" presName="iconBgRect" presStyleLbl="bgShp" presStyleIdx="0" presStyleCnt="3"/>
      <dgm:spPr>
        <a:prstGeom prst="round2DiagRect">
          <a:avLst>
            <a:gd name="adj1" fmla="val 29727"/>
            <a:gd name="adj2" fmla="val 0"/>
          </a:avLst>
        </a:prstGeom>
      </dgm:spPr>
    </dgm:pt>
    <dgm:pt modelId="{BC2ED96D-FB61-4DB5-A71A-D1F88EB30C94}" type="pres">
      <dgm:prSet presAssocID="{71A98F8D-6DCE-4FC4-9F17-51380DE517A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er"/>
        </a:ext>
      </dgm:extLst>
    </dgm:pt>
    <dgm:pt modelId="{D939215E-3E89-4EEA-95C0-0896E739B395}" type="pres">
      <dgm:prSet presAssocID="{71A98F8D-6DCE-4FC4-9F17-51380DE517AA}" presName="spaceRect" presStyleCnt="0"/>
      <dgm:spPr/>
    </dgm:pt>
    <dgm:pt modelId="{A61C3849-2763-4D04-A117-B20EDCC8B705}" type="pres">
      <dgm:prSet presAssocID="{71A98F8D-6DCE-4FC4-9F17-51380DE517AA}" presName="textRect" presStyleLbl="revTx" presStyleIdx="0" presStyleCnt="3">
        <dgm:presLayoutVars>
          <dgm:chMax val="1"/>
          <dgm:chPref val="1"/>
        </dgm:presLayoutVars>
      </dgm:prSet>
      <dgm:spPr/>
    </dgm:pt>
    <dgm:pt modelId="{237FCCAE-A853-4647-8BF7-9057897BC68F}" type="pres">
      <dgm:prSet presAssocID="{34B2C862-2B6B-4BE1-ACEB-8881885629CE}" presName="sibTrans" presStyleCnt="0"/>
      <dgm:spPr/>
    </dgm:pt>
    <dgm:pt modelId="{D60C3DB4-60D3-4AFD-B35B-EC397C4315E7}" type="pres">
      <dgm:prSet presAssocID="{9FA3F180-DE99-4421-8DEB-66080BC33273}" presName="compNode" presStyleCnt="0"/>
      <dgm:spPr/>
    </dgm:pt>
    <dgm:pt modelId="{4A9ACC65-7079-42C9-B147-413C9C6A808B}" type="pres">
      <dgm:prSet presAssocID="{9FA3F180-DE99-4421-8DEB-66080BC33273}" presName="iconBgRect" presStyleLbl="bgShp" presStyleIdx="1" presStyleCnt="3"/>
      <dgm:spPr>
        <a:prstGeom prst="round2DiagRect">
          <a:avLst>
            <a:gd name="adj1" fmla="val 29727"/>
            <a:gd name="adj2" fmla="val 0"/>
          </a:avLst>
        </a:prstGeom>
      </dgm:spPr>
    </dgm:pt>
    <dgm:pt modelId="{1BEC8A34-8A51-4831-87F7-134B81DB57EE}" type="pres">
      <dgm:prSet presAssocID="{9FA3F180-DE99-4421-8DEB-66080BC3327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iggy Bank"/>
        </a:ext>
      </dgm:extLst>
    </dgm:pt>
    <dgm:pt modelId="{B303ED7F-A922-48FC-AFC3-A5667E5C87F2}" type="pres">
      <dgm:prSet presAssocID="{9FA3F180-DE99-4421-8DEB-66080BC33273}" presName="spaceRect" presStyleCnt="0"/>
      <dgm:spPr/>
    </dgm:pt>
    <dgm:pt modelId="{9FE65ABB-63A0-4F86-A30D-315412F69BFA}" type="pres">
      <dgm:prSet presAssocID="{9FA3F180-DE99-4421-8DEB-66080BC33273}" presName="textRect" presStyleLbl="revTx" presStyleIdx="1" presStyleCnt="3">
        <dgm:presLayoutVars>
          <dgm:chMax val="1"/>
          <dgm:chPref val="1"/>
        </dgm:presLayoutVars>
      </dgm:prSet>
      <dgm:spPr/>
    </dgm:pt>
    <dgm:pt modelId="{C18EE5FE-259C-439D-BDEB-A3FD18631FD7}" type="pres">
      <dgm:prSet presAssocID="{5BFFB855-1E8C-4DD1-A00C-A28428F9245F}" presName="sibTrans" presStyleCnt="0"/>
      <dgm:spPr/>
    </dgm:pt>
    <dgm:pt modelId="{79D3E0DC-E19B-4672-9A86-FC38324A01C6}" type="pres">
      <dgm:prSet presAssocID="{3743715E-929E-4D89-9B32-1C15BEED1C21}" presName="compNode" presStyleCnt="0"/>
      <dgm:spPr/>
    </dgm:pt>
    <dgm:pt modelId="{E3CC64F4-C4D3-4CF4-B848-8329AB468D18}" type="pres">
      <dgm:prSet presAssocID="{3743715E-929E-4D89-9B32-1C15BEED1C21}" presName="iconBgRect" presStyleLbl="bgShp" presStyleIdx="2" presStyleCnt="3"/>
      <dgm:spPr>
        <a:prstGeom prst="round2DiagRect">
          <a:avLst>
            <a:gd name="adj1" fmla="val 29727"/>
            <a:gd name="adj2" fmla="val 0"/>
          </a:avLst>
        </a:prstGeom>
      </dgm:spPr>
    </dgm:pt>
    <dgm:pt modelId="{656CA76E-BCAF-45B7-B7C1-4D14037E9222}" type="pres">
      <dgm:prSet presAssocID="{3743715E-929E-4D89-9B32-1C15BEED1C2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84F0033A-4978-4E5B-A924-D8749C8E67EE}" type="pres">
      <dgm:prSet presAssocID="{3743715E-929E-4D89-9B32-1C15BEED1C21}" presName="spaceRect" presStyleCnt="0"/>
      <dgm:spPr/>
    </dgm:pt>
    <dgm:pt modelId="{FEBB7B2B-9BAC-4633-9AFF-B51080B4A645}" type="pres">
      <dgm:prSet presAssocID="{3743715E-929E-4D89-9B32-1C15BEED1C21}" presName="textRect" presStyleLbl="revTx" presStyleIdx="2" presStyleCnt="3">
        <dgm:presLayoutVars>
          <dgm:chMax val="1"/>
          <dgm:chPref val="1"/>
        </dgm:presLayoutVars>
      </dgm:prSet>
      <dgm:spPr/>
    </dgm:pt>
  </dgm:ptLst>
  <dgm:cxnLst>
    <dgm:cxn modelId="{97AE344B-B78B-494C-9E9D-FA2240C72090}" type="presOf" srcId="{B211FBAD-4FBA-4247-A947-AEE6E94E8F19}" destId="{5DF7FA2B-DBBB-4F92-A328-F552EBD4EA68}" srcOrd="0" destOrd="0" presId="urn:microsoft.com/office/officeart/2018/5/layout/IconLeafLabelList"/>
    <dgm:cxn modelId="{F505C46E-3E4F-4450-8891-91519A07B676}" type="presOf" srcId="{3743715E-929E-4D89-9B32-1C15BEED1C21}" destId="{FEBB7B2B-9BAC-4633-9AFF-B51080B4A645}" srcOrd="0" destOrd="0" presId="urn:microsoft.com/office/officeart/2018/5/layout/IconLeafLabelList"/>
    <dgm:cxn modelId="{E2125072-3293-46D9-AAB3-9269681AD445}" srcId="{B211FBAD-4FBA-4247-A947-AEE6E94E8F19}" destId="{9FA3F180-DE99-4421-8DEB-66080BC33273}" srcOrd="1" destOrd="0" parTransId="{9ACD1534-DBD4-432C-B27F-7377A6A6EBAE}" sibTransId="{5BFFB855-1E8C-4DD1-A00C-A28428F9245F}"/>
    <dgm:cxn modelId="{CC421D87-AEEE-4D18-824E-EE0AA1B490F2}" type="presOf" srcId="{71A98F8D-6DCE-4FC4-9F17-51380DE517AA}" destId="{A61C3849-2763-4D04-A117-B20EDCC8B705}" srcOrd="0" destOrd="0" presId="urn:microsoft.com/office/officeart/2018/5/layout/IconLeafLabelList"/>
    <dgm:cxn modelId="{BF92A790-CD36-4CCA-AD63-5BDCA51B9C11}" srcId="{B211FBAD-4FBA-4247-A947-AEE6E94E8F19}" destId="{3743715E-929E-4D89-9B32-1C15BEED1C21}" srcOrd="2" destOrd="0" parTransId="{FDCB0424-490C-449E-AC2B-73317DE650F8}" sibTransId="{90CA3C24-9088-40B2-953A-F9EA5490DD44}"/>
    <dgm:cxn modelId="{D665C6A5-CDEB-4299-9C31-A1A356A7E27A}" srcId="{B211FBAD-4FBA-4247-A947-AEE6E94E8F19}" destId="{71A98F8D-6DCE-4FC4-9F17-51380DE517AA}" srcOrd="0" destOrd="0" parTransId="{942F55E0-BC36-4A40-8CD7-78B7F6C17C0A}" sibTransId="{34B2C862-2B6B-4BE1-ACEB-8881885629CE}"/>
    <dgm:cxn modelId="{16FBDBC7-0A09-4387-BFE3-DFFFA3A4EA67}" type="presOf" srcId="{9FA3F180-DE99-4421-8DEB-66080BC33273}" destId="{9FE65ABB-63A0-4F86-A30D-315412F69BFA}" srcOrd="0" destOrd="0" presId="urn:microsoft.com/office/officeart/2018/5/layout/IconLeafLabelList"/>
    <dgm:cxn modelId="{065F956B-1A65-446C-BBA6-5FAAA894A96C}" type="presParOf" srcId="{5DF7FA2B-DBBB-4F92-A328-F552EBD4EA68}" destId="{0FCDC0F9-3FD8-4498-8FB7-24F13CB673EA}" srcOrd="0" destOrd="0" presId="urn:microsoft.com/office/officeart/2018/5/layout/IconLeafLabelList"/>
    <dgm:cxn modelId="{CE08084B-190F-475A-B66A-B73F904729A2}" type="presParOf" srcId="{0FCDC0F9-3FD8-4498-8FB7-24F13CB673EA}" destId="{3190EC49-3A5A-47DE-A25E-80CFCE4B08A0}" srcOrd="0" destOrd="0" presId="urn:microsoft.com/office/officeart/2018/5/layout/IconLeafLabelList"/>
    <dgm:cxn modelId="{297AF27E-6C2D-43AE-9C95-23D3C302368E}" type="presParOf" srcId="{0FCDC0F9-3FD8-4498-8FB7-24F13CB673EA}" destId="{BC2ED96D-FB61-4DB5-A71A-D1F88EB30C94}" srcOrd="1" destOrd="0" presId="urn:microsoft.com/office/officeart/2018/5/layout/IconLeafLabelList"/>
    <dgm:cxn modelId="{579C349B-D5E0-4E5D-9D4E-4CC29325F230}" type="presParOf" srcId="{0FCDC0F9-3FD8-4498-8FB7-24F13CB673EA}" destId="{D939215E-3E89-4EEA-95C0-0896E739B395}" srcOrd="2" destOrd="0" presId="urn:microsoft.com/office/officeart/2018/5/layout/IconLeafLabelList"/>
    <dgm:cxn modelId="{BBE6BC06-DC9D-427C-BA41-AD799C459BA0}" type="presParOf" srcId="{0FCDC0F9-3FD8-4498-8FB7-24F13CB673EA}" destId="{A61C3849-2763-4D04-A117-B20EDCC8B705}" srcOrd="3" destOrd="0" presId="urn:microsoft.com/office/officeart/2018/5/layout/IconLeafLabelList"/>
    <dgm:cxn modelId="{42C86FD8-A284-4E0C-8E5C-4E64D5246ABB}" type="presParOf" srcId="{5DF7FA2B-DBBB-4F92-A328-F552EBD4EA68}" destId="{237FCCAE-A853-4647-8BF7-9057897BC68F}" srcOrd="1" destOrd="0" presId="urn:microsoft.com/office/officeart/2018/5/layout/IconLeafLabelList"/>
    <dgm:cxn modelId="{D8647DF3-7DAF-4486-8608-5091472DC104}" type="presParOf" srcId="{5DF7FA2B-DBBB-4F92-A328-F552EBD4EA68}" destId="{D60C3DB4-60D3-4AFD-B35B-EC397C4315E7}" srcOrd="2" destOrd="0" presId="urn:microsoft.com/office/officeart/2018/5/layout/IconLeafLabelList"/>
    <dgm:cxn modelId="{818F142F-2E50-46A0-BFBA-EBBD2A98A0D0}" type="presParOf" srcId="{D60C3DB4-60D3-4AFD-B35B-EC397C4315E7}" destId="{4A9ACC65-7079-42C9-B147-413C9C6A808B}" srcOrd="0" destOrd="0" presId="urn:microsoft.com/office/officeart/2018/5/layout/IconLeafLabelList"/>
    <dgm:cxn modelId="{A0356367-CF4C-4B97-9CD9-F2319A819194}" type="presParOf" srcId="{D60C3DB4-60D3-4AFD-B35B-EC397C4315E7}" destId="{1BEC8A34-8A51-4831-87F7-134B81DB57EE}" srcOrd="1" destOrd="0" presId="urn:microsoft.com/office/officeart/2018/5/layout/IconLeafLabelList"/>
    <dgm:cxn modelId="{73E4D1D5-C939-4953-8831-FE158E35B689}" type="presParOf" srcId="{D60C3DB4-60D3-4AFD-B35B-EC397C4315E7}" destId="{B303ED7F-A922-48FC-AFC3-A5667E5C87F2}" srcOrd="2" destOrd="0" presId="urn:microsoft.com/office/officeart/2018/5/layout/IconLeafLabelList"/>
    <dgm:cxn modelId="{005BEA10-616E-46CE-8932-FDEAC032DCCE}" type="presParOf" srcId="{D60C3DB4-60D3-4AFD-B35B-EC397C4315E7}" destId="{9FE65ABB-63A0-4F86-A30D-315412F69BFA}" srcOrd="3" destOrd="0" presId="urn:microsoft.com/office/officeart/2018/5/layout/IconLeafLabelList"/>
    <dgm:cxn modelId="{9F0453CC-66E7-4428-B5D2-364D6A6D1090}" type="presParOf" srcId="{5DF7FA2B-DBBB-4F92-A328-F552EBD4EA68}" destId="{C18EE5FE-259C-439D-BDEB-A3FD18631FD7}" srcOrd="3" destOrd="0" presId="urn:microsoft.com/office/officeart/2018/5/layout/IconLeafLabelList"/>
    <dgm:cxn modelId="{4711F85D-5933-4E42-9144-5944D59A8D0F}" type="presParOf" srcId="{5DF7FA2B-DBBB-4F92-A328-F552EBD4EA68}" destId="{79D3E0DC-E19B-4672-9A86-FC38324A01C6}" srcOrd="4" destOrd="0" presId="urn:microsoft.com/office/officeart/2018/5/layout/IconLeafLabelList"/>
    <dgm:cxn modelId="{F6929AA2-03E3-4DFB-A352-F6CFA6BF7FF6}" type="presParOf" srcId="{79D3E0DC-E19B-4672-9A86-FC38324A01C6}" destId="{E3CC64F4-C4D3-4CF4-B848-8329AB468D18}" srcOrd="0" destOrd="0" presId="urn:microsoft.com/office/officeart/2018/5/layout/IconLeafLabelList"/>
    <dgm:cxn modelId="{F0DCC69A-99F7-4DBA-B05E-BC3907B2AFF9}" type="presParOf" srcId="{79D3E0DC-E19B-4672-9A86-FC38324A01C6}" destId="{656CA76E-BCAF-45B7-B7C1-4D14037E9222}" srcOrd="1" destOrd="0" presId="urn:microsoft.com/office/officeart/2018/5/layout/IconLeafLabelList"/>
    <dgm:cxn modelId="{73CAEC3E-35E4-4932-BFCE-9783FBD50186}" type="presParOf" srcId="{79D3E0DC-E19B-4672-9A86-FC38324A01C6}" destId="{84F0033A-4978-4E5B-A924-D8749C8E67EE}" srcOrd="2" destOrd="0" presId="urn:microsoft.com/office/officeart/2018/5/layout/IconLeafLabelList"/>
    <dgm:cxn modelId="{57A8C468-0756-46A3-AA55-78E225EAED32}" type="presParOf" srcId="{79D3E0DC-E19B-4672-9A86-FC38324A01C6}" destId="{FEBB7B2B-9BAC-4633-9AFF-B51080B4A645}"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90EC49-3A5A-47DE-A25E-80CFCE4B08A0}">
      <dsp:nvSpPr>
        <dsp:cNvPr id="0" name=""/>
        <dsp:cNvSpPr/>
      </dsp:nvSpPr>
      <dsp:spPr>
        <a:xfrm>
          <a:off x="464759" y="305681"/>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2ED96D-FB61-4DB5-A71A-D1F88EB30C94}">
      <dsp:nvSpPr>
        <dsp:cNvPr id="0" name=""/>
        <dsp:cNvSpPr/>
      </dsp:nvSpPr>
      <dsp:spPr>
        <a:xfrm>
          <a:off x="757259" y="598181"/>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1C3849-2763-4D04-A117-B20EDCC8B705}">
      <dsp:nvSpPr>
        <dsp:cNvPr id="0" name=""/>
        <dsp:cNvSpPr/>
      </dsp:nvSpPr>
      <dsp:spPr>
        <a:xfrm>
          <a:off x="26009" y="2105682"/>
          <a:ext cx="22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dirty="0"/>
            <a:t>DEEP-DIVE into Product Backlog    </a:t>
          </a:r>
        </a:p>
      </dsp:txBody>
      <dsp:txXfrm>
        <a:off x="26009" y="2105682"/>
        <a:ext cx="2250000" cy="720000"/>
      </dsp:txXfrm>
    </dsp:sp>
    <dsp:sp modelId="{4A9ACC65-7079-42C9-B147-413C9C6A808B}">
      <dsp:nvSpPr>
        <dsp:cNvPr id="0" name=""/>
        <dsp:cNvSpPr/>
      </dsp:nvSpPr>
      <dsp:spPr>
        <a:xfrm>
          <a:off x="3108510" y="305681"/>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EC8A34-8A51-4831-87F7-134B81DB57EE}">
      <dsp:nvSpPr>
        <dsp:cNvPr id="0" name=""/>
        <dsp:cNvSpPr/>
      </dsp:nvSpPr>
      <dsp:spPr>
        <a:xfrm>
          <a:off x="3401010" y="598181"/>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E65ABB-63A0-4F86-A30D-315412F69BFA}">
      <dsp:nvSpPr>
        <dsp:cNvPr id="0" name=""/>
        <dsp:cNvSpPr/>
      </dsp:nvSpPr>
      <dsp:spPr>
        <a:xfrm>
          <a:off x="2669760" y="2105682"/>
          <a:ext cx="22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INVEST in Stories </a:t>
          </a:r>
        </a:p>
      </dsp:txBody>
      <dsp:txXfrm>
        <a:off x="2669760" y="2105682"/>
        <a:ext cx="2250000" cy="720000"/>
      </dsp:txXfrm>
    </dsp:sp>
    <dsp:sp modelId="{E3CC64F4-C4D3-4CF4-B848-8329AB468D18}">
      <dsp:nvSpPr>
        <dsp:cNvPr id="0" name=""/>
        <dsp:cNvSpPr/>
      </dsp:nvSpPr>
      <dsp:spPr>
        <a:xfrm>
          <a:off x="5752260" y="305681"/>
          <a:ext cx="1372500" cy="13725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6CA76E-BCAF-45B7-B7C1-4D14037E9222}">
      <dsp:nvSpPr>
        <dsp:cNvPr id="0" name=""/>
        <dsp:cNvSpPr/>
      </dsp:nvSpPr>
      <dsp:spPr>
        <a:xfrm>
          <a:off x="6044760" y="598181"/>
          <a:ext cx="787500" cy="7875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BB7B2B-9BAC-4633-9AFF-B51080B4A645}">
      <dsp:nvSpPr>
        <dsp:cNvPr id="0" name=""/>
        <dsp:cNvSpPr/>
      </dsp:nvSpPr>
      <dsp:spPr>
        <a:xfrm>
          <a:off x="5313510" y="2105682"/>
          <a:ext cx="22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Create SMART Plan/Tasks</a:t>
          </a:r>
        </a:p>
      </dsp:txBody>
      <dsp:txXfrm>
        <a:off x="5313510" y="2105682"/>
        <a:ext cx="225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2400" spc="-1" strike="noStrike">
                <a:solidFill>
                  <a:srgbClr val="000000"/>
                </a:solidFill>
                <a:latin typeface="Times New Roman"/>
              </a:rPr>
              <a:t>Click to move the slide</a:t>
            </a:r>
            <a:endParaRPr b="0" lang="en-US" sz="2400" spc="-1" strike="noStrike">
              <a:solidFill>
                <a:srgbClr val="000000"/>
              </a:solidFill>
              <a:latin typeface="Times New Roman"/>
            </a:endParaRPr>
          </a:p>
        </p:txBody>
      </p:sp>
      <p:sp>
        <p:nvSpPr>
          <p:cNvPr id="14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IN" sz="2000" spc="-1" strike="noStrike">
                <a:latin typeface="Arial"/>
              </a:rPr>
              <a:t>Click to edit the notes format</a:t>
            </a:r>
            <a:endParaRPr b="0" lang="en-IN" sz="2000" spc="-1" strike="noStrike">
              <a:latin typeface="Arial"/>
            </a:endParaRPr>
          </a:p>
        </p:txBody>
      </p:sp>
      <p:sp>
        <p:nvSpPr>
          <p:cNvPr id="144"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IN" sz="1400" spc="-1" strike="noStrike">
                <a:latin typeface="Times New Roman"/>
              </a:rPr>
              <a:t>&lt;header&gt;</a:t>
            </a:r>
            <a:endParaRPr b="0" lang="en-IN" sz="1400" spc="-1" strike="noStrike">
              <a:latin typeface="Times New Roman"/>
            </a:endParaRPr>
          </a:p>
        </p:txBody>
      </p:sp>
      <p:sp>
        <p:nvSpPr>
          <p:cNvPr id="145" name="PlaceHolder 4"/>
          <p:cNvSpPr>
            <a:spLocks noGrp="1"/>
          </p:cNvSpPr>
          <p:nvPr>
            <p:ph type="dt"/>
          </p:nvPr>
        </p:nvSpPr>
        <p:spPr>
          <a:xfrm>
            <a:off x="4278960" y="0"/>
            <a:ext cx="3280680" cy="534240"/>
          </a:xfrm>
          <a:prstGeom prst="rect">
            <a:avLst/>
          </a:prstGeom>
          <a:noFill/>
          <a:ln w="0">
            <a:noFill/>
          </a:ln>
        </p:spPr>
        <p:txBody>
          <a:bodyPr lIns="0" rIns="0" tIns="0" bIns="0" anchor="t">
            <a:noAutofit/>
          </a:bodyPr>
          <a:p>
            <a:pPr algn="r"/>
            <a:r>
              <a:rPr b="0" lang="en-IN" sz="1400" spc="-1" strike="noStrike">
                <a:latin typeface="Times New Roman"/>
              </a:rPr>
              <a:t>&lt;date/time&gt;</a:t>
            </a:r>
            <a:endParaRPr b="0" lang="en-IN" sz="1400" spc="-1" strike="noStrike">
              <a:latin typeface="Times New Roman"/>
            </a:endParaRPr>
          </a:p>
        </p:txBody>
      </p:sp>
      <p:sp>
        <p:nvSpPr>
          <p:cNvPr id="146" name="PlaceHolder 5"/>
          <p:cNvSpPr>
            <a:spLocks noGrp="1"/>
          </p:cNvSpPr>
          <p:nvPr>
            <p:ph type="ftr"/>
          </p:nvPr>
        </p:nvSpPr>
        <p:spPr>
          <a:xfrm>
            <a:off x="0" y="10157400"/>
            <a:ext cx="3280680" cy="534240"/>
          </a:xfrm>
          <a:prstGeom prst="rect">
            <a:avLst/>
          </a:prstGeom>
          <a:noFill/>
          <a:ln w="0">
            <a:noFill/>
          </a:ln>
        </p:spPr>
        <p:txBody>
          <a:bodyPr lIns="0" rIns="0" tIns="0" bIns="0" anchor="b">
            <a:noAutofit/>
          </a:bodyPr>
          <a:p>
            <a:r>
              <a:rPr b="0" lang="en-IN" sz="1400" spc="-1" strike="noStrike">
                <a:latin typeface="Times New Roman"/>
              </a:rPr>
              <a:t>&lt;footer&gt;</a:t>
            </a:r>
            <a:endParaRPr b="0" lang="en-IN" sz="1400" spc="-1" strike="noStrike">
              <a:latin typeface="Times New Roman"/>
            </a:endParaRPr>
          </a:p>
        </p:txBody>
      </p:sp>
      <p:sp>
        <p:nvSpPr>
          <p:cNvPr id="147" name="PlaceHolder 6"/>
          <p:cNvSpPr>
            <a:spLocks noGrp="1"/>
          </p:cNvSpPr>
          <p:nvPr>
            <p:ph type="sldNum"/>
          </p:nvPr>
        </p:nvSpPr>
        <p:spPr>
          <a:xfrm>
            <a:off x="4278960" y="10157400"/>
            <a:ext cx="3280680" cy="534240"/>
          </a:xfrm>
          <a:prstGeom prst="rect">
            <a:avLst/>
          </a:prstGeom>
          <a:noFill/>
          <a:ln w="0">
            <a:noFill/>
          </a:ln>
        </p:spPr>
        <p:txBody>
          <a:bodyPr lIns="0" rIns="0" tIns="0" bIns="0" anchor="b">
            <a:noAutofit/>
          </a:bodyPr>
          <a:p>
            <a:pPr algn="r"/>
            <a:fld id="{90FAD4F1-48DB-4A11-BD85-38ED5D2F272F}"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1" name="PlaceHolder 1"/>
          <p:cNvSpPr>
            <a:spLocks noGrp="1"/>
          </p:cNvSpPr>
          <p:nvPr>
            <p:ph type="sldImg"/>
          </p:nvPr>
        </p:nvSpPr>
        <p:spPr>
          <a:xfrm>
            <a:off x="898560" y="739800"/>
            <a:ext cx="4935240" cy="3701520"/>
          </a:xfrm>
          <a:prstGeom prst="rect">
            <a:avLst/>
          </a:prstGeom>
          <a:ln w="0">
            <a:noFill/>
          </a:ln>
        </p:spPr>
      </p:sp>
      <p:sp>
        <p:nvSpPr>
          <p:cNvPr id="842" name="PlaceHolder 2"/>
          <p:cNvSpPr>
            <a:spLocks noGrp="1"/>
          </p:cNvSpPr>
          <p:nvPr>
            <p:ph type="body"/>
          </p:nvPr>
        </p:nvSpPr>
        <p:spPr>
          <a:xfrm>
            <a:off x="896760" y="4689360"/>
            <a:ext cx="4938480" cy="4441320"/>
          </a:xfrm>
          <a:prstGeom prst="rect">
            <a:avLst/>
          </a:prstGeom>
          <a:noFill/>
          <a:ln w="12600">
            <a:noFill/>
          </a:ln>
        </p:spPr>
        <p:txBody>
          <a:bodyPr numCol="1" spcCol="0" anchor="t">
            <a:noAutofit/>
          </a:bodyPr>
          <a:p>
            <a:endParaRPr b="0" lang="en-IN" sz="2000" spc="-1" strike="noStrike">
              <a:latin typeface="Arial"/>
            </a:endParaRPr>
          </a:p>
        </p:txBody>
      </p:sp>
      <p:sp>
        <p:nvSpPr>
          <p:cNvPr id="843" name="PlaceHolder 3"/>
          <p:cNvSpPr>
            <a:spLocks noGrp="1"/>
          </p:cNvSpPr>
          <p:nvPr>
            <p:ph type="dt"/>
          </p:nvPr>
        </p:nvSpPr>
        <p:spPr>
          <a:xfrm>
            <a:off x="3814920" y="0"/>
            <a:ext cx="2917440" cy="493200"/>
          </a:xfrm>
          <a:prstGeom prst="rect">
            <a:avLst/>
          </a:prstGeom>
          <a:noFill/>
          <a:ln w="12600">
            <a:noFill/>
          </a:ln>
        </p:spPr>
        <p:txBody>
          <a:bodyPr numCol="1" spcCol="0" anchor="t">
            <a:noAutofit/>
          </a:bodyPr>
          <a:p>
            <a:pPr algn="r">
              <a:lnSpc>
                <a:spcPct val="100000"/>
              </a:lnSpc>
            </a:pPr>
            <a:fld id="{A0A6C5D8-2A65-43A4-9F4F-C248A805FD70}" type="datetime1">
              <a:rPr b="0" lang="en-US" sz="1200" spc="-1" strike="noStrike">
                <a:latin typeface="Times New Roman"/>
              </a:rPr>
              <a:t>11/18/2021</a:t>
            </a:fld>
            <a:endParaRPr b="0" lang="en-IN"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4"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E7F35B9A-9DB1-438B-872E-C965F0CF93D2}"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45" name="PlaceHolder 2"/>
          <p:cNvSpPr>
            <a:spLocks noGrp="1"/>
          </p:cNvSpPr>
          <p:nvPr>
            <p:ph type="sldImg"/>
          </p:nvPr>
        </p:nvSpPr>
        <p:spPr>
          <a:xfrm>
            <a:off x="907920" y="747720"/>
            <a:ext cx="4916160" cy="3687480"/>
          </a:xfrm>
          <a:prstGeom prst="rect">
            <a:avLst/>
          </a:prstGeom>
          <a:ln w="0">
            <a:noFill/>
          </a:ln>
        </p:spPr>
      </p:sp>
      <p:sp>
        <p:nvSpPr>
          <p:cNvPr id="846"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7"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543469E9-3DE1-410A-8F51-732A2B08E649}"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48" name="PlaceHolder 2"/>
          <p:cNvSpPr>
            <a:spLocks noGrp="1"/>
          </p:cNvSpPr>
          <p:nvPr>
            <p:ph type="sldImg"/>
          </p:nvPr>
        </p:nvSpPr>
        <p:spPr>
          <a:xfrm>
            <a:off x="907920" y="747720"/>
            <a:ext cx="4916160" cy="3687480"/>
          </a:xfrm>
          <a:prstGeom prst="rect">
            <a:avLst/>
          </a:prstGeom>
          <a:ln w="0">
            <a:noFill/>
          </a:ln>
        </p:spPr>
      </p:sp>
      <p:sp>
        <p:nvSpPr>
          <p:cNvPr id="849"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0"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A9A4010E-CD50-4EFA-BAD5-289152F57E60}"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51" name="PlaceHolder 2"/>
          <p:cNvSpPr>
            <a:spLocks noGrp="1"/>
          </p:cNvSpPr>
          <p:nvPr>
            <p:ph type="sldImg"/>
          </p:nvPr>
        </p:nvSpPr>
        <p:spPr>
          <a:xfrm>
            <a:off x="907920" y="747720"/>
            <a:ext cx="4916160" cy="3687480"/>
          </a:xfrm>
          <a:prstGeom prst="rect">
            <a:avLst/>
          </a:prstGeom>
          <a:ln w="0">
            <a:noFill/>
          </a:ln>
        </p:spPr>
      </p:sp>
      <p:sp>
        <p:nvSpPr>
          <p:cNvPr id="852"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3"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4F803D79-E672-4953-B8D4-0066C1560471}"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54" name="PlaceHolder 2"/>
          <p:cNvSpPr>
            <a:spLocks noGrp="1"/>
          </p:cNvSpPr>
          <p:nvPr>
            <p:ph type="sldImg"/>
          </p:nvPr>
        </p:nvSpPr>
        <p:spPr>
          <a:xfrm>
            <a:off x="907920" y="747720"/>
            <a:ext cx="4916160" cy="3687480"/>
          </a:xfrm>
          <a:prstGeom prst="rect">
            <a:avLst/>
          </a:prstGeom>
          <a:ln w="0">
            <a:noFill/>
          </a:ln>
        </p:spPr>
      </p:sp>
      <p:sp>
        <p:nvSpPr>
          <p:cNvPr id="855"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6"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C467DE77-FB0B-4EDA-A210-768842A300D8}"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57" name="PlaceHolder 2"/>
          <p:cNvSpPr>
            <a:spLocks noGrp="1"/>
          </p:cNvSpPr>
          <p:nvPr>
            <p:ph type="sldImg"/>
          </p:nvPr>
        </p:nvSpPr>
        <p:spPr>
          <a:xfrm>
            <a:off x="907920" y="747720"/>
            <a:ext cx="4916160" cy="3687480"/>
          </a:xfrm>
          <a:prstGeom prst="rect">
            <a:avLst/>
          </a:prstGeom>
          <a:ln w="0">
            <a:noFill/>
          </a:ln>
        </p:spPr>
      </p:sp>
      <p:sp>
        <p:nvSpPr>
          <p:cNvPr id="858"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9"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1C5F7DE5-9E35-4E22-8A8F-471C52EDF051}"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60" name="PlaceHolder 2"/>
          <p:cNvSpPr>
            <a:spLocks noGrp="1"/>
          </p:cNvSpPr>
          <p:nvPr>
            <p:ph type="sldImg"/>
          </p:nvPr>
        </p:nvSpPr>
        <p:spPr>
          <a:xfrm>
            <a:off x="907920" y="747720"/>
            <a:ext cx="4916160" cy="3687480"/>
          </a:xfrm>
          <a:prstGeom prst="rect">
            <a:avLst/>
          </a:prstGeom>
          <a:ln w="0">
            <a:noFill/>
          </a:ln>
        </p:spPr>
      </p:sp>
      <p:sp>
        <p:nvSpPr>
          <p:cNvPr id="861"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81148134-927C-46FE-9811-ACBE50480B8D}"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63" name="PlaceHolder 2"/>
          <p:cNvSpPr>
            <a:spLocks noGrp="1"/>
          </p:cNvSpPr>
          <p:nvPr>
            <p:ph type="sldImg"/>
          </p:nvPr>
        </p:nvSpPr>
        <p:spPr>
          <a:xfrm>
            <a:off x="907920" y="747720"/>
            <a:ext cx="4916160" cy="3687480"/>
          </a:xfrm>
          <a:prstGeom prst="rect">
            <a:avLst/>
          </a:prstGeom>
          <a:ln w="0">
            <a:noFill/>
          </a:ln>
        </p:spPr>
      </p:sp>
      <p:sp>
        <p:nvSpPr>
          <p:cNvPr id="864"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5"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DDDF9546-DF26-48BB-B73D-D6A326AF248D}"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66" name="PlaceHolder 2"/>
          <p:cNvSpPr>
            <a:spLocks noGrp="1"/>
          </p:cNvSpPr>
          <p:nvPr>
            <p:ph type="sldImg"/>
          </p:nvPr>
        </p:nvSpPr>
        <p:spPr>
          <a:xfrm>
            <a:off x="907920" y="747720"/>
            <a:ext cx="4916160" cy="3687480"/>
          </a:xfrm>
          <a:prstGeom prst="rect">
            <a:avLst/>
          </a:prstGeom>
          <a:ln w="0">
            <a:noFill/>
          </a:ln>
        </p:spPr>
      </p:sp>
      <p:sp>
        <p:nvSpPr>
          <p:cNvPr id="867"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8"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196D2AA0-57EA-43CC-8AB9-A46B6F09EB8B}"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69" name="PlaceHolder 2"/>
          <p:cNvSpPr>
            <a:spLocks noGrp="1"/>
          </p:cNvSpPr>
          <p:nvPr>
            <p:ph type="sldImg"/>
          </p:nvPr>
        </p:nvSpPr>
        <p:spPr>
          <a:xfrm>
            <a:off x="907920" y="747720"/>
            <a:ext cx="4916160" cy="3687480"/>
          </a:xfrm>
          <a:prstGeom prst="rect">
            <a:avLst/>
          </a:prstGeom>
          <a:ln w="0">
            <a:noFill/>
          </a:ln>
        </p:spPr>
      </p:sp>
      <p:sp>
        <p:nvSpPr>
          <p:cNvPr id="870"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AFE86F18-9CC6-4BCA-965C-F6F263FCC87B}"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72" name="PlaceHolder 2"/>
          <p:cNvSpPr>
            <a:spLocks noGrp="1"/>
          </p:cNvSpPr>
          <p:nvPr>
            <p:ph type="sldImg"/>
          </p:nvPr>
        </p:nvSpPr>
        <p:spPr>
          <a:xfrm>
            <a:off x="907920" y="747720"/>
            <a:ext cx="4916160" cy="3687480"/>
          </a:xfrm>
          <a:prstGeom prst="rect">
            <a:avLst/>
          </a:prstGeom>
          <a:ln w="0">
            <a:noFill/>
          </a:ln>
        </p:spPr>
      </p:sp>
      <p:sp>
        <p:nvSpPr>
          <p:cNvPr id="873"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pPr marL="216000" indent="-216000">
              <a:lnSpc>
                <a:spcPct val="100000"/>
              </a:lnSpc>
            </a:pPr>
            <a:r>
              <a:rPr b="1" lang="en-US" sz="2000" spc="-1" strike="noStrike">
                <a:latin typeface="Arial"/>
              </a:rPr>
              <a:t>Who </a:t>
            </a:r>
            <a:r>
              <a:rPr b="0" lang="en-US" sz="2000" spc="-1" strike="noStrike">
                <a:latin typeface="Arial"/>
              </a:rPr>
              <a:t>is this story for</a:t>
            </a:r>
            <a:endParaRPr b="0" lang="en-IN" sz="2000" spc="-1" strike="noStrike">
              <a:latin typeface="Arial"/>
            </a:endParaRPr>
          </a:p>
          <a:p>
            <a:pPr marL="216000" indent="-216000">
              <a:lnSpc>
                <a:spcPct val="100000"/>
              </a:lnSpc>
            </a:pPr>
            <a:r>
              <a:rPr b="1" lang="en-US" sz="2000" spc="-1" strike="noStrike">
                <a:latin typeface="Arial"/>
              </a:rPr>
              <a:t>What </a:t>
            </a:r>
            <a:r>
              <a:rPr b="0" lang="en-US" sz="2000" spc="-1" strike="noStrike">
                <a:latin typeface="Arial"/>
              </a:rPr>
              <a:t>they want to do</a:t>
            </a:r>
            <a:endParaRPr b="0" lang="en-IN" sz="2000" spc="-1" strike="noStrike">
              <a:latin typeface="Arial"/>
            </a:endParaRPr>
          </a:p>
          <a:p>
            <a:pPr marL="216000" indent="-216000">
              <a:lnSpc>
                <a:spcPct val="100000"/>
              </a:lnSpc>
            </a:pPr>
            <a:r>
              <a:rPr b="1" lang="en-US" sz="2000" spc="-1" strike="noStrike">
                <a:latin typeface="Arial"/>
              </a:rPr>
              <a:t>Why </a:t>
            </a:r>
            <a:r>
              <a:rPr b="0" lang="en-US" sz="2000" spc="-1" strike="noStrike">
                <a:latin typeface="Arial"/>
              </a:rPr>
              <a:t>they want to do</a:t>
            </a:r>
            <a:endParaRPr b="0" lang="en-IN" sz="2000" spc="-1" strike="noStrike">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4"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A3BF22A7-3AF8-4317-902D-06C44B0964C8}"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75" name="PlaceHolder 2"/>
          <p:cNvSpPr>
            <a:spLocks noGrp="1"/>
          </p:cNvSpPr>
          <p:nvPr>
            <p:ph type="sldImg"/>
          </p:nvPr>
        </p:nvSpPr>
        <p:spPr>
          <a:xfrm>
            <a:off x="907920" y="747720"/>
            <a:ext cx="4916160" cy="3687480"/>
          </a:xfrm>
          <a:prstGeom prst="rect">
            <a:avLst/>
          </a:prstGeom>
          <a:ln w="0">
            <a:noFill/>
          </a:ln>
        </p:spPr>
      </p:sp>
      <p:sp>
        <p:nvSpPr>
          <p:cNvPr id="876"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pPr marL="216000" indent="-216000">
              <a:lnSpc>
                <a:spcPct val="100000"/>
              </a:lnSpc>
            </a:pPr>
            <a:r>
              <a:rPr b="0" lang="en-US" sz="2000" spc="-1" strike="noStrike">
                <a:latin typeface="Arial"/>
              </a:rPr>
              <a:t>Role</a:t>
            </a:r>
            <a:endParaRPr b="0" lang="en-IN" sz="2000" spc="-1" strike="noStrike">
              <a:latin typeface="Arial"/>
            </a:endParaRPr>
          </a:p>
          <a:p>
            <a:pPr marL="216000" indent="-216000">
              <a:lnSpc>
                <a:spcPct val="100000"/>
              </a:lnSpc>
            </a:pPr>
            <a:r>
              <a:rPr b="0" lang="en-US" sz="2000" spc="-1" strike="noStrike">
                <a:latin typeface="Arial"/>
              </a:rPr>
              <a:t>Goal</a:t>
            </a:r>
            <a:endParaRPr b="0" lang="en-IN" sz="2000" spc="-1" strike="noStrike">
              <a:latin typeface="Arial"/>
            </a:endParaRPr>
          </a:p>
          <a:p>
            <a:pPr marL="216000" indent="-216000">
              <a:lnSpc>
                <a:spcPct val="100000"/>
              </a:lnSpc>
            </a:pPr>
            <a:r>
              <a:rPr b="0" lang="en-US" sz="2000" spc="-1" strike="noStrike">
                <a:latin typeface="Arial"/>
              </a:rPr>
              <a:t>Benefit</a:t>
            </a:r>
            <a:endParaRPr b="0" lang="en-IN" sz="2000" spc="-1" strike="noStrike">
              <a:latin typeface="Arial"/>
            </a:endParaRPr>
          </a:p>
          <a:p>
            <a:pPr marL="216000" indent="-216000">
              <a:lnSpc>
                <a:spcPct val="100000"/>
              </a:lnSpc>
            </a:pPr>
            <a:endParaRPr b="0" lang="en-IN" sz="2000" spc="-1" strike="noStrike">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7"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5DEA28C7-8FF0-4741-81B7-149DFAA8A14F}"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78" name="PlaceHolder 2"/>
          <p:cNvSpPr>
            <a:spLocks noGrp="1"/>
          </p:cNvSpPr>
          <p:nvPr>
            <p:ph type="sldImg"/>
          </p:nvPr>
        </p:nvSpPr>
        <p:spPr>
          <a:xfrm>
            <a:off x="907920" y="747720"/>
            <a:ext cx="4916160" cy="3687480"/>
          </a:xfrm>
          <a:prstGeom prst="rect">
            <a:avLst/>
          </a:prstGeom>
          <a:ln w="0">
            <a:noFill/>
          </a:ln>
        </p:spPr>
      </p:sp>
      <p:sp>
        <p:nvSpPr>
          <p:cNvPr id="879"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1C72984D-9076-469C-A26C-1B8F76E6B851}"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81" name="PlaceHolder 2"/>
          <p:cNvSpPr>
            <a:spLocks noGrp="1"/>
          </p:cNvSpPr>
          <p:nvPr>
            <p:ph type="sldImg"/>
          </p:nvPr>
        </p:nvSpPr>
        <p:spPr>
          <a:xfrm>
            <a:off x="907920" y="747720"/>
            <a:ext cx="4916160" cy="3687480"/>
          </a:xfrm>
          <a:prstGeom prst="rect">
            <a:avLst/>
          </a:prstGeom>
          <a:ln w="0">
            <a:noFill/>
          </a:ln>
        </p:spPr>
      </p:sp>
      <p:sp>
        <p:nvSpPr>
          <p:cNvPr id="882"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E2E3E3E7-8D81-4B10-A8A9-A8D7FEC35293}"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84" name="PlaceHolder 2"/>
          <p:cNvSpPr>
            <a:spLocks noGrp="1"/>
          </p:cNvSpPr>
          <p:nvPr>
            <p:ph type="sldImg"/>
          </p:nvPr>
        </p:nvSpPr>
        <p:spPr>
          <a:xfrm>
            <a:off x="907920" y="747720"/>
            <a:ext cx="4916160" cy="3687480"/>
          </a:xfrm>
          <a:prstGeom prst="rect">
            <a:avLst/>
          </a:prstGeom>
          <a:ln w="0">
            <a:noFill/>
          </a:ln>
        </p:spPr>
      </p:sp>
      <p:sp>
        <p:nvSpPr>
          <p:cNvPr id="885"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6"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E7888515-BB9A-4A38-AC2F-11D5DEB29C49}"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87" name="PlaceHolder 2"/>
          <p:cNvSpPr>
            <a:spLocks noGrp="1"/>
          </p:cNvSpPr>
          <p:nvPr>
            <p:ph type="sldImg"/>
          </p:nvPr>
        </p:nvSpPr>
        <p:spPr>
          <a:xfrm>
            <a:off x="907920" y="747720"/>
            <a:ext cx="4916160" cy="3687480"/>
          </a:xfrm>
          <a:prstGeom prst="rect">
            <a:avLst/>
          </a:prstGeom>
          <a:ln w="0">
            <a:noFill/>
          </a:ln>
        </p:spPr>
      </p:sp>
      <p:sp>
        <p:nvSpPr>
          <p:cNvPr id="888"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9"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42201C6E-7FCC-4E2F-B7B3-EE51A497871C}"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90" name="PlaceHolder 2"/>
          <p:cNvSpPr>
            <a:spLocks noGrp="1"/>
          </p:cNvSpPr>
          <p:nvPr>
            <p:ph type="sldImg"/>
          </p:nvPr>
        </p:nvSpPr>
        <p:spPr>
          <a:xfrm>
            <a:off x="907920" y="747720"/>
            <a:ext cx="4916160" cy="3687480"/>
          </a:xfrm>
          <a:prstGeom prst="rect">
            <a:avLst/>
          </a:prstGeom>
          <a:ln w="0">
            <a:noFill/>
          </a:ln>
        </p:spPr>
      </p:sp>
      <p:sp>
        <p:nvSpPr>
          <p:cNvPr id="891"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2"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16C028A1-CE93-4E28-9D55-27CA4484120B}"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93" name="PlaceHolder 2"/>
          <p:cNvSpPr>
            <a:spLocks noGrp="1"/>
          </p:cNvSpPr>
          <p:nvPr>
            <p:ph type="sldImg"/>
          </p:nvPr>
        </p:nvSpPr>
        <p:spPr>
          <a:xfrm>
            <a:off x="907920" y="747720"/>
            <a:ext cx="4916160" cy="3687480"/>
          </a:xfrm>
          <a:prstGeom prst="rect">
            <a:avLst/>
          </a:prstGeom>
          <a:ln w="0">
            <a:noFill/>
          </a:ln>
        </p:spPr>
      </p:sp>
      <p:sp>
        <p:nvSpPr>
          <p:cNvPr id="894"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5"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5B7C68F7-DC0B-426F-BF64-2B24149EE138}"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96" name="PlaceHolder 2"/>
          <p:cNvSpPr>
            <a:spLocks noGrp="1"/>
          </p:cNvSpPr>
          <p:nvPr>
            <p:ph type="sldImg"/>
          </p:nvPr>
        </p:nvSpPr>
        <p:spPr>
          <a:xfrm>
            <a:off x="907920" y="747720"/>
            <a:ext cx="4916160" cy="3687480"/>
          </a:xfrm>
          <a:prstGeom prst="rect">
            <a:avLst/>
          </a:prstGeom>
          <a:ln w="0">
            <a:noFill/>
          </a:ln>
        </p:spPr>
      </p:sp>
      <p:sp>
        <p:nvSpPr>
          <p:cNvPr id="897"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8"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3D29811C-3F45-4BE9-9FC8-DDFA2D328E77}"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899" name="PlaceHolder 2"/>
          <p:cNvSpPr>
            <a:spLocks noGrp="1"/>
          </p:cNvSpPr>
          <p:nvPr>
            <p:ph type="sldImg"/>
          </p:nvPr>
        </p:nvSpPr>
        <p:spPr>
          <a:xfrm>
            <a:off x="907920" y="747720"/>
            <a:ext cx="4916160" cy="3687480"/>
          </a:xfrm>
          <a:prstGeom prst="rect">
            <a:avLst/>
          </a:prstGeom>
          <a:ln w="0">
            <a:noFill/>
          </a:ln>
        </p:spPr>
      </p:sp>
      <p:sp>
        <p:nvSpPr>
          <p:cNvPr id="900"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1"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E3C0DE21-17DE-40E4-9E8D-9981A7B729FC}"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02" name="PlaceHolder 2"/>
          <p:cNvSpPr>
            <a:spLocks noGrp="1"/>
          </p:cNvSpPr>
          <p:nvPr>
            <p:ph type="sldImg"/>
          </p:nvPr>
        </p:nvSpPr>
        <p:spPr>
          <a:xfrm>
            <a:off x="907920" y="747720"/>
            <a:ext cx="4916160" cy="3687480"/>
          </a:xfrm>
          <a:prstGeom prst="rect">
            <a:avLst/>
          </a:prstGeom>
          <a:ln w="0">
            <a:noFill/>
          </a:ln>
        </p:spPr>
      </p:sp>
      <p:sp>
        <p:nvSpPr>
          <p:cNvPr id="903"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4"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6F1DAFEA-3F70-4E90-9271-451B6CE72D3A}"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05" name="PlaceHolder 2"/>
          <p:cNvSpPr>
            <a:spLocks noGrp="1"/>
          </p:cNvSpPr>
          <p:nvPr>
            <p:ph type="sldImg"/>
          </p:nvPr>
        </p:nvSpPr>
        <p:spPr>
          <a:xfrm>
            <a:off x="907920" y="747720"/>
            <a:ext cx="4916160" cy="3687480"/>
          </a:xfrm>
          <a:prstGeom prst="rect">
            <a:avLst/>
          </a:prstGeom>
          <a:ln w="0">
            <a:noFill/>
          </a:ln>
        </p:spPr>
      </p:sp>
      <p:sp>
        <p:nvSpPr>
          <p:cNvPr id="906"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7"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2311991F-4DA2-473C-B738-1E82F3FAF788}"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08" name="PlaceHolder 2"/>
          <p:cNvSpPr>
            <a:spLocks noGrp="1"/>
          </p:cNvSpPr>
          <p:nvPr>
            <p:ph type="sldImg"/>
          </p:nvPr>
        </p:nvSpPr>
        <p:spPr>
          <a:xfrm>
            <a:off x="907920" y="747720"/>
            <a:ext cx="4916160" cy="3687480"/>
          </a:xfrm>
          <a:prstGeom prst="rect">
            <a:avLst/>
          </a:prstGeom>
          <a:ln w="0">
            <a:noFill/>
          </a:ln>
        </p:spPr>
      </p:sp>
      <p:sp>
        <p:nvSpPr>
          <p:cNvPr id="909"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0"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7CCE5CE2-D191-441C-9217-807A2BEBF3B9}"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11" name="PlaceHolder 2"/>
          <p:cNvSpPr>
            <a:spLocks noGrp="1"/>
          </p:cNvSpPr>
          <p:nvPr>
            <p:ph type="sldImg"/>
          </p:nvPr>
        </p:nvSpPr>
        <p:spPr>
          <a:xfrm>
            <a:off x="907920" y="747720"/>
            <a:ext cx="4916160" cy="3687480"/>
          </a:xfrm>
          <a:prstGeom prst="rect">
            <a:avLst/>
          </a:prstGeom>
          <a:ln w="0">
            <a:noFill/>
          </a:ln>
        </p:spPr>
      </p:sp>
      <p:sp>
        <p:nvSpPr>
          <p:cNvPr id="912"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3"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21753431-4FE6-4173-8946-F0A0BE42C735}"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14" name="PlaceHolder 2"/>
          <p:cNvSpPr>
            <a:spLocks noGrp="1"/>
          </p:cNvSpPr>
          <p:nvPr>
            <p:ph type="sldImg"/>
          </p:nvPr>
        </p:nvSpPr>
        <p:spPr>
          <a:xfrm>
            <a:off x="907920" y="747720"/>
            <a:ext cx="4916160" cy="3687480"/>
          </a:xfrm>
          <a:prstGeom prst="rect">
            <a:avLst/>
          </a:prstGeom>
          <a:ln w="0">
            <a:noFill/>
          </a:ln>
        </p:spPr>
      </p:sp>
      <p:sp>
        <p:nvSpPr>
          <p:cNvPr id="915"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6"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18AC3218-C409-453B-B873-EA432DB94B8B}"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17" name="PlaceHolder 2"/>
          <p:cNvSpPr>
            <a:spLocks noGrp="1"/>
          </p:cNvSpPr>
          <p:nvPr>
            <p:ph type="sldImg"/>
          </p:nvPr>
        </p:nvSpPr>
        <p:spPr>
          <a:xfrm>
            <a:off x="907920" y="747720"/>
            <a:ext cx="4916160" cy="3687480"/>
          </a:xfrm>
          <a:prstGeom prst="rect">
            <a:avLst/>
          </a:prstGeom>
          <a:ln w="0">
            <a:noFill/>
          </a:ln>
        </p:spPr>
      </p:sp>
      <p:sp>
        <p:nvSpPr>
          <p:cNvPr id="918"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9"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CC6CD93F-4B93-4C60-BD7A-BC93BDCBB184}"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20" name="PlaceHolder 2"/>
          <p:cNvSpPr>
            <a:spLocks noGrp="1"/>
          </p:cNvSpPr>
          <p:nvPr>
            <p:ph type="sldImg"/>
          </p:nvPr>
        </p:nvSpPr>
        <p:spPr>
          <a:xfrm>
            <a:off x="907920" y="747720"/>
            <a:ext cx="4916160" cy="3687480"/>
          </a:xfrm>
          <a:prstGeom prst="rect">
            <a:avLst/>
          </a:prstGeom>
          <a:ln w="0">
            <a:noFill/>
          </a:ln>
        </p:spPr>
      </p:sp>
      <p:sp>
        <p:nvSpPr>
          <p:cNvPr id="921"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2"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AD48A0AB-D5C3-41FF-9A94-4C95C834B97E}"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23" name="PlaceHolder 2"/>
          <p:cNvSpPr>
            <a:spLocks noGrp="1"/>
          </p:cNvSpPr>
          <p:nvPr>
            <p:ph type="sldImg"/>
          </p:nvPr>
        </p:nvSpPr>
        <p:spPr>
          <a:xfrm>
            <a:off x="907920" y="747720"/>
            <a:ext cx="4916160" cy="3687480"/>
          </a:xfrm>
          <a:prstGeom prst="rect">
            <a:avLst/>
          </a:prstGeom>
          <a:ln w="0">
            <a:noFill/>
          </a:ln>
        </p:spPr>
      </p:sp>
      <p:sp>
        <p:nvSpPr>
          <p:cNvPr id="924"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5"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CCD64659-4371-4931-B389-C5FF8B8AAA8D}"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26" name="PlaceHolder 2"/>
          <p:cNvSpPr>
            <a:spLocks noGrp="1"/>
          </p:cNvSpPr>
          <p:nvPr>
            <p:ph type="sldImg"/>
          </p:nvPr>
        </p:nvSpPr>
        <p:spPr>
          <a:xfrm>
            <a:off x="907920" y="747720"/>
            <a:ext cx="4916160" cy="3687480"/>
          </a:xfrm>
          <a:prstGeom prst="rect">
            <a:avLst/>
          </a:prstGeom>
          <a:ln w="0">
            <a:noFill/>
          </a:ln>
        </p:spPr>
      </p:sp>
      <p:sp>
        <p:nvSpPr>
          <p:cNvPr id="927"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C4C167E2-6B28-4B35-937D-8B8D3709939F}"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29" name="PlaceHolder 2"/>
          <p:cNvSpPr>
            <a:spLocks noGrp="1"/>
          </p:cNvSpPr>
          <p:nvPr>
            <p:ph type="sldImg"/>
          </p:nvPr>
        </p:nvSpPr>
        <p:spPr>
          <a:xfrm>
            <a:off x="907920" y="747720"/>
            <a:ext cx="4916160" cy="3687480"/>
          </a:xfrm>
          <a:prstGeom prst="rect">
            <a:avLst/>
          </a:prstGeom>
          <a:ln w="0">
            <a:noFill/>
          </a:ln>
        </p:spPr>
      </p:sp>
      <p:sp>
        <p:nvSpPr>
          <p:cNvPr id="930"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1"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FFB30B17-663C-49DE-9124-7831713D99F8}"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32" name="PlaceHolder 2"/>
          <p:cNvSpPr>
            <a:spLocks noGrp="1"/>
          </p:cNvSpPr>
          <p:nvPr>
            <p:ph type="sldImg"/>
          </p:nvPr>
        </p:nvSpPr>
        <p:spPr>
          <a:xfrm>
            <a:off x="907920" y="747720"/>
            <a:ext cx="4916160" cy="3687480"/>
          </a:xfrm>
          <a:prstGeom prst="rect">
            <a:avLst/>
          </a:prstGeom>
          <a:ln w="0">
            <a:noFill/>
          </a:ln>
        </p:spPr>
      </p:sp>
      <p:sp>
        <p:nvSpPr>
          <p:cNvPr id="933"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7D9E421B-FE4D-47A8-8EB5-5E3F2967CAC4}"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35" name="PlaceHolder 2"/>
          <p:cNvSpPr>
            <a:spLocks noGrp="1"/>
          </p:cNvSpPr>
          <p:nvPr>
            <p:ph type="sldImg"/>
          </p:nvPr>
        </p:nvSpPr>
        <p:spPr>
          <a:xfrm>
            <a:off x="907920" y="747720"/>
            <a:ext cx="4916160" cy="3687480"/>
          </a:xfrm>
          <a:prstGeom prst="rect">
            <a:avLst/>
          </a:prstGeom>
          <a:ln w="0">
            <a:noFill/>
          </a:ln>
        </p:spPr>
      </p:sp>
      <p:sp>
        <p:nvSpPr>
          <p:cNvPr id="936"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7"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939B09C5-3B8B-452E-9AE0-18E66DAFC73E}"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38" name="PlaceHolder 2"/>
          <p:cNvSpPr>
            <a:spLocks noGrp="1"/>
          </p:cNvSpPr>
          <p:nvPr>
            <p:ph type="sldImg"/>
          </p:nvPr>
        </p:nvSpPr>
        <p:spPr>
          <a:xfrm>
            <a:off x="907920" y="747720"/>
            <a:ext cx="4916160" cy="3687480"/>
          </a:xfrm>
          <a:prstGeom prst="rect">
            <a:avLst/>
          </a:prstGeom>
          <a:ln w="0">
            <a:noFill/>
          </a:ln>
        </p:spPr>
      </p:sp>
      <p:sp>
        <p:nvSpPr>
          <p:cNvPr id="939"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E000C348-CD68-4876-8A25-839926C05CC2}"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41" name="PlaceHolder 2"/>
          <p:cNvSpPr>
            <a:spLocks noGrp="1"/>
          </p:cNvSpPr>
          <p:nvPr>
            <p:ph type="sldImg"/>
          </p:nvPr>
        </p:nvSpPr>
        <p:spPr>
          <a:xfrm>
            <a:off x="907920" y="747720"/>
            <a:ext cx="4916160" cy="3687480"/>
          </a:xfrm>
          <a:prstGeom prst="rect">
            <a:avLst/>
          </a:prstGeom>
          <a:ln w="0">
            <a:noFill/>
          </a:ln>
        </p:spPr>
      </p:sp>
      <p:sp>
        <p:nvSpPr>
          <p:cNvPr id="942"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B594F04C-A5A1-407D-B522-72772C15ECDF}"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44" name="PlaceHolder 2"/>
          <p:cNvSpPr>
            <a:spLocks noGrp="1"/>
          </p:cNvSpPr>
          <p:nvPr>
            <p:ph type="sldImg"/>
          </p:nvPr>
        </p:nvSpPr>
        <p:spPr>
          <a:xfrm>
            <a:off x="907920" y="747720"/>
            <a:ext cx="4916160" cy="3687480"/>
          </a:xfrm>
          <a:prstGeom prst="rect">
            <a:avLst/>
          </a:prstGeom>
          <a:ln w="0">
            <a:noFill/>
          </a:ln>
        </p:spPr>
      </p:sp>
      <p:sp>
        <p:nvSpPr>
          <p:cNvPr id="945"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84EC6A31-FC8A-40C6-90BC-B4E0BAC6A9E4}"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47" name="PlaceHolder 2"/>
          <p:cNvSpPr>
            <a:spLocks noGrp="1"/>
          </p:cNvSpPr>
          <p:nvPr>
            <p:ph type="sldImg"/>
          </p:nvPr>
        </p:nvSpPr>
        <p:spPr>
          <a:xfrm>
            <a:off x="907920" y="747720"/>
            <a:ext cx="4916160" cy="3687480"/>
          </a:xfrm>
          <a:prstGeom prst="rect">
            <a:avLst/>
          </a:prstGeom>
          <a:ln w="0">
            <a:noFill/>
          </a:ln>
        </p:spPr>
      </p:sp>
      <p:sp>
        <p:nvSpPr>
          <p:cNvPr id="948"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63E7FB23-0B94-4650-B080-7CD92CDD3F9F}"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50" name="PlaceHolder 2"/>
          <p:cNvSpPr>
            <a:spLocks noGrp="1"/>
          </p:cNvSpPr>
          <p:nvPr>
            <p:ph type="sldImg"/>
          </p:nvPr>
        </p:nvSpPr>
        <p:spPr>
          <a:xfrm>
            <a:off x="907920" y="747720"/>
            <a:ext cx="4916160" cy="3687480"/>
          </a:xfrm>
          <a:prstGeom prst="rect">
            <a:avLst/>
          </a:prstGeom>
          <a:ln w="0">
            <a:noFill/>
          </a:ln>
        </p:spPr>
      </p:sp>
      <p:sp>
        <p:nvSpPr>
          <p:cNvPr id="951"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6599CD80-30ED-46F1-BFEF-256D176EF053}"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53" name="PlaceHolder 2"/>
          <p:cNvSpPr>
            <a:spLocks noGrp="1"/>
          </p:cNvSpPr>
          <p:nvPr>
            <p:ph type="sldImg"/>
          </p:nvPr>
        </p:nvSpPr>
        <p:spPr>
          <a:xfrm>
            <a:off x="907920" y="747720"/>
            <a:ext cx="4916160" cy="3687480"/>
          </a:xfrm>
          <a:prstGeom prst="rect">
            <a:avLst/>
          </a:prstGeom>
          <a:ln w="0">
            <a:noFill/>
          </a:ln>
        </p:spPr>
      </p:sp>
      <p:sp>
        <p:nvSpPr>
          <p:cNvPr id="954"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5"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E9342A33-6DBD-49F6-A257-8CF5D0137E3C}"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56" name="PlaceHolder 2"/>
          <p:cNvSpPr>
            <a:spLocks noGrp="1"/>
          </p:cNvSpPr>
          <p:nvPr>
            <p:ph type="sldImg"/>
          </p:nvPr>
        </p:nvSpPr>
        <p:spPr>
          <a:xfrm>
            <a:off x="907920" y="747720"/>
            <a:ext cx="4916160" cy="3687480"/>
          </a:xfrm>
          <a:prstGeom prst="rect">
            <a:avLst/>
          </a:prstGeom>
          <a:ln w="0">
            <a:noFill/>
          </a:ln>
        </p:spPr>
      </p:sp>
      <p:sp>
        <p:nvSpPr>
          <p:cNvPr id="957"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DCF26EC2-6D37-482C-9A42-C2CCBA3E56A8}"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59" name="PlaceHolder 2"/>
          <p:cNvSpPr>
            <a:spLocks noGrp="1"/>
          </p:cNvSpPr>
          <p:nvPr>
            <p:ph type="sldImg"/>
          </p:nvPr>
        </p:nvSpPr>
        <p:spPr>
          <a:xfrm>
            <a:off x="907920" y="747720"/>
            <a:ext cx="4916160" cy="3687480"/>
          </a:xfrm>
          <a:prstGeom prst="rect">
            <a:avLst/>
          </a:prstGeom>
          <a:ln w="0">
            <a:noFill/>
          </a:ln>
        </p:spPr>
      </p:sp>
      <p:sp>
        <p:nvSpPr>
          <p:cNvPr id="960"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1"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410ACC5A-4434-44DD-90B1-606990D9EBD8}"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62" name="PlaceHolder 2"/>
          <p:cNvSpPr>
            <a:spLocks noGrp="1"/>
          </p:cNvSpPr>
          <p:nvPr>
            <p:ph type="sldImg"/>
          </p:nvPr>
        </p:nvSpPr>
        <p:spPr>
          <a:xfrm>
            <a:off x="907920" y="747720"/>
            <a:ext cx="4916160" cy="3687480"/>
          </a:xfrm>
          <a:prstGeom prst="rect">
            <a:avLst/>
          </a:prstGeom>
          <a:ln w="0">
            <a:noFill/>
          </a:ln>
        </p:spPr>
      </p:sp>
      <p:sp>
        <p:nvSpPr>
          <p:cNvPr id="963"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80452FFF-47A9-4F0C-9E26-437786941DD7}"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65" name="PlaceHolder 2"/>
          <p:cNvSpPr>
            <a:spLocks noGrp="1"/>
          </p:cNvSpPr>
          <p:nvPr>
            <p:ph type="sldImg"/>
          </p:nvPr>
        </p:nvSpPr>
        <p:spPr>
          <a:xfrm>
            <a:off x="907920" y="747720"/>
            <a:ext cx="4916160" cy="3687480"/>
          </a:xfrm>
          <a:prstGeom prst="rect">
            <a:avLst/>
          </a:prstGeom>
          <a:ln w="0">
            <a:noFill/>
          </a:ln>
        </p:spPr>
      </p:sp>
      <p:sp>
        <p:nvSpPr>
          <p:cNvPr id="966"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7" name="PlaceHolder 1"/>
          <p:cNvSpPr>
            <a:spLocks noGrp="1"/>
          </p:cNvSpPr>
          <p:nvPr>
            <p:ph type="dt"/>
          </p:nvPr>
        </p:nvSpPr>
        <p:spPr>
          <a:xfrm>
            <a:off x="3814920" y="0"/>
            <a:ext cx="2917440" cy="493200"/>
          </a:xfrm>
          <a:prstGeom prst="rect">
            <a:avLst/>
          </a:prstGeom>
          <a:noFill/>
          <a:ln w="9360">
            <a:noFill/>
          </a:ln>
        </p:spPr>
        <p:txBody>
          <a:bodyPr numCol="1" spcCol="0" anchor="t">
            <a:noAutofit/>
          </a:bodyPr>
          <a:p>
            <a:pPr algn="r">
              <a:lnSpc>
                <a:spcPct val="100000"/>
              </a:lnSpc>
            </a:pPr>
            <a:fld id="{1CB6C059-36B2-4976-8FB7-67A9DBB44E74}" type="datetime1">
              <a:rPr b="0" lang="en-US" sz="1200" spc="-1" strike="noStrike">
                <a:solidFill>
                  <a:srgbClr val="000000"/>
                </a:solidFill>
                <a:latin typeface="Times New Roman"/>
              </a:rPr>
              <a:t>11/18/2021</a:t>
            </a:fld>
            <a:endParaRPr b="0" lang="en-IN" sz="1200" spc="-1" strike="noStrike">
              <a:latin typeface="Times New Roman"/>
            </a:endParaRPr>
          </a:p>
        </p:txBody>
      </p:sp>
      <p:sp>
        <p:nvSpPr>
          <p:cNvPr id="968" name="PlaceHolder 2"/>
          <p:cNvSpPr>
            <a:spLocks noGrp="1"/>
          </p:cNvSpPr>
          <p:nvPr>
            <p:ph type="sldImg"/>
          </p:nvPr>
        </p:nvSpPr>
        <p:spPr>
          <a:xfrm>
            <a:off x="907920" y="747720"/>
            <a:ext cx="4916160" cy="3687480"/>
          </a:xfrm>
          <a:prstGeom prst="rect">
            <a:avLst/>
          </a:prstGeom>
          <a:ln w="0">
            <a:noFill/>
          </a:ln>
        </p:spPr>
      </p:sp>
      <p:sp>
        <p:nvSpPr>
          <p:cNvPr id="969" name="PlaceHolder 3"/>
          <p:cNvSpPr>
            <a:spLocks noGrp="1"/>
          </p:cNvSpPr>
          <p:nvPr>
            <p:ph type="body"/>
          </p:nvPr>
        </p:nvSpPr>
        <p:spPr>
          <a:xfrm>
            <a:off x="896760" y="4667400"/>
            <a:ext cx="4938480" cy="4463640"/>
          </a:xfrm>
          <a:prstGeom prst="rect">
            <a:avLst/>
          </a:prstGeom>
          <a:solidFill>
            <a:srgbClr val="ffffff"/>
          </a:solidFill>
          <a:ln w="12600">
            <a:solidFill>
              <a:srgbClr val="000000"/>
            </a:solidFill>
            <a:miter/>
          </a:ln>
        </p:spPr>
        <p:txBody>
          <a:bodyPr numCol="1" spcCol="0" anchor="t">
            <a:noAutofit/>
          </a:bodyPr>
          <a:p>
            <a:endParaRPr b="0" lang="en-IN"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2"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4"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5429160" y="2971800"/>
            <a:ext cx="3592800" cy="5828400"/>
          </a:xfrm>
          <a:prstGeom prst="rect">
            <a:avLst/>
          </a:prstGeom>
          <a:noFill/>
          <a:ln w="0">
            <a:noFill/>
          </a:ln>
        </p:spPr>
        <p:txBody>
          <a:bodyPr lIns="0" rIns="0" tIns="0" bIns="0" anchor="ctr">
            <a:noAutofit/>
          </a:bodyPr>
          <a:p>
            <a:pPr algn="ct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2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2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2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2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3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31"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3"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34"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3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3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39"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41"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42"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43"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44"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45"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46"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3"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4"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6"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5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0"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1" name="PlaceHolder 1"/>
          <p:cNvSpPr>
            <a:spLocks noGrp="1"/>
          </p:cNvSpPr>
          <p:nvPr>
            <p:ph type="subTitle"/>
          </p:nvPr>
        </p:nvSpPr>
        <p:spPr>
          <a:xfrm>
            <a:off x="5429160" y="2971800"/>
            <a:ext cx="3592800" cy="5828400"/>
          </a:xfrm>
          <a:prstGeom prst="rect">
            <a:avLst/>
          </a:prstGeom>
          <a:noFill/>
          <a:ln w="0">
            <a:noFill/>
          </a:ln>
        </p:spPr>
        <p:txBody>
          <a:bodyPr lIns="0" rIns="0" tIns="0" bIns="0" anchor="ctr">
            <a:noAutofit/>
          </a:bodyPr>
          <a:p>
            <a:pPr algn="ct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6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6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6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69"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73"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5"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76"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7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80"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81"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83"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84"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85"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86"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87"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88"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6"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7"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endParaRPr b="0" lang="en-IN"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1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3"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4" name="PlaceHolder 1"/>
          <p:cNvSpPr>
            <a:spLocks noGrp="1"/>
          </p:cNvSpPr>
          <p:nvPr>
            <p:ph type="subTitle"/>
          </p:nvPr>
        </p:nvSpPr>
        <p:spPr>
          <a:xfrm>
            <a:off x="5429160" y="2971800"/>
            <a:ext cx="3592800" cy="5828400"/>
          </a:xfrm>
          <a:prstGeom prst="rect">
            <a:avLst/>
          </a:prstGeom>
          <a:noFill/>
          <a:ln w="0">
            <a:noFill/>
          </a:ln>
        </p:spPr>
        <p:txBody>
          <a:bodyPr lIns="0" rIns="0" tIns="0" bIns="0" anchor="ctr">
            <a:noAutofit/>
          </a:bodyPr>
          <a:p>
            <a:pPr algn="ctr"/>
            <a:endParaRPr b="0" lang="en-IN"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1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1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2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2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2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2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2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2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2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2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3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3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34"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5429160" y="2971800"/>
            <a:ext cx="3592800" cy="125712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6"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37"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38"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39"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40"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
        <p:nvSpPr>
          <p:cNvPr id="141"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13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 Id="rId14" Type="http://schemas.openxmlformats.org/officeDocument/2006/relationships/slideLayout" Target="../slideLayouts/slideLayout10.xml"/><Relationship Id="rId15" Type="http://schemas.openxmlformats.org/officeDocument/2006/relationships/slideLayout" Target="../slideLayouts/slideLayout11.xml"/><Relationship Id="rId16"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4.jpe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image" Target="../media/image7.png"/><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slideLayout" Target="../slideLayouts/slideLayout31.xml"/><Relationship Id="rId12" Type="http://schemas.openxmlformats.org/officeDocument/2006/relationships/slideLayout" Target="../slideLayouts/slideLayout32.xml"/><Relationship Id="rId13" Type="http://schemas.openxmlformats.org/officeDocument/2006/relationships/slideLayout" Target="../slideLayouts/slideLayout33.xml"/><Relationship Id="rId14" Type="http://schemas.openxmlformats.org/officeDocument/2006/relationships/slideLayout" Target="../slideLayouts/slideLayout34.xml"/><Relationship Id="rId15" Type="http://schemas.openxmlformats.org/officeDocument/2006/relationships/slideLayout" Target="../slideLayouts/slideLayout35.xml"/><Relationship Id="rId16"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object 19"/>
          <p:cNvSpPr/>
          <p:nvPr/>
        </p:nvSpPr>
        <p:spPr>
          <a:xfrm>
            <a:off x="243000" y="6424560"/>
            <a:ext cx="2282400" cy="110160"/>
          </a:xfrm>
          <a:prstGeom prst="rect">
            <a:avLst/>
          </a:prstGeom>
          <a:noFill/>
          <a:ln w="0">
            <a:noFill/>
          </a:ln>
        </p:spPr>
        <p:style>
          <a:lnRef idx="0"/>
          <a:fillRef idx="0"/>
          <a:effectRef idx="0"/>
          <a:fontRef idx="minor"/>
        </p:style>
        <p:txBody>
          <a:bodyPr lIns="0" rIns="0" tIns="7200" bIns="0" anchor="t">
            <a:spAutoFit/>
          </a:bodyPr>
          <a:p>
            <a:pPr marL="6840">
              <a:lnSpc>
                <a:spcPct val="100000"/>
              </a:lnSpc>
              <a:spcBef>
                <a:spcPts val="54"/>
              </a:spcBef>
            </a:pPr>
            <a:r>
              <a:rPr b="0" lang="en-US" sz="680" spc="-1" strike="noStrike">
                <a:solidFill>
                  <a:srgbClr val="808080"/>
                </a:solidFill>
                <a:latin typeface="Arial"/>
              </a:rPr>
              <a:t>© </a:t>
            </a:r>
            <a:r>
              <a:rPr b="0" lang="en-US" sz="680" spc="-4" strike="noStrike">
                <a:solidFill>
                  <a:srgbClr val="808080"/>
                </a:solidFill>
                <a:latin typeface="Arial"/>
              </a:rPr>
              <a:t>2020 Coforge</a:t>
            </a:r>
            <a:endParaRPr b="0" lang="en-IN" sz="680" spc="-1" strike="noStrike">
              <a:latin typeface="Arial"/>
            </a:endParaRPr>
          </a:p>
        </p:txBody>
      </p:sp>
      <p:sp>
        <p:nvSpPr>
          <p:cNvPr id="1" name="Oval 3"/>
          <p:cNvSpPr/>
          <p:nvPr/>
        </p:nvSpPr>
        <p:spPr>
          <a:xfrm>
            <a:off x="8643960" y="6286680"/>
            <a:ext cx="342720" cy="45684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p:style>
      </p:sp>
      <p:sp>
        <p:nvSpPr>
          <p:cNvPr id="2" name="Holder 5"/>
          <p:cNvSpPr/>
          <p:nvPr/>
        </p:nvSpPr>
        <p:spPr>
          <a:xfrm>
            <a:off x="8578800" y="6343560"/>
            <a:ext cx="490320" cy="342720"/>
          </a:xfrm>
          <a:prstGeom prst="rect">
            <a:avLst/>
          </a:prstGeom>
          <a:noFill/>
          <a:ln w="0">
            <a:noFill/>
          </a:ln>
        </p:spPr>
        <p:style>
          <a:lnRef idx="0"/>
          <a:fillRef idx="0"/>
          <a:effectRef idx="0"/>
          <a:fontRef idx="minor"/>
        </p:style>
        <p:txBody>
          <a:bodyPr lIns="0" rIns="0" tIns="0" bIns="0" anchor="ctr">
            <a:noAutofit/>
          </a:bodyPr>
          <a:p>
            <a:pPr algn="ctr">
              <a:lnSpc>
                <a:spcPct val="100000"/>
              </a:lnSpc>
            </a:pPr>
            <a:fld id="{83728857-05EA-4E26-B2BA-2341DCFA7684}" type="slidenum">
              <a:rPr b="1" lang="en-GB" sz="790" spc="-1" strike="noStrike">
                <a:solidFill>
                  <a:srgbClr val="808080"/>
                </a:solidFill>
                <a:latin typeface="Arial"/>
              </a:rPr>
              <a:t>&lt;number&gt;</a:t>
            </a:fld>
            <a:endParaRPr b="0" lang="en-IN" sz="790" spc="-1" strike="noStrike">
              <a:latin typeface="Arial"/>
            </a:endParaRPr>
          </a:p>
        </p:txBody>
      </p:sp>
      <p:pic>
        <p:nvPicPr>
          <p:cNvPr id="3" name="Picture 9" descr=""/>
          <p:cNvPicPr/>
          <p:nvPr/>
        </p:nvPicPr>
        <p:blipFill>
          <a:blip r:embed="rId2"/>
          <a:stretch/>
        </p:blipFill>
        <p:spPr>
          <a:xfrm>
            <a:off x="0" y="0"/>
            <a:ext cx="842760" cy="1123560"/>
          </a:xfrm>
          <a:prstGeom prst="rect">
            <a:avLst/>
          </a:prstGeom>
          <a:ln w="0">
            <a:noFill/>
          </a:ln>
        </p:spPr>
      </p:pic>
      <p:sp>
        <p:nvSpPr>
          <p:cNvPr id="4" name="Rectangle 3"/>
          <p:cNvSpPr/>
          <p:nvPr/>
        </p:nvSpPr>
        <p:spPr>
          <a:xfrm>
            <a:off x="0" y="0"/>
            <a:ext cx="8772120" cy="1491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5" name="Rectangle 4"/>
          <p:cNvSpPr/>
          <p:nvPr/>
        </p:nvSpPr>
        <p:spPr>
          <a:xfrm>
            <a:off x="6829560" y="5365800"/>
            <a:ext cx="2314080" cy="1491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pic>
        <p:nvPicPr>
          <p:cNvPr id="6" name="Picture 10" descr=""/>
          <p:cNvPicPr/>
          <p:nvPr/>
        </p:nvPicPr>
        <p:blipFill>
          <a:blip r:embed="rId3"/>
          <a:stretch/>
        </p:blipFill>
        <p:spPr>
          <a:xfrm>
            <a:off x="0" y="0"/>
            <a:ext cx="9143640" cy="6857640"/>
          </a:xfrm>
          <a:prstGeom prst="rect">
            <a:avLst/>
          </a:prstGeom>
          <a:ln w="0">
            <a:noFill/>
          </a:ln>
        </p:spPr>
      </p:pic>
      <p:pic>
        <p:nvPicPr>
          <p:cNvPr id="7" name="Picture 11" descr=""/>
          <p:cNvPicPr/>
          <p:nvPr/>
        </p:nvPicPr>
        <p:blipFill>
          <a:blip r:embed="rId4"/>
          <a:stretch/>
        </p:blipFill>
        <p:spPr>
          <a:xfrm>
            <a:off x="6843600" y="423720"/>
            <a:ext cx="2006280" cy="718920"/>
          </a:xfrm>
          <a:prstGeom prst="rect">
            <a:avLst/>
          </a:prstGeom>
          <a:ln w="0">
            <a:noFill/>
          </a:ln>
        </p:spPr>
      </p:pic>
      <p:sp>
        <p:nvSpPr>
          <p:cNvPr id="8" name="object 19"/>
          <p:cNvSpPr/>
          <p:nvPr/>
        </p:nvSpPr>
        <p:spPr>
          <a:xfrm>
            <a:off x="6500880" y="6253200"/>
            <a:ext cx="2282400" cy="110160"/>
          </a:xfrm>
          <a:prstGeom prst="rect">
            <a:avLst/>
          </a:prstGeom>
          <a:noFill/>
          <a:ln w="0">
            <a:noFill/>
          </a:ln>
        </p:spPr>
        <p:style>
          <a:lnRef idx="0"/>
          <a:fillRef idx="0"/>
          <a:effectRef idx="0"/>
          <a:fontRef idx="minor"/>
        </p:style>
        <p:txBody>
          <a:bodyPr lIns="0" rIns="0" tIns="7200" bIns="0" anchor="t">
            <a:spAutoFit/>
          </a:bodyPr>
          <a:p>
            <a:pPr marL="6840" algn="r">
              <a:lnSpc>
                <a:spcPct val="100000"/>
              </a:lnSpc>
              <a:spcBef>
                <a:spcPts val="54"/>
              </a:spcBef>
            </a:pPr>
            <a:r>
              <a:rPr b="0" lang="en-US" sz="680" spc="-1" strike="noStrike">
                <a:solidFill>
                  <a:srgbClr val="808080"/>
                </a:solidFill>
                <a:latin typeface="Arial"/>
              </a:rPr>
              <a:t>© </a:t>
            </a:r>
            <a:r>
              <a:rPr b="0" lang="en-US" sz="680" spc="-4" strike="noStrike">
                <a:solidFill>
                  <a:srgbClr val="808080"/>
                </a:solidFill>
                <a:latin typeface="Arial"/>
              </a:rPr>
              <a:t>2020 Coforge</a:t>
            </a:r>
            <a:endParaRPr b="0" lang="en-IN" sz="680" spc="-1" strike="noStrike">
              <a:latin typeface="Arial"/>
            </a:endParaRPr>
          </a:p>
        </p:txBody>
      </p:sp>
      <p:sp>
        <p:nvSpPr>
          <p:cNvPr id="9" name="PlaceHolder 1"/>
          <p:cNvSpPr>
            <a:spLocks noGrp="1"/>
          </p:cNvSpPr>
          <p:nvPr>
            <p:ph type="title"/>
          </p:nvPr>
        </p:nvSpPr>
        <p:spPr>
          <a:xfrm>
            <a:off x="5343480" y="2944080"/>
            <a:ext cx="3471480" cy="548640"/>
          </a:xfrm>
          <a:prstGeom prst="rect">
            <a:avLst/>
          </a:prstGeom>
          <a:noFill/>
          <a:ln w="0">
            <a:noFill/>
          </a:ln>
        </p:spPr>
        <p:txBody>
          <a:bodyPr numCol="1" spcCol="0" anchor="ctr">
            <a:noAutofit/>
          </a:bodyPr>
          <a:p>
            <a:pPr>
              <a:lnSpc>
                <a:spcPct val="90000"/>
              </a:lnSpc>
            </a:pPr>
            <a:r>
              <a:rPr b="1" lang="en-US" sz="3380" spc="-1" strike="noStrike">
                <a:solidFill>
                  <a:srgbClr val="0056a4"/>
                </a:solidFill>
                <a:latin typeface="Arial"/>
              </a:rPr>
              <a:t>Click to edit Master title style</a:t>
            </a:r>
            <a:endParaRPr b="0" lang="en-US" sz="3380" spc="-1" strike="noStrike">
              <a:solidFill>
                <a:srgbClr val="000000"/>
              </a:solidFill>
              <a:latin typeface="Times New Roman"/>
            </a:endParaRPr>
          </a:p>
        </p:txBody>
      </p:sp>
      <p:sp>
        <p:nvSpPr>
          <p:cNvPr id="10" name="PlaceHolder 2"/>
          <p:cNvSpPr>
            <a:spLocks noGrp="1"/>
          </p:cNvSpPr>
          <p:nvPr>
            <p:ph type="body"/>
          </p:nvPr>
        </p:nvSpPr>
        <p:spPr>
          <a:xfrm>
            <a:off x="5396400" y="3892320"/>
            <a:ext cx="3418560" cy="388800"/>
          </a:xfrm>
          <a:prstGeom prst="rect">
            <a:avLst/>
          </a:prstGeom>
          <a:noFill/>
          <a:ln w="0">
            <a:noFill/>
          </a:ln>
        </p:spPr>
        <p:txBody>
          <a:bodyPr numCol="1" spcCol="0" lIns="0" rIns="0" tIns="0" bIns="0" anchor="ctr">
            <a:noAutofit/>
          </a:bodyPr>
          <a:p>
            <a:pPr>
              <a:lnSpc>
                <a:spcPct val="100000"/>
              </a:lnSpc>
              <a:spcBef>
                <a:spcPts val="564"/>
              </a:spcBef>
              <a:tabLst>
                <a:tab algn="l" pos="0"/>
              </a:tabLst>
            </a:pPr>
            <a:r>
              <a:rPr b="1" lang="en-US" sz="2029" spc="-1" strike="noStrike">
                <a:solidFill>
                  <a:srgbClr val="f68b1f"/>
                </a:solidFill>
                <a:latin typeface="Arial"/>
              </a:rPr>
              <a:t>Click to edit Master text styles</a:t>
            </a:r>
            <a:endParaRPr b="0" lang="en-US" sz="2029"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object 19"/>
          <p:cNvSpPr/>
          <p:nvPr/>
        </p:nvSpPr>
        <p:spPr>
          <a:xfrm>
            <a:off x="243000" y="6424560"/>
            <a:ext cx="2282400" cy="110160"/>
          </a:xfrm>
          <a:prstGeom prst="rect">
            <a:avLst/>
          </a:prstGeom>
          <a:noFill/>
          <a:ln w="0">
            <a:noFill/>
          </a:ln>
        </p:spPr>
        <p:style>
          <a:lnRef idx="0"/>
          <a:fillRef idx="0"/>
          <a:effectRef idx="0"/>
          <a:fontRef idx="minor"/>
        </p:style>
        <p:txBody>
          <a:bodyPr lIns="0" rIns="0" tIns="7200" bIns="0" anchor="t">
            <a:spAutoFit/>
          </a:bodyPr>
          <a:p>
            <a:pPr marL="6840">
              <a:lnSpc>
                <a:spcPct val="100000"/>
              </a:lnSpc>
              <a:spcBef>
                <a:spcPts val="54"/>
              </a:spcBef>
            </a:pPr>
            <a:r>
              <a:rPr b="0" lang="en-US" sz="680" spc="-1" strike="noStrike">
                <a:solidFill>
                  <a:srgbClr val="808080"/>
                </a:solidFill>
                <a:latin typeface="Arial"/>
              </a:rPr>
              <a:t>© </a:t>
            </a:r>
            <a:r>
              <a:rPr b="0" lang="en-US" sz="680" spc="-4" strike="noStrike">
                <a:solidFill>
                  <a:srgbClr val="808080"/>
                </a:solidFill>
                <a:latin typeface="Arial"/>
              </a:rPr>
              <a:t>2020 Coforge</a:t>
            </a:r>
            <a:endParaRPr b="0" lang="en-IN" sz="680" spc="-1" strike="noStrike">
              <a:latin typeface="Arial"/>
            </a:endParaRPr>
          </a:p>
        </p:txBody>
      </p:sp>
      <p:sp>
        <p:nvSpPr>
          <p:cNvPr id="48" name="Oval 3"/>
          <p:cNvSpPr/>
          <p:nvPr/>
        </p:nvSpPr>
        <p:spPr>
          <a:xfrm>
            <a:off x="8643960" y="6286680"/>
            <a:ext cx="342720" cy="45684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p:style>
      </p:sp>
      <p:sp>
        <p:nvSpPr>
          <p:cNvPr id="49" name="Holder 5"/>
          <p:cNvSpPr/>
          <p:nvPr/>
        </p:nvSpPr>
        <p:spPr>
          <a:xfrm>
            <a:off x="8578800" y="6343560"/>
            <a:ext cx="490320" cy="342720"/>
          </a:xfrm>
          <a:prstGeom prst="rect">
            <a:avLst/>
          </a:prstGeom>
          <a:noFill/>
          <a:ln w="0">
            <a:noFill/>
          </a:ln>
        </p:spPr>
        <p:style>
          <a:lnRef idx="0"/>
          <a:fillRef idx="0"/>
          <a:effectRef idx="0"/>
          <a:fontRef idx="minor"/>
        </p:style>
        <p:txBody>
          <a:bodyPr lIns="0" rIns="0" tIns="0" bIns="0" anchor="ctr">
            <a:noAutofit/>
          </a:bodyPr>
          <a:p>
            <a:pPr algn="ctr">
              <a:lnSpc>
                <a:spcPct val="100000"/>
              </a:lnSpc>
            </a:pPr>
            <a:fld id="{83023A2A-677D-4766-9625-FEEFA7CFE0EA}" type="slidenum">
              <a:rPr b="1" lang="en-GB" sz="790" spc="-1" strike="noStrike">
                <a:solidFill>
                  <a:srgbClr val="808080"/>
                </a:solidFill>
                <a:latin typeface="Arial"/>
              </a:rPr>
              <a:t>&lt;number&gt;</a:t>
            </a:fld>
            <a:endParaRPr b="0" lang="en-IN" sz="790" spc="-1" strike="noStrike">
              <a:latin typeface="Arial"/>
            </a:endParaRPr>
          </a:p>
        </p:txBody>
      </p:sp>
      <p:pic>
        <p:nvPicPr>
          <p:cNvPr id="50" name="Picture 9" descr=""/>
          <p:cNvPicPr/>
          <p:nvPr/>
        </p:nvPicPr>
        <p:blipFill>
          <a:blip r:embed="rId2"/>
          <a:stretch/>
        </p:blipFill>
        <p:spPr>
          <a:xfrm>
            <a:off x="0" y="0"/>
            <a:ext cx="842760" cy="1123560"/>
          </a:xfrm>
          <a:prstGeom prst="rect">
            <a:avLst/>
          </a:prstGeom>
          <a:ln w="0">
            <a:noFill/>
          </a:ln>
        </p:spPr>
      </p:pic>
      <p:sp>
        <p:nvSpPr>
          <p:cNvPr id="51" name="PlaceHolder 1"/>
          <p:cNvSpPr>
            <a:spLocks noGrp="1"/>
          </p:cNvSpPr>
          <p:nvPr>
            <p:ph type="title"/>
          </p:nvPr>
        </p:nvSpPr>
        <p:spPr>
          <a:xfrm>
            <a:off x="933480" y="425520"/>
            <a:ext cx="7326000" cy="549000"/>
          </a:xfrm>
          <a:prstGeom prst="rect">
            <a:avLst/>
          </a:prstGeom>
          <a:noFill/>
          <a:ln w="0">
            <a:noFill/>
          </a:ln>
        </p:spPr>
        <p:txBody>
          <a:bodyPr numCol="1" spcCol="0" anchor="ctr">
            <a:noAutofit/>
          </a:bodyPr>
          <a:p>
            <a:pPr>
              <a:lnSpc>
                <a:spcPct val="90000"/>
              </a:lnSpc>
            </a:pPr>
            <a:r>
              <a:rPr b="1" lang="en-US" sz="2200" spc="-1" strike="noStrike">
                <a:solidFill>
                  <a:srgbClr val="0056a4"/>
                </a:solidFill>
                <a:latin typeface="Arial"/>
              </a:rPr>
              <a:t>Click to edit Master title style</a:t>
            </a:r>
            <a:endParaRPr b="0" lang="en-US" sz="2200" spc="-1" strike="noStrike">
              <a:solidFill>
                <a:srgbClr val="000000"/>
              </a:solidFill>
              <a:latin typeface="Times New Roman"/>
            </a:endParaRPr>
          </a:p>
        </p:txBody>
      </p:sp>
      <p:sp>
        <p:nvSpPr>
          <p:cNvPr id="52" name="PlaceHolder 2"/>
          <p:cNvSpPr>
            <a:spLocks noGrp="1"/>
          </p:cNvSpPr>
          <p:nvPr>
            <p:ph type="body"/>
          </p:nvPr>
        </p:nvSpPr>
        <p:spPr>
          <a:xfrm>
            <a:off x="414360" y="1371600"/>
            <a:ext cx="7886520" cy="4628880"/>
          </a:xfrm>
          <a:prstGeom prst="rect">
            <a:avLst/>
          </a:prstGeom>
          <a:noFill/>
          <a:ln w="0">
            <a:noFill/>
          </a:ln>
        </p:spPr>
        <p:txBody>
          <a:bodyPr numCol="1" spcCol="0" anchor="t">
            <a:noAutofit/>
          </a:bodyPr>
          <a:p>
            <a:pPr marL="128880" indent="-128880">
              <a:lnSpc>
                <a:spcPct val="100000"/>
              </a:lnSpc>
              <a:spcBef>
                <a:spcPts val="564"/>
              </a:spcBef>
              <a:buClr>
                <a:srgbClr val="000000"/>
              </a:buClr>
              <a:buFont typeface="Arial"/>
              <a:buChar char="•"/>
            </a:pPr>
            <a:r>
              <a:rPr b="0" lang="en-US" sz="1300" spc="-1" strike="noStrike">
                <a:solidFill>
                  <a:srgbClr val="000000"/>
                </a:solidFill>
                <a:latin typeface="Arial"/>
              </a:rPr>
              <a:t>Click to edit Master text styles</a:t>
            </a:r>
            <a:endParaRPr b="0" lang="en-US" sz="1300" spc="-1" strike="noStrike">
              <a:solidFill>
                <a:srgbClr val="000000"/>
              </a:solidFill>
              <a:latin typeface="Arial"/>
            </a:endParaRPr>
          </a:p>
          <a:p>
            <a:pPr lvl="1" marL="385920" indent="-128880">
              <a:lnSpc>
                <a:spcPct val="100000"/>
              </a:lnSpc>
              <a:spcBef>
                <a:spcPts val="275"/>
              </a:spcBef>
              <a:buClr>
                <a:srgbClr val="000000"/>
              </a:buClr>
              <a:buFont typeface="Arial"/>
              <a:buChar char="•"/>
            </a:pPr>
            <a:r>
              <a:rPr b="0" lang="en-US" sz="1100" spc="-1" strike="noStrike">
                <a:solidFill>
                  <a:srgbClr val="000000"/>
                </a:solidFill>
                <a:latin typeface="Arial"/>
              </a:rPr>
              <a:t>Second level</a:t>
            </a:r>
            <a:endParaRPr b="0" lang="en-US" sz="1100" spc="-1" strike="noStrike">
              <a:solidFill>
                <a:srgbClr val="000000"/>
              </a:solidFill>
              <a:latin typeface="Arial"/>
            </a:endParaRPr>
          </a:p>
          <a:p>
            <a:pPr lvl="2" marL="643320" indent="-128880">
              <a:lnSpc>
                <a:spcPct val="100000"/>
              </a:lnSpc>
              <a:spcBef>
                <a:spcPts val="275"/>
              </a:spcBef>
              <a:buClr>
                <a:srgbClr val="000000"/>
              </a:buClr>
              <a:buFont typeface="Arial"/>
              <a:buChar char="•"/>
            </a:pPr>
            <a:r>
              <a:rPr b="0" lang="en-US" sz="1000" spc="-1" strike="noStrike">
                <a:solidFill>
                  <a:srgbClr val="000000"/>
                </a:solidFill>
                <a:latin typeface="Arial"/>
              </a:rPr>
              <a:t>Third level</a:t>
            </a:r>
            <a:endParaRPr b="0" lang="en-US" sz="1000" spc="-1" strike="noStrike">
              <a:solidFill>
                <a:srgbClr val="000000"/>
              </a:solidFill>
              <a:latin typeface="Arial"/>
            </a:endParaRPr>
          </a:p>
          <a:p>
            <a:pPr lvl="3" marL="900360" indent="-128880">
              <a:lnSpc>
                <a:spcPct val="100000"/>
              </a:lnSpc>
              <a:spcBef>
                <a:spcPts val="275"/>
              </a:spcBef>
              <a:buClr>
                <a:srgbClr val="000000"/>
              </a:buClr>
              <a:buFont typeface="Arial"/>
              <a:buChar char="•"/>
            </a:pPr>
            <a:r>
              <a:rPr b="0" lang="en-US" sz="900" spc="-1" strike="noStrike">
                <a:solidFill>
                  <a:srgbClr val="000000"/>
                </a:solidFill>
                <a:latin typeface="Arial"/>
              </a:rPr>
              <a:t>Fourth level</a:t>
            </a:r>
            <a:endParaRPr b="0" lang="en-US" sz="900" spc="-1" strike="noStrike">
              <a:solidFill>
                <a:srgbClr val="000000"/>
              </a:solidFill>
              <a:latin typeface="Arial"/>
            </a:endParaRPr>
          </a:p>
          <a:p>
            <a:pPr lvl="4" marL="1157760" indent="-128880">
              <a:lnSpc>
                <a:spcPct val="100000"/>
              </a:lnSpc>
              <a:spcBef>
                <a:spcPts val="275"/>
              </a:spcBef>
              <a:buClr>
                <a:srgbClr val="000000"/>
              </a:buClr>
              <a:buFont typeface="Arial"/>
              <a:buChar char="•"/>
            </a:pPr>
            <a:r>
              <a:rPr b="0" lang="en-US" sz="900" spc="-1" strike="noStrike">
                <a:solidFill>
                  <a:srgbClr val="000000"/>
                </a:solidFill>
                <a:latin typeface="Arial"/>
              </a:rPr>
              <a:t>Fifth level</a:t>
            </a:r>
            <a:endParaRPr b="0" lang="en-US" sz="9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object 19"/>
          <p:cNvSpPr/>
          <p:nvPr/>
        </p:nvSpPr>
        <p:spPr>
          <a:xfrm>
            <a:off x="243000" y="6424560"/>
            <a:ext cx="2282400" cy="110160"/>
          </a:xfrm>
          <a:prstGeom prst="rect">
            <a:avLst/>
          </a:prstGeom>
          <a:noFill/>
          <a:ln w="0">
            <a:noFill/>
          </a:ln>
        </p:spPr>
        <p:style>
          <a:lnRef idx="0"/>
          <a:fillRef idx="0"/>
          <a:effectRef idx="0"/>
          <a:fontRef idx="minor"/>
        </p:style>
        <p:txBody>
          <a:bodyPr lIns="0" rIns="0" tIns="7200" bIns="0" anchor="t">
            <a:spAutoFit/>
          </a:bodyPr>
          <a:p>
            <a:pPr marL="6840">
              <a:lnSpc>
                <a:spcPct val="100000"/>
              </a:lnSpc>
              <a:spcBef>
                <a:spcPts val="54"/>
              </a:spcBef>
            </a:pPr>
            <a:r>
              <a:rPr b="0" lang="en-US" sz="680" spc="-1" strike="noStrike">
                <a:solidFill>
                  <a:srgbClr val="808080"/>
                </a:solidFill>
                <a:latin typeface="Arial"/>
              </a:rPr>
              <a:t>© </a:t>
            </a:r>
            <a:r>
              <a:rPr b="0" lang="en-US" sz="680" spc="-4" strike="noStrike">
                <a:solidFill>
                  <a:srgbClr val="808080"/>
                </a:solidFill>
                <a:latin typeface="Arial"/>
              </a:rPr>
              <a:t>2020 Coforge</a:t>
            </a:r>
            <a:endParaRPr b="0" lang="en-IN" sz="680" spc="-1" strike="noStrike">
              <a:latin typeface="Arial"/>
            </a:endParaRPr>
          </a:p>
        </p:txBody>
      </p:sp>
      <p:sp>
        <p:nvSpPr>
          <p:cNvPr id="90" name="Oval 3"/>
          <p:cNvSpPr/>
          <p:nvPr/>
        </p:nvSpPr>
        <p:spPr>
          <a:xfrm>
            <a:off x="8643960" y="6286680"/>
            <a:ext cx="342720" cy="45684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p:style>
      </p:sp>
      <p:sp>
        <p:nvSpPr>
          <p:cNvPr id="91" name="Holder 5"/>
          <p:cNvSpPr/>
          <p:nvPr/>
        </p:nvSpPr>
        <p:spPr>
          <a:xfrm>
            <a:off x="8578800" y="6343560"/>
            <a:ext cx="490320" cy="342720"/>
          </a:xfrm>
          <a:prstGeom prst="rect">
            <a:avLst/>
          </a:prstGeom>
          <a:noFill/>
          <a:ln w="0">
            <a:noFill/>
          </a:ln>
        </p:spPr>
        <p:style>
          <a:lnRef idx="0"/>
          <a:fillRef idx="0"/>
          <a:effectRef idx="0"/>
          <a:fontRef idx="minor"/>
        </p:style>
        <p:txBody>
          <a:bodyPr lIns="0" rIns="0" tIns="0" bIns="0" anchor="ctr">
            <a:noAutofit/>
          </a:bodyPr>
          <a:p>
            <a:pPr algn="ctr">
              <a:lnSpc>
                <a:spcPct val="100000"/>
              </a:lnSpc>
            </a:pPr>
            <a:fld id="{1E81A0A6-0944-47DC-BF06-D13AC401F587}" type="slidenum">
              <a:rPr b="1" lang="en-GB" sz="790" spc="-1" strike="noStrike">
                <a:solidFill>
                  <a:srgbClr val="808080"/>
                </a:solidFill>
                <a:latin typeface="Arial"/>
              </a:rPr>
              <a:t>&lt;number&gt;</a:t>
            </a:fld>
            <a:endParaRPr b="0" lang="en-IN" sz="790" spc="-1" strike="noStrike">
              <a:latin typeface="Arial"/>
            </a:endParaRPr>
          </a:p>
        </p:txBody>
      </p:sp>
      <p:pic>
        <p:nvPicPr>
          <p:cNvPr id="92" name="Picture 9" descr=""/>
          <p:cNvPicPr/>
          <p:nvPr/>
        </p:nvPicPr>
        <p:blipFill>
          <a:blip r:embed="rId2"/>
          <a:stretch/>
        </p:blipFill>
        <p:spPr>
          <a:xfrm>
            <a:off x="0" y="0"/>
            <a:ext cx="842760" cy="1123560"/>
          </a:xfrm>
          <a:prstGeom prst="rect">
            <a:avLst/>
          </a:prstGeom>
          <a:ln w="0">
            <a:noFill/>
          </a:ln>
        </p:spPr>
      </p:pic>
      <p:pic>
        <p:nvPicPr>
          <p:cNvPr id="93" name="Picture 7" descr=""/>
          <p:cNvPicPr/>
          <p:nvPr/>
        </p:nvPicPr>
        <p:blipFill>
          <a:blip r:embed="rId3"/>
          <a:stretch/>
        </p:blipFill>
        <p:spPr>
          <a:xfrm>
            <a:off x="0" y="0"/>
            <a:ext cx="9143640" cy="6857640"/>
          </a:xfrm>
          <a:prstGeom prst="rect">
            <a:avLst/>
          </a:prstGeom>
          <a:ln w="0">
            <a:noFill/>
          </a:ln>
        </p:spPr>
      </p:pic>
      <p:sp>
        <p:nvSpPr>
          <p:cNvPr id="94" name="object 19"/>
          <p:cNvSpPr/>
          <p:nvPr/>
        </p:nvSpPr>
        <p:spPr>
          <a:xfrm>
            <a:off x="6500880" y="6343560"/>
            <a:ext cx="2282400" cy="110160"/>
          </a:xfrm>
          <a:prstGeom prst="rect">
            <a:avLst/>
          </a:prstGeom>
          <a:noFill/>
          <a:ln w="0">
            <a:noFill/>
          </a:ln>
        </p:spPr>
        <p:style>
          <a:lnRef idx="0"/>
          <a:fillRef idx="0"/>
          <a:effectRef idx="0"/>
          <a:fontRef idx="minor"/>
        </p:style>
        <p:txBody>
          <a:bodyPr lIns="0" rIns="0" tIns="7200" bIns="0" anchor="t">
            <a:spAutoFit/>
          </a:bodyPr>
          <a:p>
            <a:pPr marL="6840" algn="r">
              <a:lnSpc>
                <a:spcPct val="100000"/>
              </a:lnSpc>
              <a:spcBef>
                <a:spcPts val="54"/>
              </a:spcBef>
            </a:pPr>
            <a:r>
              <a:rPr b="0" lang="en-US" sz="680" spc="-1" strike="noStrike">
                <a:solidFill>
                  <a:srgbClr val="808080"/>
                </a:solidFill>
                <a:latin typeface="Arial"/>
              </a:rPr>
              <a:t>© </a:t>
            </a:r>
            <a:r>
              <a:rPr b="0" lang="en-US" sz="680" spc="-4" strike="noStrike">
                <a:solidFill>
                  <a:srgbClr val="808080"/>
                </a:solidFill>
                <a:latin typeface="Arial"/>
              </a:rPr>
              <a:t>2020 Coforge</a:t>
            </a:r>
            <a:endParaRPr b="0" lang="en-IN" sz="680" spc="-1" strike="noStrike">
              <a:latin typeface="Arial"/>
            </a:endParaRPr>
          </a:p>
        </p:txBody>
      </p:sp>
      <p:pic>
        <p:nvPicPr>
          <p:cNvPr id="95" name="Picture 10" descr=""/>
          <p:cNvPicPr/>
          <p:nvPr/>
        </p:nvPicPr>
        <p:blipFill>
          <a:blip r:embed="rId4"/>
          <a:stretch/>
        </p:blipFill>
        <p:spPr>
          <a:xfrm>
            <a:off x="6843600" y="423720"/>
            <a:ext cx="2006280" cy="718920"/>
          </a:xfrm>
          <a:prstGeom prst="rect">
            <a:avLst/>
          </a:prstGeom>
          <a:ln w="0">
            <a:noFill/>
          </a:ln>
        </p:spPr>
      </p:pic>
      <p:sp>
        <p:nvSpPr>
          <p:cNvPr id="96" name="Freeform 8"/>
          <p:cNvSpPr/>
          <p:nvPr/>
        </p:nvSpPr>
        <p:spPr>
          <a:xfrm>
            <a:off x="6180120" y="4308480"/>
            <a:ext cx="244080" cy="266400"/>
          </a:xfrm>
          <a:custGeom>
            <a:avLst/>
            <a:gdLst/>
            <a:ahLst/>
            <a:rect l="l" t="t"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w="0">
            <a:noFill/>
          </a:ln>
        </p:spPr>
        <p:style>
          <a:lnRef idx="0"/>
          <a:fillRef idx="0"/>
          <a:effectRef idx="0"/>
          <a:fontRef idx="minor"/>
        </p:style>
      </p:sp>
      <p:grpSp>
        <p:nvGrpSpPr>
          <p:cNvPr id="97" name="Group 7"/>
          <p:cNvGrpSpPr/>
          <p:nvPr/>
        </p:nvGrpSpPr>
        <p:grpSpPr>
          <a:xfrm>
            <a:off x="6543720" y="4286160"/>
            <a:ext cx="239760" cy="322560"/>
            <a:chOff x="6543720" y="4286160"/>
            <a:chExt cx="239760" cy="322560"/>
          </a:xfrm>
        </p:grpSpPr>
        <p:sp>
          <p:nvSpPr>
            <p:cNvPr id="98" name="Freeform 10"/>
            <p:cNvSpPr/>
            <p:nvPr/>
          </p:nvSpPr>
          <p:spPr>
            <a:xfrm>
              <a:off x="6543720" y="4286160"/>
              <a:ext cx="239760" cy="322560"/>
            </a:xfrm>
            <a:custGeom>
              <a:avLst/>
              <a:gdLst/>
              <a:ahLst/>
              <a:rect l="l" t="t"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w="0">
              <a:noFill/>
            </a:ln>
          </p:spPr>
          <p:style>
            <a:lnRef idx="0"/>
            <a:fillRef idx="0"/>
            <a:effectRef idx="0"/>
            <a:fontRef idx="minor"/>
          </p:style>
        </p:sp>
        <p:sp>
          <p:nvSpPr>
            <p:cNvPr id="99" name="Freeform 12"/>
            <p:cNvSpPr/>
            <p:nvPr/>
          </p:nvSpPr>
          <p:spPr>
            <a:xfrm>
              <a:off x="6638040" y="4388040"/>
              <a:ext cx="66240" cy="117000"/>
            </a:xfrm>
            <a:custGeom>
              <a:avLst/>
              <a:gdLst/>
              <a:ahLst/>
              <a:rect l="l" t="t"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w="0">
              <a:noFill/>
            </a:ln>
          </p:spPr>
          <p:style>
            <a:lnRef idx="0"/>
            <a:fillRef idx="0"/>
            <a:effectRef idx="0"/>
            <a:fontRef idx="minor"/>
          </p:style>
        </p:sp>
      </p:grpSp>
      <p:sp>
        <p:nvSpPr>
          <p:cNvPr id="100" name="Freeform 13"/>
          <p:cNvSpPr/>
          <p:nvPr/>
        </p:nvSpPr>
        <p:spPr>
          <a:xfrm>
            <a:off x="5581800" y="4354560"/>
            <a:ext cx="159840" cy="217080"/>
          </a:xfrm>
          <a:custGeom>
            <a:avLst/>
            <a:gdLst/>
            <a:ahLst/>
            <a:rect l="l" t="t"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w="0">
            <a:noFill/>
          </a:ln>
        </p:spPr>
        <p:style>
          <a:lnRef idx="0"/>
          <a:fillRef idx="0"/>
          <a:effectRef idx="0"/>
          <a:fontRef idx="minor"/>
        </p:style>
      </p:sp>
      <p:sp>
        <p:nvSpPr>
          <p:cNvPr id="101" name="Freeform 10"/>
          <p:cNvSpPr/>
          <p:nvPr/>
        </p:nvSpPr>
        <p:spPr>
          <a:xfrm>
            <a:off x="5500800" y="4359240"/>
            <a:ext cx="52200" cy="212400"/>
          </a:xfrm>
          <a:custGeom>
            <a:avLst/>
            <a:gdLst/>
            <a:ahLst/>
            <a:rect l="l" t="t"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w="0">
            <a:noFill/>
          </a:ln>
        </p:spPr>
        <p:style>
          <a:lnRef idx="0"/>
          <a:fillRef idx="0"/>
          <a:effectRef idx="0"/>
          <a:fontRef idx="minor"/>
        </p:style>
      </p:sp>
      <p:sp>
        <p:nvSpPr>
          <p:cNvPr id="102" name="Freeform 11"/>
          <p:cNvSpPr/>
          <p:nvPr/>
        </p:nvSpPr>
        <p:spPr>
          <a:xfrm>
            <a:off x="5497560" y="4257720"/>
            <a:ext cx="58320" cy="72720"/>
          </a:xfrm>
          <a:custGeom>
            <a:avLst/>
            <a:gdLst/>
            <a:ahLst/>
            <a:rect l="l" t="t"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w="0">
            <a:noFill/>
          </a:ln>
        </p:spPr>
        <p:style>
          <a:lnRef idx="0"/>
          <a:fillRef idx="0"/>
          <a:effectRef idx="0"/>
          <a:fontRef idx="minor"/>
        </p:style>
      </p:sp>
      <p:sp>
        <p:nvSpPr>
          <p:cNvPr id="103" name="Freeform 12"/>
          <p:cNvSpPr/>
          <p:nvPr/>
        </p:nvSpPr>
        <p:spPr>
          <a:xfrm>
            <a:off x="5904000" y="4272120"/>
            <a:ext cx="114120" cy="329760"/>
          </a:xfrm>
          <a:custGeom>
            <a:avLst/>
            <a:gdLst/>
            <a:ahLst/>
            <a:rect l="l" t="t"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w="0">
            <a:noFill/>
          </a:ln>
        </p:spPr>
        <p:style>
          <a:lnRef idx="0"/>
          <a:fillRef idx="0"/>
          <a:effectRef idx="0"/>
          <a:fontRef idx="minor"/>
        </p:style>
      </p:sp>
      <p:sp>
        <p:nvSpPr>
          <p:cNvPr id="104" name="PlaceHolder 1"/>
          <p:cNvSpPr>
            <a:spLocks noGrp="1"/>
          </p:cNvSpPr>
          <p:nvPr>
            <p:ph type="title"/>
          </p:nvPr>
        </p:nvSpPr>
        <p:spPr>
          <a:xfrm>
            <a:off x="5429160" y="2971800"/>
            <a:ext cx="3592800" cy="1257120"/>
          </a:xfrm>
          <a:prstGeom prst="rect">
            <a:avLst/>
          </a:prstGeom>
          <a:noFill/>
          <a:ln w="0">
            <a:noFill/>
          </a:ln>
        </p:spPr>
        <p:txBody>
          <a:bodyPr numCol="1" spcCol="0" anchor="ctr">
            <a:noAutofit/>
          </a:bodyPr>
          <a:p>
            <a:pPr>
              <a:lnSpc>
                <a:spcPct val="90000"/>
              </a:lnSpc>
            </a:pPr>
            <a:r>
              <a:rPr b="1" lang="en-US" sz="3040" spc="-1" strike="noStrike">
                <a:solidFill>
                  <a:srgbClr val="0056a4"/>
                </a:solidFill>
                <a:latin typeface="Arial"/>
              </a:rPr>
              <a:t>Click to edit Master title style</a:t>
            </a:r>
            <a:endParaRPr b="0" lang="en-US" sz="3040" spc="-1" strike="noStrike">
              <a:solidFill>
                <a:srgbClr val="000000"/>
              </a:solidFill>
              <a:latin typeface="Times New Roman"/>
            </a:endParaRPr>
          </a:p>
        </p:txBody>
      </p:sp>
      <p:sp>
        <p:nvSpPr>
          <p:cNvPr id="105"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000" spc="-1" strike="noStrike">
                <a:solidFill>
                  <a:srgbClr val="000000"/>
                </a:solidFill>
                <a:latin typeface="Arial"/>
              </a:rPr>
              <a:t>Second Outline Level</a:t>
            </a:r>
            <a:endParaRPr b="0" lang="en-US" sz="1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900" spc="-1" strike="noStrike">
                <a:solidFill>
                  <a:srgbClr val="000000"/>
                </a:solidFill>
                <a:latin typeface="Arial"/>
              </a:rPr>
              <a:t>Third Outline Level</a:t>
            </a:r>
            <a:endParaRPr b="0" lang="en-US" sz="9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900" spc="-1" strike="noStrike">
                <a:solidFill>
                  <a:srgbClr val="000000"/>
                </a:solidFill>
                <a:latin typeface="Arial"/>
              </a:rPr>
              <a:t>Fourth Outline Level</a:t>
            </a:r>
            <a:endParaRPr b="0" lang="en-US" sz="9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Lst>
</p:sldMaster>
</file>

<file path=ppt/slides/_rels/slide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slideLayout" Target="../slideLayouts/slideLayout13.xml"/><Relationship Id="rId8"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13.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slideLayout" Target="../slideLayouts/slideLayout13.xml"/><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slideLayout" Target="../slideLayouts/slideLayout13.xml"/><Relationship Id="rId4"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3.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3.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3.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3.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3.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3.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3.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3.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3.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3.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3.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5113440" y="2514600"/>
            <a:ext cx="4030200" cy="1149120"/>
          </a:xfrm>
          <a:prstGeom prst="rect">
            <a:avLst/>
          </a:prstGeom>
          <a:noFill/>
          <a:ln w="0">
            <a:noFill/>
          </a:ln>
        </p:spPr>
        <p:txBody>
          <a:bodyPr numCol="1" spcCol="0" anchor="ctr">
            <a:noAutofit/>
          </a:bodyPr>
          <a:p>
            <a:pPr algn="ctr">
              <a:lnSpc>
                <a:spcPct val="90000"/>
              </a:lnSpc>
            </a:pPr>
            <a:r>
              <a:rPr b="1" lang="en-US" sz="4000" spc="-1" strike="noStrike">
                <a:solidFill>
                  <a:srgbClr val="0056a4"/>
                </a:solidFill>
                <a:latin typeface="Arial"/>
              </a:rPr>
              <a:t>Agile 2-DB Systel </a:t>
            </a:r>
            <a:endParaRPr b="0" lang="en-US" sz="4000" spc="-1" strike="noStrike">
              <a:solidFill>
                <a:srgbClr val="000000"/>
              </a:solidFill>
              <a:latin typeface="Times New Roman"/>
            </a:endParaRPr>
          </a:p>
        </p:txBody>
      </p:sp>
      <p:sp>
        <p:nvSpPr>
          <p:cNvPr id="149" name="PlaceHolder 2"/>
          <p:cNvSpPr>
            <a:spLocks noGrp="1"/>
          </p:cNvSpPr>
          <p:nvPr>
            <p:ph/>
          </p:nvPr>
        </p:nvSpPr>
        <p:spPr>
          <a:xfrm>
            <a:off x="6705720" y="4876920"/>
            <a:ext cx="1983960" cy="291600"/>
          </a:xfrm>
          <a:prstGeom prst="rect">
            <a:avLst/>
          </a:prstGeom>
          <a:noFill/>
          <a:ln w="0">
            <a:noFill/>
          </a:ln>
        </p:spPr>
        <p:txBody>
          <a:bodyPr numCol="1" spcCol="0" lIns="0" rIns="0" tIns="0" bIns="0" anchor="ctr">
            <a:noAutofit/>
          </a:bodyPr>
          <a:p>
            <a:pPr>
              <a:lnSpc>
                <a:spcPct val="100000"/>
              </a:lnSpc>
              <a:spcBef>
                <a:spcPts val="564"/>
              </a:spcBef>
              <a:tabLst>
                <a:tab algn="l" pos="0"/>
              </a:tabLst>
            </a:pPr>
            <a:r>
              <a:rPr b="1" lang="en-US" sz="2029" spc="-1" strike="noStrike">
                <a:solidFill>
                  <a:srgbClr val="f68b1f"/>
                </a:solidFill>
                <a:latin typeface="Arial"/>
              </a:rPr>
              <a:t>Neeraj Vohra</a:t>
            </a:r>
            <a:endParaRPr b="0" lang="en-US" sz="2029" spc="-1" strike="noStrike">
              <a:solidFill>
                <a:srgbClr val="000000"/>
              </a:solidFill>
              <a:latin typeface="Arial"/>
            </a:endParaRPr>
          </a:p>
        </p:txBody>
      </p:sp>
      <p:pic>
        <p:nvPicPr>
          <p:cNvPr id="150" name="Picture 11" descr="DB-MNL_rgb_M"/>
          <p:cNvPicPr/>
          <p:nvPr/>
        </p:nvPicPr>
        <p:blipFill>
          <a:blip r:embed="rId1"/>
          <a:srcRect l="-2256" t="-46505" r="-16722" b="-14445"/>
          <a:stretch/>
        </p:blipFill>
        <p:spPr>
          <a:xfrm>
            <a:off x="4570560" y="5791320"/>
            <a:ext cx="1983960" cy="864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 name="Rectangle 89"/>
          <p:cNvSpPr/>
          <p:nvPr/>
        </p:nvSpPr>
        <p:spPr>
          <a:xfrm>
            <a:off x="0" y="0"/>
            <a:ext cx="456120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52" name="Rectangle 91"/>
          <p:cNvSpPr/>
          <p:nvPr/>
        </p:nvSpPr>
        <p:spPr>
          <a:xfrm>
            <a:off x="0" y="0"/>
            <a:ext cx="9143640" cy="6857640"/>
          </a:xfrm>
          <a:prstGeom prst="rect">
            <a:avLst/>
          </a:prstGeom>
          <a:gradFill rotWithShape="0">
            <a:gsLst>
              <a:gs pos="0">
                <a:srgbClr val="ed7d31"/>
              </a:gs>
              <a:gs pos="100000">
                <a:srgbClr val="4472c4"/>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53" name="Picture 93" descr=""/>
          <p:cNvPicPr/>
          <p:nvPr/>
        </p:nvPicPr>
        <p:blipFill>
          <a:blip r:embed="rId1"/>
          <a:stretch/>
        </p:blipFill>
        <p:spPr>
          <a:xfrm>
            <a:off x="0" y="0"/>
            <a:ext cx="9143640" cy="6857640"/>
          </a:xfrm>
          <a:prstGeom prst="rect">
            <a:avLst/>
          </a:prstGeom>
          <a:ln w="0">
            <a:noFill/>
          </a:ln>
        </p:spPr>
      </p:pic>
      <p:sp>
        <p:nvSpPr>
          <p:cNvPr id="154" name="PlaceHolder 1"/>
          <p:cNvSpPr>
            <a:spLocks noGrp="1"/>
          </p:cNvSpPr>
          <p:nvPr>
            <p:ph type="title"/>
          </p:nvPr>
        </p:nvSpPr>
        <p:spPr>
          <a:xfrm>
            <a:off x="479880" y="2053800"/>
            <a:ext cx="2751480" cy="2759760"/>
          </a:xfrm>
          <a:prstGeom prst="rect">
            <a:avLst/>
          </a:prstGeom>
          <a:noFill/>
          <a:ln w="0">
            <a:noFill/>
          </a:ln>
        </p:spPr>
        <p:txBody>
          <a:bodyPr numCol="1" spcCol="0" anchor="ctr">
            <a:normAutofit/>
          </a:bodyPr>
          <a:p>
            <a:pPr>
              <a:lnSpc>
                <a:spcPct val="90000"/>
              </a:lnSpc>
            </a:pPr>
            <a:r>
              <a:rPr b="1" lang="en-US" sz="2200" spc="-1" strike="noStrike">
                <a:solidFill>
                  <a:srgbClr val="ffffff"/>
                </a:solidFill>
                <a:latin typeface="Arial"/>
              </a:rPr>
              <a:t>Glossary</a:t>
            </a:r>
            <a:endParaRPr b="0" lang="en-US" sz="2200" spc="-1" strike="noStrike">
              <a:solidFill>
                <a:srgbClr val="000000"/>
              </a:solidFill>
              <a:latin typeface="Times New Roman"/>
            </a:endParaRPr>
          </a:p>
        </p:txBody>
      </p:sp>
      <p:sp>
        <p:nvSpPr>
          <p:cNvPr id="155" name="PlaceHolder 2"/>
          <p:cNvSpPr>
            <a:spLocks noGrp="1"/>
          </p:cNvSpPr>
          <p:nvPr>
            <p:ph/>
          </p:nvPr>
        </p:nvSpPr>
        <p:spPr>
          <a:xfrm>
            <a:off x="4038480" y="152640"/>
            <a:ext cx="4419360" cy="6324120"/>
          </a:xfrm>
          <a:prstGeom prst="rect">
            <a:avLst/>
          </a:prstGeom>
          <a:noFill/>
          <a:ln w="0">
            <a:noFill/>
          </a:ln>
        </p:spPr>
        <p:txBody>
          <a:bodyPr numCol="1" spcCol="0" anchor="ctr">
            <a:normAutofit fontScale="24000"/>
          </a:bodyPr>
          <a:p>
            <a:pPr>
              <a:lnSpc>
                <a:spcPct val="90000"/>
              </a:lnSpc>
              <a:spcBef>
                <a:spcPts val="564"/>
              </a:spcBef>
              <a:tabLst>
                <a:tab algn="l" pos="0"/>
              </a:tabLst>
            </a:pPr>
            <a:endParaRPr b="0" lang="en-US" sz="1300" spc="-1" strike="noStrike">
              <a:solidFill>
                <a:srgbClr val="000000"/>
              </a:solidFill>
              <a:latin typeface="Arial"/>
            </a:endParaRPr>
          </a:p>
          <a:p>
            <a:pPr>
              <a:lnSpc>
                <a:spcPct val="90000"/>
              </a:lnSpc>
              <a:spcBef>
                <a:spcPts val="564"/>
              </a:spcBef>
              <a:tabLst>
                <a:tab algn="l" pos="0"/>
              </a:tabLst>
            </a:pPr>
            <a:endParaRPr b="0" lang="en-US" sz="13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Theme</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Epic</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Feature</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User Story</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Tasks</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DEEP</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DIVE</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SMART</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INVEST</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Timebox</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Sprint</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Scrum</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Spike</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Definition Of Ready</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Definition Of Done</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Velocity</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Spike</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Technical Debt</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Impediments</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Parking Lot</a:t>
            </a:r>
            <a:endParaRPr b="0" lang="en-US" sz="8000" spc="-1" strike="noStrike">
              <a:solidFill>
                <a:srgbClr val="000000"/>
              </a:solidFill>
              <a:latin typeface="Arial"/>
            </a:endParaRPr>
          </a:p>
          <a:p>
            <a:pPr>
              <a:lnSpc>
                <a:spcPct val="90000"/>
              </a:lnSpc>
              <a:spcBef>
                <a:spcPts val="564"/>
              </a:spcBef>
              <a:tabLst>
                <a:tab algn="l" pos="0"/>
              </a:tabLst>
            </a:pPr>
            <a:r>
              <a:rPr b="0" lang="en-US" sz="8000" spc="-1" strike="noStrike">
                <a:solidFill>
                  <a:srgbClr val="000000"/>
                </a:solidFill>
                <a:latin typeface="Calibri"/>
              </a:rPr>
              <a:t>Poker Planning</a:t>
            </a:r>
            <a:endParaRPr b="0" lang="en-US" sz="8000" spc="-1" strike="noStrike">
              <a:solidFill>
                <a:srgbClr val="000000"/>
              </a:solidFill>
              <a:latin typeface="Arial"/>
            </a:endParaRPr>
          </a:p>
        </p:txBody>
      </p:sp>
      <p:sp>
        <p:nvSpPr>
          <p:cNvPr id="156" name="Rectangle 2"/>
          <p:cNvSpPr/>
          <p:nvPr/>
        </p:nvSpPr>
        <p:spPr>
          <a:xfrm>
            <a:off x="685800" y="6248520"/>
            <a:ext cx="1904760" cy="456840"/>
          </a:xfrm>
          <a:prstGeom prst="rect">
            <a:avLst/>
          </a:prstGeom>
          <a:noFill/>
          <a:ln w="0">
            <a:noFill/>
          </a:ln>
        </p:spPr>
        <p:style>
          <a:lnRef idx="0"/>
          <a:fillRef idx="0"/>
          <a:effectRef idx="0"/>
          <a:fontRef idx="minor"/>
        </p:style>
      </p:sp>
      <p:sp>
        <p:nvSpPr>
          <p:cNvPr id="157" name="Rectangle 3"/>
          <p:cNvSpPr/>
          <p:nvPr/>
        </p:nvSpPr>
        <p:spPr>
          <a:xfrm>
            <a:off x="3124080" y="6248520"/>
            <a:ext cx="2895120" cy="456840"/>
          </a:xfrm>
          <a:prstGeom prst="rect">
            <a:avLst/>
          </a:prstGeom>
          <a:noFill/>
          <a:ln w="0">
            <a:noFill/>
          </a:ln>
        </p:spPr>
        <p:style>
          <a:lnRef idx="0"/>
          <a:fillRef idx="0"/>
          <a:effectRef idx="0"/>
          <a:fontRef idx="minor"/>
        </p:style>
      </p:sp>
      <p:sp>
        <p:nvSpPr>
          <p:cNvPr id="158" name="Rectangle 4"/>
          <p:cNvSpPr/>
          <p:nvPr/>
        </p:nvSpPr>
        <p:spPr>
          <a:xfrm>
            <a:off x="685800" y="6248520"/>
            <a:ext cx="1904760" cy="456840"/>
          </a:xfrm>
          <a:prstGeom prst="rect">
            <a:avLst/>
          </a:prstGeom>
          <a:noFill/>
          <a:ln w="0">
            <a:noFill/>
          </a:ln>
        </p:spPr>
        <p:style>
          <a:lnRef idx="0"/>
          <a:fillRef idx="0"/>
          <a:effectRef idx="0"/>
          <a:fontRef idx="minor"/>
        </p:style>
      </p:sp>
      <p:sp>
        <p:nvSpPr>
          <p:cNvPr id="159" name="Rectangle 5"/>
          <p:cNvSpPr/>
          <p:nvPr/>
        </p:nvSpPr>
        <p:spPr>
          <a:xfrm>
            <a:off x="3124080" y="6248520"/>
            <a:ext cx="2895120" cy="456840"/>
          </a:xfrm>
          <a:prstGeom prst="rect">
            <a:avLst/>
          </a:prstGeom>
          <a:noFill/>
          <a:ln w="0">
            <a:noFill/>
          </a:ln>
        </p:spPr>
        <p:style>
          <a:lnRef idx="0"/>
          <a:fillRef idx="0"/>
          <a:effectRef idx="0"/>
          <a:fontRef idx="minor"/>
        </p:style>
      </p:sp>
      <p:sp>
        <p:nvSpPr>
          <p:cNvPr id="160" name="Rectangle 6"/>
          <p:cNvSpPr/>
          <p:nvPr/>
        </p:nvSpPr>
        <p:spPr>
          <a:xfrm>
            <a:off x="685800" y="6248520"/>
            <a:ext cx="1904760" cy="456840"/>
          </a:xfrm>
          <a:prstGeom prst="rect">
            <a:avLst/>
          </a:prstGeom>
          <a:noFill/>
          <a:ln w="0">
            <a:noFill/>
          </a:ln>
        </p:spPr>
        <p:style>
          <a:lnRef idx="0"/>
          <a:fillRef idx="0"/>
          <a:effectRef idx="0"/>
          <a:fontRef idx="minor"/>
        </p:style>
      </p:sp>
      <p:sp>
        <p:nvSpPr>
          <p:cNvPr id="161" name="Rectangle 7"/>
          <p:cNvSpPr/>
          <p:nvPr/>
        </p:nvSpPr>
        <p:spPr>
          <a:xfrm>
            <a:off x="3124080" y="6248520"/>
            <a:ext cx="2895120" cy="456840"/>
          </a:xfrm>
          <a:prstGeom prst="rect">
            <a:avLst/>
          </a:prstGeom>
          <a:noFill/>
          <a:ln w="0">
            <a:noFill/>
          </a:ln>
        </p:spPr>
        <p:style>
          <a:lnRef idx="0"/>
          <a:fillRef idx="0"/>
          <a:effectRef idx="0"/>
          <a:fontRef idx="minor"/>
        </p:style>
      </p:sp>
      <p:sp>
        <p:nvSpPr>
          <p:cNvPr id="162" name="Rectangle 8"/>
          <p:cNvSpPr/>
          <p:nvPr/>
        </p:nvSpPr>
        <p:spPr>
          <a:xfrm>
            <a:off x="685800" y="6248520"/>
            <a:ext cx="1904760" cy="456840"/>
          </a:xfrm>
          <a:prstGeom prst="rect">
            <a:avLst/>
          </a:prstGeom>
          <a:noFill/>
          <a:ln w="0">
            <a:noFill/>
          </a:ln>
        </p:spPr>
        <p:style>
          <a:lnRef idx="0"/>
          <a:fillRef idx="0"/>
          <a:effectRef idx="0"/>
          <a:fontRef idx="minor"/>
        </p:style>
      </p:sp>
      <p:sp>
        <p:nvSpPr>
          <p:cNvPr id="163" name="Rectangle 9"/>
          <p:cNvSpPr/>
          <p:nvPr/>
        </p:nvSpPr>
        <p:spPr>
          <a:xfrm>
            <a:off x="3124080" y="6248520"/>
            <a:ext cx="2895120" cy="456840"/>
          </a:xfrm>
          <a:prstGeom prst="rect">
            <a:avLst/>
          </a:prstGeom>
          <a:noFill/>
          <a:ln w="0">
            <a:noFill/>
          </a:ln>
        </p:spPr>
        <p:style>
          <a:lnRef idx="0"/>
          <a:fillRef idx="0"/>
          <a:effectRef idx="0"/>
          <a:fontRef idx="minor"/>
        </p:style>
      </p:sp>
      <p:sp>
        <p:nvSpPr>
          <p:cNvPr id="164" name="Rectangle 10"/>
          <p:cNvSpPr/>
          <p:nvPr/>
        </p:nvSpPr>
        <p:spPr>
          <a:xfrm>
            <a:off x="685800" y="6248520"/>
            <a:ext cx="1904760" cy="456840"/>
          </a:xfrm>
          <a:prstGeom prst="rect">
            <a:avLst/>
          </a:prstGeom>
          <a:noFill/>
          <a:ln w="0">
            <a:noFill/>
          </a:ln>
        </p:spPr>
        <p:style>
          <a:lnRef idx="0"/>
          <a:fillRef idx="0"/>
          <a:effectRef idx="0"/>
          <a:fontRef idx="minor"/>
        </p:style>
      </p:sp>
      <p:sp>
        <p:nvSpPr>
          <p:cNvPr id="165" name="Rectangle 11"/>
          <p:cNvSpPr/>
          <p:nvPr/>
        </p:nvSpPr>
        <p:spPr>
          <a:xfrm>
            <a:off x="3124080" y="6248520"/>
            <a:ext cx="2895120" cy="456840"/>
          </a:xfrm>
          <a:prstGeom prst="rect">
            <a:avLst/>
          </a:prstGeom>
          <a:noFill/>
          <a:ln w="0">
            <a:noFill/>
          </a:ln>
        </p:spPr>
        <p:style>
          <a:lnRef idx="0"/>
          <a:fillRef idx="0"/>
          <a:effectRef idx="0"/>
          <a:fontRef idx="minor"/>
        </p:style>
      </p:sp>
      <p:sp>
        <p:nvSpPr>
          <p:cNvPr id="166" name="Rectangle 12"/>
          <p:cNvSpPr/>
          <p:nvPr/>
        </p:nvSpPr>
        <p:spPr>
          <a:xfrm>
            <a:off x="685800" y="6248520"/>
            <a:ext cx="1904760" cy="456840"/>
          </a:xfrm>
          <a:prstGeom prst="rect">
            <a:avLst/>
          </a:prstGeom>
          <a:noFill/>
          <a:ln w="0">
            <a:noFill/>
          </a:ln>
        </p:spPr>
        <p:style>
          <a:lnRef idx="0"/>
          <a:fillRef idx="0"/>
          <a:effectRef idx="0"/>
          <a:fontRef idx="minor"/>
        </p:style>
      </p:sp>
      <p:sp>
        <p:nvSpPr>
          <p:cNvPr id="167" name="Rectangle 13"/>
          <p:cNvSpPr/>
          <p:nvPr/>
        </p:nvSpPr>
        <p:spPr>
          <a:xfrm>
            <a:off x="3124080" y="6248520"/>
            <a:ext cx="2895120" cy="456840"/>
          </a:xfrm>
          <a:prstGeom prst="rect">
            <a:avLst/>
          </a:prstGeom>
          <a:noFill/>
          <a:ln w="0">
            <a:noFill/>
          </a:ln>
        </p:spPr>
        <p:style>
          <a:lnRef idx="0"/>
          <a:fillRef idx="0"/>
          <a:effectRef idx="0"/>
          <a:fontRef idx="minor"/>
        </p:style>
      </p:sp>
      <p:sp>
        <p:nvSpPr>
          <p:cNvPr id="168" name="Rectangle 14"/>
          <p:cNvSpPr/>
          <p:nvPr/>
        </p:nvSpPr>
        <p:spPr>
          <a:xfrm>
            <a:off x="685800" y="6248520"/>
            <a:ext cx="1904760" cy="456840"/>
          </a:xfrm>
          <a:prstGeom prst="rect">
            <a:avLst/>
          </a:prstGeom>
          <a:noFill/>
          <a:ln w="0">
            <a:noFill/>
          </a:ln>
        </p:spPr>
        <p:style>
          <a:lnRef idx="0"/>
          <a:fillRef idx="0"/>
          <a:effectRef idx="0"/>
          <a:fontRef idx="minor"/>
        </p:style>
      </p:sp>
      <p:sp>
        <p:nvSpPr>
          <p:cNvPr id="169" name="Rectangle 15"/>
          <p:cNvSpPr/>
          <p:nvPr/>
        </p:nvSpPr>
        <p:spPr>
          <a:xfrm>
            <a:off x="3124080" y="6248520"/>
            <a:ext cx="2895120" cy="456840"/>
          </a:xfrm>
          <a:prstGeom prst="rect">
            <a:avLst/>
          </a:prstGeom>
          <a:no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1165320" y="2286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Theme,Epic,Feature,User Story and Tasks</a:t>
            </a:r>
            <a:br/>
            <a:endParaRPr b="0" lang="en-US" sz="2800" spc="-1" strike="noStrike">
              <a:solidFill>
                <a:srgbClr val="000000"/>
              </a:solidFill>
              <a:latin typeface="Times New Roman"/>
            </a:endParaRPr>
          </a:p>
        </p:txBody>
      </p:sp>
      <p:sp>
        <p:nvSpPr>
          <p:cNvPr id="171" name="Rectangle 2"/>
          <p:cNvSpPr/>
          <p:nvPr/>
        </p:nvSpPr>
        <p:spPr>
          <a:xfrm>
            <a:off x="685800" y="6248520"/>
            <a:ext cx="1904760" cy="456840"/>
          </a:xfrm>
          <a:prstGeom prst="rect">
            <a:avLst/>
          </a:prstGeom>
          <a:noFill/>
          <a:ln w="0">
            <a:noFill/>
          </a:ln>
        </p:spPr>
        <p:style>
          <a:lnRef idx="0"/>
          <a:fillRef idx="0"/>
          <a:effectRef idx="0"/>
          <a:fontRef idx="minor"/>
        </p:style>
      </p:sp>
      <p:sp>
        <p:nvSpPr>
          <p:cNvPr id="172" name="Rectangle 3"/>
          <p:cNvSpPr/>
          <p:nvPr/>
        </p:nvSpPr>
        <p:spPr>
          <a:xfrm>
            <a:off x="3124080" y="6248520"/>
            <a:ext cx="2895120" cy="456840"/>
          </a:xfrm>
          <a:prstGeom prst="rect">
            <a:avLst/>
          </a:prstGeom>
          <a:noFill/>
          <a:ln w="0">
            <a:noFill/>
          </a:ln>
        </p:spPr>
        <p:style>
          <a:lnRef idx="0"/>
          <a:fillRef idx="0"/>
          <a:effectRef idx="0"/>
          <a:fontRef idx="minor"/>
        </p:style>
      </p:sp>
      <p:sp>
        <p:nvSpPr>
          <p:cNvPr id="173" name="Rectangle 4"/>
          <p:cNvSpPr/>
          <p:nvPr/>
        </p:nvSpPr>
        <p:spPr>
          <a:xfrm>
            <a:off x="685800" y="6248520"/>
            <a:ext cx="1904760" cy="456840"/>
          </a:xfrm>
          <a:prstGeom prst="rect">
            <a:avLst/>
          </a:prstGeom>
          <a:noFill/>
          <a:ln w="0">
            <a:noFill/>
          </a:ln>
        </p:spPr>
        <p:style>
          <a:lnRef idx="0"/>
          <a:fillRef idx="0"/>
          <a:effectRef idx="0"/>
          <a:fontRef idx="minor"/>
        </p:style>
      </p:sp>
      <p:sp>
        <p:nvSpPr>
          <p:cNvPr id="174" name="Rectangle 5"/>
          <p:cNvSpPr/>
          <p:nvPr/>
        </p:nvSpPr>
        <p:spPr>
          <a:xfrm>
            <a:off x="3124080" y="6248520"/>
            <a:ext cx="2895120" cy="456840"/>
          </a:xfrm>
          <a:prstGeom prst="rect">
            <a:avLst/>
          </a:prstGeom>
          <a:noFill/>
          <a:ln w="0">
            <a:noFill/>
          </a:ln>
        </p:spPr>
        <p:style>
          <a:lnRef idx="0"/>
          <a:fillRef idx="0"/>
          <a:effectRef idx="0"/>
          <a:fontRef idx="minor"/>
        </p:style>
      </p:sp>
      <p:sp>
        <p:nvSpPr>
          <p:cNvPr id="175" name="Rectangle 6"/>
          <p:cNvSpPr/>
          <p:nvPr/>
        </p:nvSpPr>
        <p:spPr>
          <a:xfrm>
            <a:off x="685800" y="6248520"/>
            <a:ext cx="1904760" cy="456840"/>
          </a:xfrm>
          <a:prstGeom prst="rect">
            <a:avLst/>
          </a:prstGeom>
          <a:noFill/>
          <a:ln w="0">
            <a:noFill/>
          </a:ln>
        </p:spPr>
        <p:style>
          <a:lnRef idx="0"/>
          <a:fillRef idx="0"/>
          <a:effectRef idx="0"/>
          <a:fontRef idx="minor"/>
        </p:style>
      </p:sp>
      <p:sp>
        <p:nvSpPr>
          <p:cNvPr id="176" name="Rectangle 7"/>
          <p:cNvSpPr/>
          <p:nvPr/>
        </p:nvSpPr>
        <p:spPr>
          <a:xfrm>
            <a:off x="3124080" y="6248520"/>
            <a:ext cx="2895120" cy="456840"/>
          </a:xfrm>
          <a:prstGeom prst="rect">
            <a:avLst/>
          </a:prstGeom>
          <a:noFill/>
          <a:ln w="0">
            <a:noFill/>
          </a:ln>
        </p:spPr>
        <p:style>
          <a:lnRef idx="0"/>
          <a:fillRef idx="0"/>
          <a:effectRef idx="0"/>
          <a:fontRef idx="minor"/>
        </p:style>
      </p:sp>
      <p:sp>
        <p:nvSpPr>
          <p:cNvPr id="177" name="Rectangle 8"/>
          <p:cNvSpPr/>
          <p:nvPr/>
        </p:nvSpPr>
        <p:spPr>
          <a:xfrm>
            <a:off x="685800" y="6248520"/>
            <a:ext cx="1904760" cy="456840"/>
          </a:xfrm>
          <a:prstGeom prst="rect">
            <a:avLst/>
          </a:prstGeom>
          <a:noFill/>
          <a:ln w="0">
            <a:noFill/>
          </a:ln>
        </p:spPr>
        <p:style>
          <a:lnRef idx="0"/>
          <a:fillRef idx="0"/>
          <a:effectRef idx="0"/>
          <a:fontRef idx="minor"/>
        </p:style>
      </p:sp>
      <p:sp>
        <p:nvSpPr>
          <p:cNvPr id="178" name="Rectangle 9"/>
          <p:cNvSpPr/>
          <p:nvPr/>
        </p:nvSpPr>
        <p:spPr>
          <a:xfrm>
            <a:off x="3124080" y="6248520"/>
            <a:ext cx="2895120" cy="456840"/>
          </a:xfrm>
          <a:prstGeom prst="rect">
            <a:avLst/>
          </a:prstGeom>
          <a:noFill/>
          <a:ln w="0">
            <a:noFill/>
          </a:ln>
        </p:spPr>
        <p:style>
          <a:lnRef idx="0"/>
          <a:fillRef idx="0"/>
          <a:effectRef idx="0"/>
          <a:fontRef idx="minor"/>
        </p:style>
      </p:sp>
      <p:sp>
        <p:nvSpPr>
          <p:cNvPr id="179" name="Rectangle 10"/>
          <p:cNvSpPr/>
          <p:nvPr/>
        </p:nvSpPr>
        <p:spPr>
          <a:xfrm>
            <a:off x="685800" y="6248520"/>
            <a:ext cx="1904760" cy="456840"/>
          </a:xfrm>
          <a:prstGeom prst="rect">
            <a:avLst/>
          </a:prstGeom>
          <a:noFill/>
          <a:ln w="0">
            <a:noFill/>
          </a:ln>
        </p:spPr>
        <p:style>
          <a:lnRef idx="0"/>
          <a:fillRef idx="0"/>
          <a:effectRef idx="0"/>
          <a:fontRef idx="minor"/>
        </p:style>
      </p:sp>
      <p:sp>
        <p:nvSpPr>
          <p:cNvPr id="180" name="Rectangle 11"/>
          <p:cNvSpPr/>
          <p:nvPr/>
        </p:nvSpPr>
        <p:spPr>
          <a:xfrm>
            <a:off x="3124080" y="6248520"/>
            <a:ext cx="2895120" cy="456840"/>
          </a:xfrm>
          <a:prstGeom prst="rect">
            <a:avLst/>
          </a:prstGeom>
          <a:noFill/>
          <a:ln w="0">
            <a:noFill/>
          </a:ln>
        </p:spPr>
        <p:style>
          <a:lnRef idx="0"/>
          <a:fillRef idx="0"/>
          <a:effectRef idx="0"/>
          <a:fontRef idx="minor"/>
        </p:style>
      </p:sp>
      <p:sp>
        <p:nvSpPr>
          <p:cNvPr id="181" name="Rectangle 12"/>
          <p:cNvSpPr/>
          <p:nvPr/>
        </p:nvSpPr>
        <p:spPr>
          <a:xfrm>
            <a:off x="685800" y="6248520"/>
            <a:ext cx="1904760" cy="456840"/>
          </a:xfrm>
          <a:prstGeom prst="rect">
            <a:avLst/>
          </a:prstGeom>
          <a:noFill/>
          <a:ln w="0">
            <a:noFill/>
          </a:ln>
        </p:spPr>
        <p:style>
          <a:lnRef idx="0"/>
          <a:fillRef idx="0"/>
          <a:effectRef idx="0"/>
          <a:fontRef idx="minor"/>
        </p:style>
      </p:sp>
      <p:sp>
        <p:nvSpPr>
          <p:cNvPr id="182" name="Rectangle 13"/>
          <p:cNvSpPr/>
          <p:nvPr/>
        </p:nvSpPr>
        <p:spPr>
          <a:xfrm>
            <a:off x="3124080" y="6248520"/>
            <a:ext cx="2895120" cy="456840"/>
          </a:xfrm>
          <a:prstGeom prst="rect">
            <a:avLst/>
          </a:prstGeom>
          <a:noFill/>
          <a:ln w="0">
            <a:noFill/>
          </a:ln>
        </p:spPr>
        <p:style>
          <a:lnRef idx="0"/>
          <a:fillRef idx="0"/>
          <a:effectRef idx="0"/>
          <a:fontRef idx="minor"/>
        </p:style>
      </p:sp>
      <p:sp>
        <p:nvSpPr>
          <p:cNvPr id="183" name="Rectangle 14"/>
          <p:cNvSpPr/>
          <p:nvPr/>
        </p:nvSpPr>
        <p:spPr>
          <a:xfrm>
            <a:off x="685800" y="6248520"/>
            <a:ext cx="1904760" cy="456840"/>
          </a:xfrm>
          <a:prstGeom prst="rect">
            <a:avLst/>
          </a:prstGeom>
          <a:noFill/>
          <a:ln w="0">
            <a:noFill/>
          </a:ln>
        </p:spPr>
        <p:style>
          <a:lnRef idx="0"/>
          <a:fillRef idx="0"/>
          <a:effectRef idx="0"/>
          <a:fontRef idx="minor"/>
        </p:style>
      </p:sp>
      <p:sp>
        <p:nvSpPr>
          <p:cNvPr id="184" name="Rectangle 15"/>
          <p:cNvSpPr/>
          <p:nvPr/>
        </p:nvSpPr>
        <p:spPr>
          <a:xfrm>
            <a:off x="3124080" y="6248520"/>
            <a:ext cx="2895120" cy="456840"/>
          </a:xfrm>
          <a:prstGeom prst="rect">
            <a:avLst/>
          </a:prstGeom>
          <a:noFill/>
          <a:ln w="0">
            <a:noFill/>
          </a:ln>
        </p:spPr>
        <p:style>
          <a:lnRef idx="0"/>
          <a:fillRef idx="0"/>
          <a:effectRef idx="0"/>
          <a:fontRef idx="minor"/>
        </p:style>
      </p:sp>
      <p:pic>
        <p:nvPicPr>
          <p:cNvPr id="185" name="Picture 17" descr=""/>
          <p:cNvPicPr/>
          <p:nvPr/>
        </p:nvPicPr>
        <p:blipFill>
          <a:blip r:embed="rId1"/>
          <a:stretch/>
        </p:blipFill>
        <p:spPr>
          <a:xfrm>
            <a:off x="685800" y="914400"/>
            <a:ext cx="7543440" cy="50288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1165320" y="2286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Theme,Epic,Feature,User Story and Tasks</a:t>
            </a:r>
            <a:br/>
            <a:endParaRPr b="0" lang="en-US" sz="2800" spc="-1" strike="noStrike">
              <a:solidFill>
                <a:srgbClr val="000000"/>
              </a:solidFill>
              <a:latin typeface="Times New Roman"/>
            </a:endParaRPr>
          </a:p>
        </p:txBody>
      </p:sp>
      <p:sp>
        <p:nvSpPr>
          <p:cNvPr id="187" name="Rectangle 2"/>
          <p:cNvSpPr/>
          <p:nvPr/>
        </p:nvSpPr>
        <p:spPr>
          <a:xfrm>
            <a:off x="685800" y="6248520"/>
            <a:ext cx="1904760" cy="456840"/>
          </a:xfrm>
          <a:prstGeom prst="rect">
            <a:avLst/>
          </a:prstGeom>
          <a:noFill/>
          <a:ln w="0">
            <a:noFill/>
          </a:ln>
        </p:spPr>
        <p:style>
          <a:lnRef idx="0"/>
          <a:fillRef idx="0"/>
          <a:effectRef idx="0"/>
          <a:fontRef idx="minor"/>
        </p:style>
      </p:sp>
      <p:sp>
        <p:nvSpPr>
          <p:cNvPr id="188" name="Rectangle 3"/>
          <p:cNvSpPr/>
          <p:nvPr/>
        </p:nvSpPr>
        <p:spPr>
          <a:xfrm>
            <a:off x="3124080" y="6248520"/>
            <a:ext cx="2895120" cy="456840"/>
          </a:xfrm>
          <a:prstGeom prst="rect">
            <a:avLst/>
          </a:prstGeom>
          <a:noFill/>
          <a:ln w="0">
            <a:noFill/>
          </a:ln>
        </p:spPr>
        <p:style>
          <a:lnRef idx="0"/>
          <a:fillRef idx="0"/>
          <a:effectRef idx="0"/>
          <a:fontRef idx="minor"/>
        </p:style>
      </p:sp>
      <p:sp>
        <p:nvSpPr>
          <p:cNvPr id="189" name="Rectangle 4"/>
          <p:cNvSpPr/>
          <p:nvPr/>
        </p:nvSpPr>
        <p:spPr>
          <a:xfrm>
            <a:off x="685800" y="6248520"/>
            <a:ext cx="1904760" cy="456840"/>
          </a:xfrm>
          <a:prstGeom prst="rect">
            <a:avLst/>
          </a:prstGeom>
          <a:noFill/>
          <a:ln w="0">
            <a:noFill/>
          </a:ln>
        </p:spPr>
        <p:style>
          <a:lnRef idx="0"/>
          <a:fillRef idx="0"/>
          <a:effectRef idx="0"/>
          <a:fontRef idx="minor"/>
        </p:style>
      </p:sp>
      <p:sp>
        <p:nvSpPr>
          <p:cNvPr id="190" name="Rectangle 5"/>
          <p:cNvSpPr/>
          <p:nvPr/>
        </p:nvSpPr>
        <p:spPr>
          <a:xfrm>
            <a:off x="3124080" y="6248520"/>
            <a:ext cx="2895120" cy="456840"/>
          </a:xfrm>
          <a:prstGeom prst="rect">
            <a:avLst/>
          </a:prstGeom>
          <a:noFill/>
          <a:ln w="0">
            <a:noFill/>
          </a:ln>
        </p:spPr>
        <p:style>
          <a:lnRef idx="0"/>
          <a:fillRef idx="0"/>
          <a:effectRef idx="0"/>
          <a:fontRef idx="minor"/>
        </p:style>
      </p:sp>
      <p:sp>
        <p:nvSpPr>
          <p:cNvPr id="191" name="Rectangle 6"/>
          <p:cNvSpPr/>
          <p:nvPr/>
        </p:nvSpPr>
        <p:spPr>
          <a:xfrm>
            <a:off x="685800" y="6248520"/>
            <a:ext cx="1904760" cy="456840"/>
          </a:xfrm>
          <a:prstGeom prst="rect">
            <a:avLst/>
          </a:prstGeom>
          <a:noFill/>
          <a:ln w="0">
            <a:noFill/>
          </a:ln>
        </p:spPr>
        <p:style>
          <a:lnRef idx="0"/>
          <a:fillRef idx="0"/>
          <a:effectRef idx="0"/>
          <a:fontRef idx="minor"/>
        </p:style>
      </p:sp>
      <p:sp>
        <p:nvSpPr>
          <p:cNvPr id="192" name="Rectangle 7"/>
          <p:cNvSpPr/>
          <p:nvPr/>
        </p:nvSpPr>
        <p:spPr>
          <a:xfrm>
            <a:off x="3124080" y="6248520"/>
            <a:ext cx="2895120" cy="456840"/>
          </a:xfrm>
          <a:prstGeom prst="rect">
            <a:avLst/>
          </a:prstGeom>
          <a:noFill/>
          <a:ln w="0">
            <a:noFill/>
          </a:ln>
        </p:spPr>
        <p:style>
          <a:lnRef idx="0"/>
          <a:fillRef idx="0"/>
          <a:effectRef idx="0"/>
          <a:fontRef idx="minor"/>
        </p:style>
      </p:sp>
      <p:sp>
        <p:nvSpPr>
          <p:cNvPr id="193" name="Rectangle 8"/>
          <p:cNvSpPr/>
          <p:nvPr/>
        </p:nvSpPr>
        <p:spPr>
          <a:xfrm>
            <a:off x="685800" y="6248520"/>
            <a:ext cx="1904760" cy="456840"/>
          </a:xfrm>
          <a:prstGeom prst="rect">
            <a:avLst/>
          </a:prstGeom>
          <a:noFill/>
          <a:ln w="0">
            <a:noFill/>
          </a:ln>
        </p:spPr>
        <p:style>
          <a:lnRef idx="0"/>
          <a:fillRef idx="0"/>
          <a:effectRef idx="0"/>
          <a:fontRef idx="minor"/>
        </p:style>
      </p:sp>
      <p:sp>
        <p:nvSpPr>
          <p:cNvPr id="194" name="Rectangle 9"/>
          <p:cNvSpPr/>
          <p:nvPr/>
        </p:nvSpPr>
        <p:spPr>
          <a:xfrm>
            <a:off x="3124080" y="6248520"/>
            <a:ext cx="2895120" cy="456840"/>
          </a:xfrm>
          <a:prstGeom prst="rect">
            <a:avLst/>
          </a:prstGeom>
          <a:noFill/>
          <a:ln w="0">
            <a:noFill/>
          </a:ln>
        </p:spPr>
        <p:style>
          <a:lnRef idx="0"/>
          <a:fillRef idx="0"/>
          <a:effectRef idx="0"/>
          <a:fontRef idx="minor"/>
        </p:style>
      </p:sp>
      <p:sp>
        <p:nvSpPr>
          <p:cNvPr id="195" name="Rectangle 10"/>
          <p:cNvSpPr/>
          <p:nvPr/>
        </p:nvSpPr>
        <p:spPr>
          <a:xfrm>
            <a:off x="685800" y="6248520"/>
            <a:ext cx="1904760" cy="456840"/>
          </a:xfrm>
          <a:prstGeom prst="rect">
            <a:avLst/>
          </a:prstGeom>
          <a:noFill/>
          <a:ln w="0">
            <a:noFill/>
          </a:ln>
        </p:spPr>
        <p:style>
          <a:lnRef idx="0"/>
          <a:fillRef idx="0"/>
          <a:effectRef idx="0"/>
          <a:fontRef idx="minor"/>
        </p:style>
      </p:sp>
      <p:sp>
        <p:nvSpPr>
          <p:cNvPr id="196" name="Rectangle 11"/>
          <p:cNvSpPr/>
          <p:nvPr/>
        </p:nvSpPr>
        <p:spPr>
          <a:xfrm>
            <a:off x="3124080" y="6248520"/>
            <a:ext cx="2895120" cy="456840"/>
          </a:xfrm>
          <a:prstGeom prst="rect">
            <a:avLst/>
          </a:prstGeom>
          <a:noFill/>
          <a:ln w="0">
            <a:noFill/>
          </a:ln>
        </p:spPr>
        <p:style>
          <a:lnRef idx="0"/>
          <a:fillRef idx="0"/>
          <a:effectRef idx="0"/>
          <a:fontRef idx="minor"/>
        </p:style>
      </p:sp>
      <p:sp>
        <p:nvSpPr>
          <p:cNvPr id="197" name="Rectangle 12"/>
          <p:cNvSpPr/>
          <p:nvPr/>
        </p:nvSpPr>
        <p:spPr>
          <a:xfrm>
            <a:off x="685800" y="6248520"/>
            <a:ext cx="1904760" cy="456840"/>
          </a:xfrm>
          <a:prstGeom prst="rect">
            <a:avLst/>
          </a:prstGeom>
          <a:noFill/>
          <a:ln w="0">
            <a:noFill/>
          </a:ln>
        </p:spPr>
        <p:style>
          <a:lnRef idx="0"/>
          <a:fillRef idx="0"/>
          <a:effectRef idx="0"/>
          <a:fontRef idx="minor"/>
        </p:style>
      </p:sp>
      <p:sp>
        <p:nvSpPr>
          <p:cNvPr id="198" name="Rectangle 13"/>
          <p:cNvSpPr/>
          <p:nvPr/>
        </p:nvSpPr>
        <p:spPr>
          <a:xfrm>
            <a:off x="3124080" y="6248520"/>
            <a:ext cx="2895120" cy="456840"/>
          </a:xfrm>
          <a:prstGeom prst="rect">
            <a:avLst/>
          </a:prstGeom>
          <a:noFill/>
          <a:ln w="0">
            <a:noFill/>
          </a:ln>
        </p:spPr>
        <p:style>
          <a:lnRef idx="0"/>
          <a:fillRef idx="0"/>
          <a:effectRef idx="0"/>
          <a:fontRef idx="minor"/>
        </p:style>
      </p:sp>
      <p:sp>
        <p:nvSpPr>
          <p:cNvPr id="199" name="Rectangle 14"/>
          <p:cNvSpPr/>
          <p:nvPr/>
        </p:nvSpPr>
        <p:spPr>
          <a:xfrm>
            <a:off x="685800" y="6248520"/>
            <a:ext cx="1904760" cy="456840"/>
          </a:xfrm>
          <a:prstGeom prst="rect">
            <a:avLst/>
          </a:prstGeom>
          <a:noFill/>
          <a:ln w="0">
            <a:noFill/>
          </a:ln>
        </p:spPr>
        <p:style>
          <a:lnRef idx="0"/>
          <a:fillRef idx="0"/>
          <a:effectRef idx="0"/>
          <a:fontRef idx="minor"/>
        </p:style>
      </p:sp>
      <p:sp>
        <p:nvSpPr>
          <p:cNvPr id="200" name="Rectangle 15"/>
          <p:cNvSpPr/>
          <p:nvPr/>
        </p:nvSpPr>
        <p:spPr>
          <a:xfrm>
            <a:off x="3124080" y="6248520"/>
            <a:ext cx="2895120" cy="456840"/>
          </a:xfrm>
          <a:prstGeom prst="rect">
            <a:avLst/>
          </a:prstGeom>
          <a:noFill/>
          <a:ln w="0">
            <a:noFill/>
          </a:ln>
        </p:spPr>
        <p:style>
          <a:lnRef idx="0"/>
          <a:fillRef idx="0"/>
          <a:effectRef idx="0"/>
          <a:fontRef idx="minor"/>
        </p:style>
      </p:sp>
      <p:pic>
        <p:nvPicPr>
          <p:cNvPr id="201" name="Picture 18" descr=""/>
          <p:cNvPicPr/>
          <p:nvPr/>
        </p:nvPicPr>
        <p:blipFill>
          <a:blip r:embed="rId1"/>
          <a:stretch/>
        </p:blipFill>
        <p:spPr>
          <a:xfrm>
            <a:off x="914400" y="914400"/>
            <a:ext cx="7924320" cy="495252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1165320" y="2286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Theme,Epic,Feature,User Story and Tasks</a:t>
            </a:r>
            <a:br/>
            <a:endParaRPr b="0" lang="en-US" sz="2800" spc="-1" strike="noStrike">
              <a:solidFill>
                <a:srgbClr val="000000"/>
              </a:solidFill>
              <a:latin typeface="Times New Roman"/>
            </a:endParaRPr>
          </a:p>
        </p:txBody>
      </p:sp>
      <p:sp>
        <p:nvSpPr>
          <p:cNvPr id="203" name="Rectangle 2"/>
          <p:cNvSpPr/>
          <p:nvPr/>
        </p:nvSpPr>
        <p:spPr>
          <a:xfrm>
            <a:off x="685800" y="6248520"/>
            <a:ext cx="1904760" cy="456840"/>
          </a:xfrm>
          <a:prstGeom prst="rect">
            <a:avLst/>
          </a:prstGeom>
          <a:noFill/>
          <a:ln w="0">
            <a:noFill/>
          </a:ln>
        </p:spPr>
        <p:style>
          <a:lnRef idx="0"/>
          <a:fillRef idx="0"/>
          <a:effectRef idx="0"/>
          <a:fontRef idx="minor"/>
        </p:style>
      </p:sp>
      <p:sp>
        <p:nvSpPr>
          <p:cNvPr id="204" name="Rectangle 3"/>
          <p:cNvSpPr/>
          <p:nvPr/>
        </p:nvSpPr>
        <p:spPr>
          <a:xfrm>
            <a:off x="3124080" y="6248520"/>
            <a:ext cx="2895120" cy="456840"/>
          </a:xfrm>
          <a:prstGeom prst="rect">
            <a:avLst/>
          </a:prstGeom>
          <a:noFill/>
          <a:ln w="0">
            <a:noFill/>
          </a:ln>
        </p:spPr>
        <p:style>
          <a:lnRef idx="0"/>
          <a:fillRef idx="0"/>
          <a:effectRef idx="0"/>
          <a:fontRef idx="minor"/>
        </p:style>
      </p:sp>
      <p:sp>
        <p:nvSpPr>
          <p:cNvPr id="205" name="Rectangle 4"/>
          <p:cNvSpPr/>
          <p:nvPr/>
        </p:nvSpPr>
        <p:spPr>
          <a:xfrm>
            <a:off x="685800" y="6248520"/>
            <a:ext cx="1904760" cy="456840"/>
          </a:xfrm>
          <a:prstGeom prst="rect">
            <a:avLst/>
          </a:prstGeom>
          <a:noFill/>
          <a:ln w="0">
            <a:noFill/>
          </a:ln>
        </p:spPr>
        <p:style>
          <a:lnRef idx="0"/>
          <a:fillRef idx="0"/>
          <a:effectRef idx="0"/>
          <a:fontRef idx="minor"/>
        </p:style>
      </p:sp>
      <p:sp>
        <p:nvSpPr>
          <p:cNvPr id="206" name="Rectangle 5"/>
          <p:cNvSpPr/>
          <p:nvPr/>
        </p:nvSpPr>
        <p:spPr>
          <a:xfrm>
            <a:off x="3124080" y="6248520"/>
            <a:ext cx="2895120" cy="456840"/>
          </a:xfrm>
          <a:prstGeom prst="rect">
            <a:avLst/>
          </a:prstGeom>
          <a:noFill/>
          <a:ln w="0">
            <a:noFill/>
          </a:ln>
        </p:spPr>
        <p:style>
          <a:lnRef idx="0"/>
          <a:fillRef idx="0"/>
          <a:effectRef idx="0"/>
          <a:fontRef idx="minor"/>
        </p:style>
      </p:sp>
      <p:sp>
        <p:nvSpPr>
          <p:cNvPr id="207" name="Rectangle 6"/>
          <p:cNvSpPr/>
          <p:nvPr/>
        </p:nvSpPr>
        <p:spPr>
          <a:xfrm>
            <a:off x="685800" y="6248520"/>
            <a:ext cx="1904760" cy="456840"/>
          </a:xfrm>
          <a:prstGeom prst="rect">
            <a:avLst/>
          </a:prstGeom>
          <a:noFill/>
          <a:ln w="0">
            <a:noFill/>
          </a:ln>
        </p:spPr>
        <p:style>
          <a:lnRef idx="0"/>
          <a:fillRef idx="0"/>
          <a:effectRef idx="0"/>
          <a:fontRef idx="minor"/>
        </p:style>
      </p:sp>
      <p:sp>
        <p:nvSpPr>
          <p:cNvPr id="208" name="Rectangle 7"/>
          <p:cNvSpPr/>
          <p:nvPr/>
        </p:nvSpPr>
        <p:spPr>
          <a:xfrm>
            <a:off x="3124080" y="6248520"/>
            <a:ext cx="2895120" cy="456840"/>
          </a:xfrm>
          <a:prstGeom prst="rect">
            <a:avLst/>
          </a:prstGeom>
          <a:noFill/>
          <a:ln w="0">
            <a:noFill/>
          </a:ln>
        </p:spPr>
        <p:style>
          <a:lnRef idx="0"/>
          <a:fillRef idx="0"/>
          <a:effectRef idx="0"/>
          <a:fontRef idx="minor"/>
        </p:style>
      </p:sp>
      <p:sp>
        <p:nvSpPr>
          <p:cNvPr id="209" name="Rectangle 8"/>
          <p:cNvSpPr/>
          <p:nvPr/>
        </p:nvSpPr>
        <p:spPr>
          <a:xfrm>
            <a:off x="685800" y="6248520"/>
            <a:ext cx="1904760" cy="456840"/>
          </a:xfrm>
          <a:prstGeom prst="rect">
            <a:avLst/>
          </a:prstGeom>
          <a:noFill/>
          <a:ln w="0">
            <a:noFill/>
          </a:ln>
        </p:spPr>
        <p:style>
          <a:lnRef idx="0"/>
          <a:fillRef idx="0"/>
          <a:effectRef idx="0"/>
          <a:fontRef idx="minor"/>
        </p:style>
      </p:sp>
      <p:sp>
        <p:nvSpPr>
          <p:cNvPr id="210" name="Rectangle 9"/>
          <p:cNvSpPr/>
          <p:nvPr/>
        </p:nvSpPr>
        <p:spPr>
          <a:xfrm>
            <a:off x="3124080" y="6248520"/>
            <a:ext cx="2895120" cy="456840"/>
          </a:xfrm>
          <a:prstGeom prst="rect">
            <a:avLst/>
          </a:prstGeom>
          <a:noFill/>
          <a:ln w="0">
            <a:noFill/>
          </a:ln>
        </p:spPr>
        <p:style>
          <a:lnRef idx="0"/>
          <a:fillRef idx="0"/>
          <a:effectRef idx="0"/>
          <a:fontRef idx="minor"/>
        </p:style>
      </p:sp>
      <p:sp>
        <p:nvSpPr>
          <p:cNvPr id="211" name="Rectangle 10"/>
          <p:cNvSpPr/>
          <p:nvPr/>
        </p:nvSpPr>
        <p:spPr>
          <a:xfrm>
            <a:off x="685800" y="6248520"/>
            <a:ext cx="1904760" cy="456840"/>
          </a:xfrm>
          <a:prstGeom prst="rect">
            <a:avLst/>
          </a:prstGeom>
          <a:noFill/>
          <a:ln w="0">
            <a:noFill/>
          </a:ln>
        </p:spPr>
        <p:style>
          <a:lnRef idx="0"/>
          <a:fillRef idx="0"/>
          <a:effectRef idx="0"/>
          <a:fontRef idx="minor"/>
        </p:style>
      </p:sp>
      <p:sp>
        <p:nvSpPr>
          <p:cNvPr id="212" name="Rectangle 11"/>
          <p:cNvSpPr/>
          <p:nvPr/>
        </p:nvSpPr>
        <p:spPr>
          <a:xfrm>
            <a:off x="3124080" y="6248520"/>
            <a:ext cx="2895120" cy="456840"/>
          </a:xfrm>
          <a:prstGeom prst="rect">
            <a:avLst/>
          </a:prstGeom>
          <a:noFill/>
          <a:ln w="0">
            <a:noFill/>
          </a:ln>
        </p:spPr>
        <p:style>
          <a:lnRef idx="0"/>
          <a:fillRef idx="0"/>
          <a:effectRef idx="0"/>
          <a:fontRef idx="minor"/>
        </p:style>
      </p:sp>
      <p:sp>
        <p:nvSpPr>
          <p:cNvPr id="213" name="Rectangle 12"/>
          <p:cNvSpPr/>
          <p:nvPr/>
        </p:nvSpPr>
        <p:spPr>
          <a:xfrm>
            <a:off x="685800" y="6248520"/>
            <a:ext cx="1904760" cy="456840"/>
          </a:xfrm>
          <a:prstGeom prst="rect">
            <a:avLst/>
          </a:prstGeom>
          <a:noFill/>
          <a:ln w="0">
            <a:noFill/>
          </a:ln>
        </p:spPr>
        <p:style>
          <a:lnRef idx="0"/>
          <a:fillRef idx="0"/>
          <a:effectRef idx="0"/>
          <a:fontRef idx="minor"/>
        </p:style>
      </p:sp>
      <p:sp>
        <p:nvSpPr>
          <p:cNvPr id="214" name="Rectangle 13"/>
          <p:cNvSpPr/>
          <p:nvPr/>
        </p:nvSpPr>
        <p:spPr>
          <a:xfrm>
            <a:off x="3124080" y="6248520"/>
            <a:ext cx="2895120" cy="456840"/>
          </a:xfrm>
          <a:prstGeom prst="rect">
            <a:avLst/>
          </a:prstGeom>
          <a:noFill/>
          <a:ln w="0">
            <a:noFill/>
          </a:ln>
        </p:spPr>
        <p:style>
          <a:lnRef idx="0"/>
          <a:fillRef idx="0"/>
          <a:effectRef idx="0"/>
          <a:fontRef idx="minor"/>
        </p:style>
      </p:sp>
      <p:sp>
        <p:nvSpPr>
          <p:cNvPr id="215" name="Rectangle 14"/>
          <p:cNvSpPr/>
          <p:nvPr/>
        </p:nvSpPr>
        <p:spPr>
          <a:xfrm>
            <a:off x="685800" y="6248520"/>
            <a:ext cx="1904760" cy="456840"/>
          </a:xfrm>
          <a:prstGeom prst="rect">
            <a:avLst/>
          </a:prstGeom>
          <a:noFill/>
          <a:ln w="0">
            <a:noFill/>
          </a:ln>
        </p:spPr>
        <p:style>
          <a:lnRef idx="0"/>
          <a:fillRef idx="0"/>
          <a:effectRef idx="0"/>
          <a:fontRef idx="minor"/>
        </p:style>
      </p:sp>
      <p:sp>
        <p:nvSpPr>
          <p:cNvPr id="216" name="Rectangle 15"/>
          <p:cNvSpPr/>
          <p:nvPr/>
        </p:nvSpPr>
        <p:spPr>
          <a:xfrm>
            <a:off x="3124080" y="6248520"/>
            <a:ext cx="2895120" cy="456840"/>
          </a:xfrm>
          <a:prstGeom prst="rect">
            <a:avLst/>
          </a:prstGeom>
          <a:noFill/>
          <a:ln w="0">
            <a:noFill/>
          </a:ln>
        </p:spPr>
        <p:style>
          <a:lnRef idx="0"/>
          <a:fillRef idx="0"/>
          <a:effectRef idx="0"/>
          <a:fontRef idx="minor"/>
        </p:style>
      </p:sp>
      <p:pic>
        <p:nvPicPr>
          <p:cNvPr id="217" name="Picture 17" descr=""/>
          <p:cNvPicPr/>
          <p:nvPr/>
        </p:nvPicPr>
        <p:blipFill>
          <a:blip r:embed="rId1"/>
          <a:stretch/>
        </p:blipFill>
        <p:spPr>
          <a:xfrm>
            <a:off x="838440" y="1143000"/>
            <a:ext cx="7326000" cy="46476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Epics and Feature</a:t>
            </a:r>
            <a:br/>
            <a:endParaRPr b="0" lang="en-US" sz="2800" spc="-1" strike="noStrike">
              <a:solidFill>
                <a:srgbClr val="000000"/>
              </a:solidFill>
              <a:latin typeface="Times New Roman"/>
            </a:endParaRPr>
          </a:p>
        </p:txBody>
      </p:sp>
      <p:sp>
        <p:nvSpPr>
          <p:cNvPr id="219" name="Rectangle 2"/>
          <p:cNvSpPr/>
          <p:nvPr/>
        </p:nvSpPr>
        <p:spPr>
          <a:xfrm>
            <a:off x="685800" y="6248520"/>
            <a:ext cx="1904760" cy="456840"/>
          </a:xfrm>
          <a:prstGeom prst="rect">
            <a:avLst/>
          </a:prstGeom>
          <a:noFill/>
          <a:ln w="0">
            <a:noFill/>
          </a:ln>
        </p:spPr>
        <p:style>
          <a:lnRef idx="0"/>
          <a:fillRef idx="0"/>
          <a:effectRef idx="0"/>
          <a:fontRef idx="minor"/>
        </p:style>
      </p:sp>
      <p:sp>
        <p:nvSpPr>
          <p:cNvPr id="220" name="Rectangle 3"/>
          <p:cNvSpPr/>
          <p:nvPr/>
        </p:nvSpPr>
        <p:spPr>
          <a:xfrm>
            <a:off x="3124080" y="6248520"/>
            <a:ext cx="2895120" cy="456840"/>
          </a:xfrm>
          <a:prstGeom prst="rect">
            <a:avLst/>
          </a:prstGeom>
          <a:noFill/>
          <a:ln w="0">
            <a:noFill/>
          </a:ln>
        </p:spPr>
        <p:style>
          <a:lnRef idx="0"/>
          <a:fillRef idx="0"/>
          <a:effectRef idx="0"/>
          <a:fontRef idx="minor"/>
        </p:style>
      </p:sp>
      <p:sp>
        <p:nvSpPr>
          <p:cNvPr id="221" name="Rectangle 4"/>
          <p:cNvSpPr/>
          <p:nvPr/>
        </p:nvSpPr>
        <p:spPr>
          <a:xfrm>
            <a:off x="685800" y="6248520"/>
            <a:ext cx="1904760" cy="456840"/>
          </a:xfrm>
          <a:prstGeom prst="rect">
            <a:avLst/>
          </a:prstGeom>
          <a:noFill/>
          <a:ln w="0">
            <a:noFill/>
          </a:ln>
        </p:spPr>
        <p:style>
          <a:lnRef idx="0"/>
          <a:fillRef idx="0"/>
          <a:effectRef idx="0"/>
          <a:fontRef idx="minor"/>
        </p:style>
      </p:sp>
      <p:sp>
        <p:nvSpPr>
          <p:cNvPr id="222" name="Rectangle 5"/>
          <p:cNvSpPr/>
          <p:nvPr/>
        </p:nvSpPr>
        <p:spPr>
          <a:xfrm>
            <a:off x="3124080" y="6248520"/>
            <a:ext cx="2895120" cy="456840"/>
          </a:xfrm>
          <a:prstGeom prst="rect">
            <a:avLst/>
          </a:prstGeom>
          <a:noFill/>
          <a:ln w="0">
            <a:noFill/>
          </a:ln>
        </p:spPr>
        <p:style>
          <a:lnRef idx="0"/>
          <a:fillRef idx="0"/>
          <a:effectRef idx="0"/>
          <a:fontRef idx="minor"/>
        </p:style>
      </p:sp>
      <p:sp>
        <p:nvSpPr>
          <p:cNvPr id="223" name="Rectangle 6"/>
          <p:cNvSpPr/>
          <p:nvPr/>
        </p:nvSpPr>
        <p:spPr>
          <a:xfrm>
            <a:off x="685800" y="6248520"/>
            <a:ext cx="1904760" cy="456840"/>
          </a:xfrm>
          <a:prstGeom prst="rect">
            <a:avLst/>
          </a:prstGeom>
          <a:noFill/>
          <a:ln w="0">
            <a:noFill/>
          </a:ln>
        </p:spPr>
        <p:style>
          <a:lnRef idx="0"/>
          <a:fillRef idx="0"/>
          <a:effectRef idx="0"/>
          <a:fontRef idx="minor"/>
        </p:style>
      </p:sp>
      <p:sp>
        <p:nvSpPr>
          <p:cNvPr id="224" name="Rectangle 7"/>
          <p:cNvSpPr/>
          <p:nvPr/>
        </p:nvSpPr>
        <p:spPr>
          <a:xfrm>
            <a:off x="3124080" y="6248520"/>
            <a:ext cx="2895120" cy="456840"/>
          </a:xfrm>
          <a:prstGeom prst="rect">
            <a:avLst/>
          </a:prstGeom>
          <a:noFill/>
          <a:ln w="0">
            <a:noFill/>
          </a:ln>
        </p:spPr>
        <p:style>
          <a:lnRef idx="0"/>
          <a:fillRef idx="0"/>
          <a:effectRef idx="0"/>
          <a:fontRef idx="minor"/>
        </p:style>
      </p:sp>
      <p:sp>
        <p:nvSpPr>
          <p:cNvPr id="225" name="Rectangle 8"/>
          <p:cNvSpPr/>
          <p:nvPr/>
        </p:nvSpPr>
        <p:spPr>
          <a:xfrm>
            <a:off x="685800" y="6248520"/>
            <a:ext cx="1904760" cy="456840"/>
          </a:xfrm>
          <a:prstGeom prst="rect">
            <a:avLst/>
          </a:prstGeom>
          <a:noFill/>
          <a:ln w="0">
            <a:noFill/>
          </a:ln>
        </p:spPr>
        <p:style>
          <a:lnRef idx="0"/>
          <a:fillRef idx="0"/>
          <a:effectRef idx="0"/>
          <a:fontRef idx="minor"/>
        </p:style>
      </p:sp>
      <p:sp>
        <p:nvSpPr>
          <p:cNvPr id="226" name="Rectangle 9"/>
          <p:cNvSpPr/>
          <p:nvPr/>
        </p:nvSpPr>
        <p:spPr>
          <a:xfrm>
            <a:off x="3124080" y="6248520"/>
            <a:ext cx="2895120" cy="456840"/>
          </a:xfrm>
          <a:prstGeom prst="rect">
            <a:avLst/>
          </a:prstGeom>
          <a:noFill/>
          <a:ln w="0">
            <a:noFill/>
          </a:ln>
        </p:spPr>
        <p:style>
          <a:lnRef idx="0"/>
          <a:fillRef idx="0"/>
          <a:effectRef idx="0"/>
          <a:fontRef idx="minor"/>
        </p:style>
      </p:sp>
      <p:sp>
        <p:nvSpPr>
          <p:cNvPr id="227" name="Rectangle 10"/>
          <p:cNvSpPr/>
          <p:nvPr/>
        </p:nvSpPr>
        <p:spPr>
          <a:xfrm>
            <a:off x="685800" y="6248520"/>
            <a:ext cx="1904760" cy="456840"/>
          </a:xfrm>
          <a:prstGeom prst="rect">
            <a:avLst/>
          </a:prstGeom>
          <a:noFill/>
          <a:ln w="0">
            <a:noFill/>
          </a:ln>
        </p:spPr>
        <p:style>
          <a:lnRef idx="0"/>
          <a:fillRef idx="0"/>
          <a:effectRef idx="0"/>
          <a:fontRef idx="minor"/>
        </p:style>
      </p:sp>
      <p:sp>
        <p:nvSpPr>
          <p:cNvPr id="228" name="Rectangle 11"/>
          <p:cNvSpPr/>
          <p:nvPr/>
        </p:nvSpPr>
        <p:spPr>
          <a:xfrm>
            <a:off x="3124080" y="6248520"/>
            <a:ext cx="2895120" cy="456840"/>
          </a:xfrm>
          <a:prstGeom prst="rect">
            <a:avLst/>
          </a:prstGeom>
          <a:noFill/>
          <a:ln w="0">
            <a:noFill/>
          </a:ln>
        </p:spPr>
        <p:style>
          <a:lnRef idx="0"/>
          <a:fillRef idx="0"/>
          <a:effectRef idx="0"/>
          <a:fontRef idx="minor"/>
        </p:style>
      </p:sp>
      <p:sp>
        <p:nvSpPr>
          <p:cNvPr id="229" name="Rectangle 12"/>
          <p:cNvSpPr/>
          <p:nvPr/>
        </p:nvSpPr>
        <p:spPr>
          <a:xfrm>
            <a:off x="685800" y="6248520"/>
            <a:ext cx="1904760" cy="456840"/>
          </a:xfrm>
          <a:prstGeom prst="rect">
            <a:avLst/>
          </a:prstGeom>
          <a:noFill/>
          <a:ln w="0">
            <a:noFill/>
          </a:ln>
        </p:spPr>
        <p:style>
          <a:lnRef idx="0"/>
          <a:fillRef idx="0"/>
          <a:effectRef idx="0"/>
          <a:fontRef idx="minor"/>
        </p:style>
      </p:sp>
      <p:sp>
        <p:nvSpPr>
          <p:cNvPr id="230" name="Rectangle 13"/>
          <p:cNvSpPr/>
          <p:nvPr/>
        </p:nvSpPr>
        <p:spPr>
          <a:xfrm>
            <a:off x="3124080" y="6248520"/>
            <a:ext cx="2895120" cy="456840"/>
          </a:xfrm>
          <a:prstGeom prst="rect">
            <a:avLst/>
          </a:prstGeom>
          <a:noFill/>
          <a:ln w="0">
            <a:noFill/>
          </a:ln>
        </p:spPr>
        <p:style>
          <a:lnRef idx="0"/>
          <a:fillRef idx="0"/>
          <a:effectRef idx="0"/>
          <a:fontRef idx="minor"/>
        </p:style>
      </p:sp>
      <p:sp>
        <p:nvSpPr>
          <p:cNvPr id="231" name="Rectangle 14"/>
          <p:cNvSpPr/>
          <p:nvPr/>
        </p:nvSpPr>
        <p:spPr>
          <a:xfrm>
            <a:off x="685800" y="6248520"/>
            <a:ext cx="1904760" cy="456840"/>
          </a:xfrm>
          <a:prstGeom prst="rect">
            <a:avLst/>
          </a:prstGeom>
          <a:noFill/>
          <a:ln w="0">
            <a:noFill/>
          </a:ln>
        </p:spPr>
        <p:style>
          <a:lnRef idx="0"/>
          <a:fillRef idx="0"/>
          <a:effectRef idx="0"/>
          <a:fontRef idx="minor"/>
        </p:style>
      </p:sp>
      <p:sp>
        <p:nvSpPr>
          <p:cNvPr id="232" name="Rectangle 15"/>
          <p:cNvSpPr/>
          <p:nvPr/>
        </p:nvSpPr>
        <p:spPr>
          <a:xfrm>
            <a:off x="3124080" y="6248520"/>
            <a:ext cx="2895120" cy="456840"/>
          </a:xfrm>
          <a:prstGeom prst="rect">
            <a:avLst/>
          </a:prstGeom>
          <a:noFill/>
          <a:ln w="0">
            <a:noFill/>
          </a:ln>
        </p:spPr>
        <p:style>
          <a:lnRef idx="0"/>
          <a:fillRef idx="0"/>
          <a:effectRef idx="0"/>
          <a:fontRef idx="minor"/>
        </p:style>
      </p:sp>
      <p:sp>
        <p:nvSpPr>
          <p:cNvPr id="233" name="PlaceHolder 2"/>
          <p:cNvSpPr>
            <a:spLocks noGrp="1"/>
          </p:cNvSpPr>
          <p:nvPr>
            <p:ph/>
          </p:nvPr>
        </p:nvSpPr>
        <p:spPr>
          <a:xfrm>
            <a:off x="414360" y="1371600"/>
            <a:ext cx="7886520" cy="4628880"/>
          </a:xfrm>
          <a:prstGeom prst="rect">
            <a:avLst/>
          </a:prstGeom>
          <a:noFill/>
          <a:ln w="0">
            <a:noFill/>
          </a:ln>
        </p:spPr>
        <p:txBody>
          <a:bodyPr numCol="1" spcCol="0" anchor="t">
            <a:noAutofit/>
          </a:bodyPr>
          <a:p>
            <a:pPr>
              <a:lnSpc>
                <a:spcPct val="100000"/>
              </a:lnSpc>
              <a:spcBef>
                <a:spcPts val="564"/>
              </a:spcBef>
              <a:tabLst>
                <a:tab algn="l" pos="0"/>
              </a:tabLst>
            </a:pPr>
            <a:r>
              <a:rPr b="0" lang="en-US" sz="2000" spc="-1" strike="noStrike">
                <a:solidFill>
                  <a:srgbClr val="000000"/>
                </a:solidFill>
                <a:latin typeface="Calibri"/>
                <a:ea typeface="SimSun"/>
              </a:rPr>
              <a:t>Breaks  the vision down into </a:t>
            </a:r>
            <a:endParaRPr b="0" lang="en-US" sz="2000" spc="-1" strike="noStrike">
              <a:solidFill>
                <a:srgbClr val="000000"/>
              </a:solidFill>
              <a:latin typeface="Arial"/>
            </a:endParaRPr>
          </a:p>
          <a:p>
            <a:pPr lvl="1" marL="385920" indent="-128880">
              <a:lnSpc>
                <a:spcPct val="100000"/>
              </a:lnSpc>
              <a:spcBef>
                <a:spcPts val="275"/>
              </a:spcBef>
              <a:buClr>
                <a:srgbClr val="000000"/>
              </a:buClr>
              <a:buFont typeface="Arial"/>
              <a:buChar char="•"/>
              <a:tabLst>
                <a:tab algn="l" pos="0"/>
              </a:tabLst>
            </a:pPr>
            <a:r>
              <a:rPr b="0" lang="en-US" sz="1800" spc="-1" strike="noStrike">
                <a:solidFill>
                  <a:srgbClr val="000000"/>
                </a:solidFill>
                <a:latin typeface="Calibri"/>
                <a:ea typeface="SimSun"/>
              </a:rPr>
              <a:t>Epics: High level outcomes needed to accomplish the vision</a:t>
            </a:r>
            <a:endParaRPr b="0" lang="en-US" sz="1800" spc="-1" strike="noStrike">
              <a:solidFill>
                <a:srgbClr val="000000"/>
              </a:solidFill>
              <a:latin typeface="Arial"/>
            </a:endParaRPr>
          </a:p>
          <a:p>
            <a:pPr lvl="1" marL="385920" indent="-128880">
              <a:lnSpc>
                <a:spcPct val="100000"/>
              </a:lnSpc>
              <a:spcBef>
                <a:spcPts val="275"/>
              </a:spcBef>
              <a:buClr>
                <a:srgbClr val="000000"/>
              </a:buClr>
              <a:buFont typeface="Arial"/>
              <a:buChar char="•"/>
              <a:tabLst>
                <a:tab algn="l" pos="0"/>
              </a:tabLst>
            </a:pPr>
            <a:r>
              <a:rPr b="0" lang="en-US" sz="1800" spc="-1" strike="noStrike">
                <a:solidFill>
                  <a:srgbClr val="000000"/>
                </a:solidFill>
                <a:latin typeface="Calibri"/>
                <a:ea typeface="SimSun"/>
              </a:rPr>
              <a:t>Features:  Specific changes needed to deliver the Epics.</a:t>
            </a:r>
            <a:endParaRPr b="0" lang="en-US" sz="1800" spc="-1" strike="noStrike">
              <a:solidFill>
                <a:srgbClr val="000000"/>
              </a:solidFill>
              <a:latin typeface="Arial"/>
            </a:endParaRPr>
          </a:p>
          <a:p>
            <a:endParaRPr b="0" lang="en-US" sz="1800" spc="-1" strike="noStrike">
              <a:solidFill>
                <a:srgbClr val="000000"/>
              </a:solidFill>
              <a:latin typeface="Arial"/>
            </a:endParaRPr>
          </a:p>
          <a:p>
            <a:endParaRPr b="0" lang="en-US" sz="18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This can be estimated at a high level ( T-shirt size) to determine the product road-map.</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Typically, 1-3 months duration.</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Epic can span more than one team.</a:t>
            </a:r>
            <a:endParaRPr b="0" lang="en-US" sz="2000" spc="-1" strike="noStrike">
              <a:solidFill>
                <a:srgbClr val="000000"/>
              </a:solidFill>
              <a:latin typeface="Arial"/>
            </a:endParaRPr>
          </a:p>
          <a:p>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Epic spans releases.</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Features</a:t>
            </a:r>
            <a:br/>
            <a:endParaRPr b="0" lang="en-US" sz="2800" spc="-1" strike="noStrike">
              <a:solidFill>
                <a:srgbClr val="000000"/>
              </a:solidFill>
              <a:latin typeface="Times New Roman"/>
            </a:endParaRPr>
          </a:p>
        </p:txBody>
      </p:sp>
      <p:sp>
        <p:nvSpPr>
          <p:cNvPr id="235" name="Rectangle 2"/>
          <p:cNvSpPr/>
          <p:nvPr/>
        </p:nvSpPr>
        <p:spPr>
          <a:xfrm>
            <a:off x="685800" y="6248520"/>
            <a:ext cx="1904760" cy="456840"/>
          </a:xfrm>
          <a:prstGeom prst="rect">
            <a:avLst/>
          </a:prstGeom>
          <a:noFill/>
          <a:ln w="0">
            <a:noFill/>
          </a:ln>
        </p:spPr>
        <p:style>
          <a:lnRef idx="0"/>
          <a:fillRef idx="0"/>
          <a:effectRef idx="0"/>
          <a:fontRef idx="minor"/>
        </p:style>
      </p:sp>
      <p:sp>
        <p:nvSpPr>
          <p:cNvPr id="236" name="Rectangle 3"/>
          <p:cNvSpPr/>
          <p:nvPr/>
        </p:nvSpPr>
        <p:spPr>
          <a:xfrm>
            <a:off x="3124080" y="6248520"/>
            <a:ext cx="2895120" cy="456840"/>
          </a:xfrm>
          <a:prstGeom prst="rect">
            <a:avLst/>
          </a:prstGeom>
          <a:noFill/>
          <a:ln w="0">
            <a:noFill/>
          </a:ln>
        </p:spPr>
        <p:style>
          <a:lnRef idx="0"/>
          <a:fillRef idx="0"/>
          <a:effectRef idx="0"/>
          <a:fontRef idx="minor"/>
        </p:style>
      </p:sp>
      <p:sp>
        <p:nvSpPr>
          <p:cNvPr id="237" name="Rectangle 4"/>
          <p:cNvSpPr/>
          <p:nvPr/>
        </p:nvSpPr>
        <p:spPr>
          <a:xfrm>
            <a:off x="685800" y="6248520"/>
            <a:ext cx="1904760" cy="456840"/>
          </a:xfrm>
          <a:prstGeom prst="rect">
            <a:avLst/>
          </a:prstGeom>
          <a:noFill/>
          <a:ln w="0">
            <a:noFill/>
          </a:ln>
        </p:spPr>
        <p:style>
          <a:lnRef idx="0"/>
          <a:fillRef idx="0"/>
          <a:effectRef idx="0"/>
          <a:fontRef idx="minor"/>
        </p:style>
      </p:sp>
      <p:sp>
        <p:nvSpPr>
          <p:cNvPr id="238" name="Rectangle 5"/>
          <p:cNvSpPr/>
          <p:nvPr/>
        </p:nvSpPr>
        <p:spPr>
          <a:xfrm>
            <a:off x="3124080" y="6248520"/>
            <a:ext cx="2895120" cy="456840"/>
          </a:xfrm>
          <a:prstGeom prst="rect">
            <a:avLst/>
          </a:prstGeom>
          <a:noFill/>
          <a:ln w="0">
            <a:noFill/>
          </a:ln>
        </p:spPr>
        <p:style>
          <a:lnRef idx="0"/>
          <a:fillRef idx="0"/>
          <a:effectRef idx="0"/>
          <a:fontRef idx="minor"/>
        </p:style>
      </p:sp>
      <p:sp>
        <p:nvSpPr>
          <p:cNvPr id="239" name="Rectangle 6"/>
          <p:cNvSpPr/>
          <p:nvPr/>
        </p:nvSpPr>
        <p:spPr>
          <a:xfrm>
            <a:off x="685800" y="6248520"/>
            <a:ext cx="1904760" cy="456840"/>
          </a:xfrm>
          <a:prstGeom prst="rect">
            <a:avLst/>
          </a:prstGeom>
          <a:noFill/>
          <a:ln w="0">
            <a:noFill/>
          </a:ln>
        </p:spPr>
        <p:style>
          <a:lnRef idx="0"/>
          <a:fillRef idx="0"/>
          <a:effectRef idx="0"/>
          <a:fontRef idx="minor"/>
        </p:style>
      </p:sp>
      <p:sp>
        <p:nvSpPr>
          <p:cNvPr id="240" name="Rectangle 7"/>
          <p:cNvSpPr/>
          <p:nvPr/>
        </p:nvSpPr>
        <p:spPr>
          <a:xfrm>
            <a:off x="3124080" y="6248520"/>
            <a:ext cx="2895120" cy="456840"/>
          </a:xfrm>
          <a:prstGeom prst="rect">
            <a:avLst/>
          </a:prstGeom>
          <a:noFill/>
          <a:ln w="0">
            <a:noFill/>
          </a:ln>
        </p:spPr>
        <p:style>
          <a:lnRef idx="0"/>
          <a:fillRef idx="0"/>
          <a:effectRef idx="0"/>
          <a:fontRef idx="minor"/>
        </p:style>
      </p:sp>
      <p:sp>
        <p:nvSpPr>
          <p:cNvPr id="241" name="Rectangle 8"/>
          <p:cNvSpPr/>
          <p:nvPr/>
        </p:nvSpPr>
        <p:spPr>
          <a:xfrm>
            <a:off x="685800" y="6248520"/>
            <a:ext cx="1904760" cy="456840"/>
          </a:xfrm>
          <a:prstGeom prst="rect">
            <a:avLst/>
          </a:prstGeom>
          <a:noFill/>
          <a:ln w="0">
            <a:noFill/>
          </a:ln>
        </p:spPr>
        <p:style>
          <a:lnRef idx="0"/>
          <a:fillRef idx="0"/>
          <a:effectRef idx="0"/>
          <a:fontRef idx="minor"/>
        </p:style>
      </p:sp>
      <p:sp>
        <p:nvSpPr>
          <p:cNvPr id="242" name="Rectangle 9"/>
          <p:cNvSpPr/>
          <p:nvPr/>
        </p:nvSpPr>
        <p:spPr>
          <a:xfrm>
            <a:off x="3124080" y="6248520"/>
            <a:ext cx="2895120" cy="456840"/>
          </a:xfrm>
          <a:prstGeom prst="rect">
            <a:avLst/>
          </a:prstGeom>
          <a:noFill/>
          <a:ln w="0">
            <a:noFill/>
          </a:ln>
        </p:spPr>
        <p:style>
          <a:lnRef idx="0"/>
          <a:fillRef idx="0"/>
          <a:effectRef idx="0"/>
          <a:fontRef idx="minor"/>
        </p:style>
      </p:sp>
      <p:sp>
        <p:nvSpPr>
          <p:cNvPr id="243" name="Rectangle 10"/>
          <p:cNvSpPr/>
          <p:nvPr/>
        </p:nvSpPr>
        <p:spPr>
          <a:xfrm>
            <a:off x="685800" y="6248520"/>
            <a:ext cx="1904760" cy="456840"/>
          </a:xfrm>
          <a:prstGeom prst="rect">
            <a:avLst/>
          </a:prstGeom>
          <a:noFill/>
          <a:ln w="0">
            <a:noFill/>
          </a:ln>
        </p:spPr>
        <p:style>
          <a:lnRef idx="0"/>
          <a:fillRef idx="0"/>
          <a:effectRef idx="0"/>
          <a:fontRef idx="minor"/>
        </p:style>
      </p:sp>
      <p:sp>
        <p:nvSpPr>
          <p:cNvPr id="244" name="Rectangle 11"/>
          <p:cNvSpPr/>
          <p:nvPr/>
        </p:nvSpPr>
        <p:spPr>
          <a:xfrm>
            <a:off x="3124080" y="6248520"/>
            <a:ext cx="2895120" cy="456840"/>
          </a:xfrm>
          <a:prstGeom prst="rect">
            <a:avLst/>
          </a:prstGeom>
          <a:noFill/>
          <a:ln w="0">
            <a:noFill/>
          </a:ln>
        </p:spPr>
        <p:style>
          <a:lnRef idx="0"/>
          <a:fillRef idx="0"/>
          <a:effectRef idx="0"/>
          <a:fontRef idx="minor"/>
        </p:style>
      </p:sp>
      <p:sp>
        <p:nvSpPr>
          <p:cNvPr id="245" name="Rectangle 12"/>
          <p:cNvSpPr/>
          <p:nvPr/>
        </p:nvSpPr>
        <p:spPr>
          <a:xfrm>
            <a:off x="685800" y="6248520"/>
            <a:ext cx="1904760" cy="456840"/>
          </a:xfrm>
          <a:prstGeom prst="rect">
            <a:avLst/>
          </a:prstGeom>
          <a:noFill/>
          <a:ln w="0">
            <a:noFill/>
          </a:ln>
        </p:spPr>
        <p:style>
          <a:lnRef idx="0"/>
          <a:fillRef idx="0"/>
          <a:effectRef idx="0"/>
          <a:fontRef idx="minor"/>
        </p:style>
      </p:sp>
      <p:sp>
        <p:nvSpPr>
          <p:cNvPr id="246" name="Rectangle 13"/>
          <p:cNvSpPr/>
          <p:nvPr/>
        </p:nvSpPr>
        <p:spPr>
          <a:xfrm>
            <a:off x="3124080" y="6248520"/>
            <a:ext cx="2895120" cy="456840"/>
          </a:xfrm>
          <a:prstGeom prst="rect">
            <a:avLst/>
          </a:prstGeom>
          <a:noFill/>
          <a:ln w="0">
            <a:noFill/>
          </a:ln>
        </p:spPr>
        <p:style>
          <a:lnRef idx="0"/>
          <a:fillRef idx="0"/>
          <a:effectRef idx="0"/>
          <a:fontRef idx="minor"/>
        </p:style>
      </p:sp>
      <p:sp>
        <p:nvSpPr>
          <p:cNvPr id="247" name="Rectangle 14"/>
          <p:cNvSpPr/>
          <p:nvPr/>
        </p:nvSpPr>
        <p:spPr>
          <a:xfrm>
            <a:off x="685800" y="6248520"/>
            <a:ext cx="1904760" cy="456840"/>
          </a:xfrm>
          <a:prstGeom prst="rect">
            <a:avLst/>
          </a:prstGeom>
          <a:noFill/>
          <a:ln w="0">
            <a:noFill/>
          </a:ln>
        </p:spPr>
        <p:style>
          <a:lnRef idx="0"/>
          <a:fillRef idx="0"/>
          <a:effectRef idx="0"/>
          <a:fontRef idx="minor"/>
        </p:style>
      </p:sp>
      <p:sp>
        <p:nvSpPr>
          <p:cNvPr id="248" name="Rectangle 15"/>
          <p:cNvSpPr/>
          <p:nvPr/>
        </p:nvSpPr>
        <p:spPr>
          <a:xfrm>
            <a:off x="3124080" y="6248520"/>
            <a:ext cx="2895120" cy="456840"/>
          </a:xfrm>
          <a:prstGeom prst="rect">
            <a:avLst/>
          </a:prstGeom>
          <a:noFill/>
          <a:ln w="0">
            <a:noFill/>
          </a:ln>
        </p:spPr>
        <p:style>
          <a:lnRef idx="0"/>
          <a:fillRef idx="0"/>
          <a:effectRef idx="0"/>
          <a:fontRef idx="minor"/>
        </p:style>
      </p:sp>
      <p:sp>
        <p:nvSpPr>
          <p:cNvPr id="249" name="PlaceHolder 2"/>
          <p:cNvSpPr>
            <a:spLocks noGrp="1"/>
          </p:cNvSpPr>
          <p:nvPr>
            <p:ph/>
          </p:nvPr>
        </p:nvSpPr>
        <p:spPr>
          <a:xfrm>
            <a:off x="414360" y="1371600"/>
            <a:ext cx="7886520" cy="4628880"/>
          </a:xfrm>
          <a:prstGeom prst="rect">
            <a:avLst/>
          </a:prstGeom>
          <a:noFill/>
          <a:ln w="0">
            <a:noFill/>
          </a:ln>
        </p:spPr>
        <p:txBody>
          <a:bodyPr numCol="1" spcCol="0" anchor="t">
            <a:noAutofit/>
          </a:bodyPr>
          <a:p>
            <a:pPr>
              <a:lnSpc>
                <a:spcPct val="100000"/>
              </a:lnSpc>
              <a:spcBef>
                <a:spcPts val="564"/>
              </a:spcBef>
              <a:tabLst>
                <a:tab algn="l" pos="0"/>
              </a:tabLst>
            </a:pPr>
            <a:r>
              <a:rPr b="0" lang="en-US" sz="2000" spc="-1" strike="noStrike">
                <a:solidFill>
                  <a:srgbClr val="000000"/>
                </a:solidFill>
                <a:latin typeface="Calibri"/>
                <a:ea typeface="SimSun"/>
              </a:rPr>
              <a:t>Smaller than epics, typically 2-4 weeks in duration.</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Features are contained with in release.</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Ideally features are contained within a team.</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These are what the product owner cares about.</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Provides value to the user.</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Realized by some number of user stories.</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User Story</a:t>
            </a:r>
            <a:br/>
            <a:endParaRPr b="0" lang="en-US" sz="2800" spc="-1" strike="noStrike">
              <a:solidFill>
                <a:srgbClr val="000000"/>
              </a:solidFill>
              <a:latin typeface="Times New Roman"/>
            </a:endParaRPr>
          </a:p>
        </p:txBody>
      </p:sp>
      <p:sp>
        <p:nvSpPr>
          <p:cNvPr id="251" name="Rectangle 2"/>
          <p:cNvSpPr/>
          <p:nvPr/>
        </p:nvSpPr>
        <p:spPr>
          <a:xfrm>
            <a:off x="685800" y="6248520"/>
            <a:ext cx="1904760" cy="456840"/>
          </a:xfrm>
          <a:prstGeom prst="rect">
            <a:avLst/>
          </a:prstGeom>
          <a:noFill/>
          <a:ln w="0">
            <a:noFill/>
          </a:ln>
        </p:spPr>
        <p:style>
          <a:lnRef idx="0"/>
          <a:fillRef idx="0"/>
          <a:effectRef idx="0"/>
          <a:fontRef idx="minor"/>
        </p:style>
      </p:sp>
      <p:sp>
        <p:nvSpPr>
          <p:cNvPr id="252" name="Rectangle 3"/>
          <p:cNvSpPr/>
          <p:nvPr/>
        </p:nvSpPr>
        <p:spPr>
          <a:xfrm>
            <a:off x="3124080" y="6248520"/>
            <a:ext cx="2895120" cy="456840"/>
          </a:xfrm>
          <a:prstGeom prst="rect">
            <a:avLst/>
          </a:prstGeom>
          <a:noFill/>
          <a:ln w="0">
            <a:noFill/>
          </a:ln>
        </p:spPr>
        <p:style>
          <a:lnRef idx="0"/>
          <a:fillRef idx="0"/>
          <a:effectRef idx="0"/>
          <a:fontRef idx="minor"/>
        </p:style>
      </p:sp>
      <p:sp>
        <p:nvSpPr>
          <p:cNvPr id="253" name="Rectangle 4"/>
          <p:cNvSpPr/>
          <p:nvPr/>
        </p:nvSpPr>
        <p:spPr>
          <a:xfrm>
            <a:off x="685800" y="6248520"/>
            <a:ext cx="1904760" cy="456840"/>
          </a:xfrm>
          <a:prstGeom prst="rect">
            <a:avLst/>
          </a:prstGeom>
          <a:noFill/>
          <a:ln w="0">
            <a:noFill/>
          </a:ln>
        </p:spPr>
        <p:style>
          <a:lnRef idx="0"/>
          <a:fillRef idx="0"/>
          <a:effectRef idx="0"/>
          <a:fontRef idx="minor"/>
        </p:style>
      </p:sp>
      <p:sp>
        <p:nvSpPr>
          <p:cNvPr id="254" name="Rectangle 5"/>
          <p:cNvSpPr/>
          <p:nvPr/>
        </p:nvSpPr>
        <p:spPr>
          <a:xfrm>
            <a:off x="3124080" y="6248520"/>
            <a:ext cx="2895120" cy="456840"/>
          </a:xfrm>
          <a:prstGeom prst="rect">
            <a:avLst/>
          </a:prstGeom>
          <a:noFill/>
          <a:ln w="0">
            <a:noFill/>
          </a:ln>
        </p:spPr>
        <p:style>
          <a:lnRef idx="0"/>
          <a:fillRef idx="0"/>
          <a:effectRef idx="0"/>
          <a:fontRef idx="minor"/>
        </p:style>
      </p:sp>
      <p:sp>
        <p:nvSpPr>
          <p:cNvPr id="255" name="Rectangle 6"/>
          <p:cNvSpPr/>
          <p:nvPr/>
        </p:nvSpPr>
        <p:spPr>
          <a:xfrm>
            <a:off x="685800" y="6248520"/>
            <a:ext cx="1904760" cy="456840"/>
          </a:xfrm>
          <a:prstGeom prst="rect">
            <a:avLst/>
          </a:prstGeom>
          <a:noFill/>
          <a:ln w="0">
            <a:noFill/>
          </a:ln>
        </p:spPr>
        <p:style>
          <a:lnRef idx="0"/>
          <a:fillRef idx="0"/>
          <a:effectRef idx="0"/>
          <a:fontRef idx="minor"/>
        </p:style>
      </p:sp>
      <p:sp>
        <p:nvSpPr>
          <p:cNvPr id="256" name="Rectangle 7"/>
          <p:cNvSpPr/>
          <p:nvPr/>
        </p:nvSpPr>
        <p:spPr>
          <a:xfrm>
            <a:off x="3124080" y="6248520"/>
            <a:ext cx="2895120" cy="456840"/>
          </a:xfrm>
          <a:prstGeom prst="rect">
            <a:avLst/>
          </a:prstGeom>
          <a:noFill/>
          <a:ln w="0">
            <a:noFill/>
          </a:ln>
        </p:spPr>
        <p:style>
          <a:lnRef idx="0"/>
          <a:fillRef idx="0"/>
          <a:effectRef idx="0"/>
          <a:fontRef idx="minor"/>
        </p:style>
      </p:sp>
      <p:sp>
        <p:nvSpPr>
          <p:cNvPr id="257" name="Rectangle 8"/>
          <p:cNvSpPr/>
          <p:nvPr/>
        </p:nvSpPr>
        <p:spPr>
          <a:xfrm>
            <a:off x="685800" y="6248520"/>
            <a:ext cx="1904760" cy="456840"/>
          </a:xfrm>
          <a:prstGeom prst="rect">
            <a:avLst/>
          </a:prstGeom>
          <a:noFill/>
          <a:ln w="0">
            <a:noFill/>
          </a:ln>
        </p:spPr>
        <p:style>
          <a:lnRef idx="0"/>
          <a:fillRef idx="0"/>
          <a:effectRef idx="0"/>
          <a:fontRef idx="minor"/>
        </p:style>
      </p:sp>
      <p:sp>
        <p:nvSpPr>
          <p:cNvPr id="258" name="Rectangle 9"/>
          <p:cNvSpPr/>
          <p:nvPr/>
        </p:nvSpPr>
        <p:spPr>
          <a:xfrm>
            <a:off x="3124080" y="6248520"/>
            <a:ext cx="2895120" cy="456840"/>
          </a:xfrm>
          <a:prstGeom prst="rect">
            <a:avLst/>
          </a:prstGeom>
          <a:noFill/>
          <a:ln w="0">
            <a:noFill/>
          </a:ln>
        </p:spPr>
        <p:style>
          <a:lnRef idx="0"/>
          <a:fillRef idx="0"/>
          <a:effectRef idx="0"/>
          <a:fontRef idx="minor"/>
        </p:style>
      </p:sp>
      <p:sp>
        <p:nvSpPr>
          <p:cNvPr id="259" name="Rectangle 10"/>
          <p:cNvSpPr/>
          <p:nvPr/>
        </p:nvSpPr>
        <p:spPr>
          <a:xfrm>
            <a:off x="685800" y="6248520"/>
            <a:ext cx="1904760" cy="456840"/>
          </a:xfrm>
          <a:prstGeom prst="rect">
            <a:avLst/>
          </a:prstGeom>
          <a:noFill/>
          <a:ln w="0">
            <a:noFill/>
          </a:ln>
        </p:spPr>
        <p:style>
          <a:lnRef idx="0"/>
          <a:fillRef idx="0"/>
          <a:effectRef idx="0"/>
          <a:fontRef idx="minor"/>
        </p:style>
      </p:sp>
      <p:sp>
        <p:nvSpPr>
          <p:cNvPr id="260" name="Rectangle 11"/>
          <p:cNvSpPr/>
          <p:nvPr/>
        </p:nvSpPr>
        <p:spPr>
          <a:xfrm>
            <a:off x="3124080" y="6248520"/>
            <a:ext cx="2895120" cy="456840"/>
          </a:xfrm>
          <a:prstGeom prst="rect">
            <a:avLst/>
          </a:prstGeom>
          <a:noFill/>
          <a:ln w="0">
            <a:noFill/>
          </a:ln>
        </p:spPr>
        <p:style>
          <a:lnRef idx="0"/>
          <a:fillRef idx="0"/>
          <a:effectRef idx="0"/>
          <a:fontRef idx="minor"/>
        </p:style>
      </p:sp>
      <p:sp>
        <p:nvSpPr>
          <p:cNvPr id="261" name="Rectangle 12"/>
          <p:cNvSpPr/>
          <p:nvPr/>
        </p:nvSpPr>
        <p:spPr>
          <a:xfrm>
            <a:off x="685800" y="6248520"/>
            <a:ext cx="1904760" cy="456840"/>
          </a:xfrm>
          <a:prstGeom prst="rect">
            <a:avLst/>
          </a:prstGeom>
          <a:noFill/>
          <a:ln w="0">
            <a:noFill/>
          </a:ln>
        </p:spPr>
        <p:style>
          <a:lnRef idx="0"/>
          <a:fillRef idx="0"/>
          <a:effectRef idx="0"/>
          <a:fontRef idx="minor"/>
        </p:style>
      </p:sp>
      <p:sp>
        <p:nvSpPr>
          <p:cNvPr id="262" name="Rectangle 13"/>
          <p:cNvSpPr/>
          <p:nvPr/>
        </p:nvSpPr>
        <p:spPr>
          <a:xfrm>
            <a:off x="3124080" y="6248520"/>
            <a:ext cx="2895120" cy="456840"/>
          </a:xfrm>
          <a:prstGeom prst="rect">
            <a:avLst/>
          </a:prstGeom>
          <a:noFill/>
          <a:ln w="0">
            <a:noFill/>
          </a:ln>
        </p:spPr>
        <p:style>
          <a:lnRef idx="0"/>
          <a:fillRef idx="0"/>
          <a:effectRef idx="0"/>
          <a:fontRef idx="minor"/>
        </p:style>
      </p:sp>
      <p:sp>
        <p:nvSpPr>
          <p:cNvPr id="263" name="Rectangle 14"/>
          <p:cNvSpPr/>
          <p:nvPr/>
        </p:nvSpPr>
        <p:spPr>
          <a:xfrm>
            <a:off x="685800" y="6248520"/>
            <a:ext cx="1904760" cy="456840"/>
          </a:xfrm>
          <a:prstGeom prst="rect">
            <a:avLst/>
          </a:prstGeom>
          <a:noFill/>
          <a:ln w="0">
            <a:noFill/>
          </a:ln>
        </p:spPr>
        <p:style>
          <a:lnRef idx="0"/>
          <a:fillRef idx="0"/>
          <a:effectRef idx="0"/>
          <a:fontRef idx="minor"/>
        </p:style>
      </p:sp>
      <p:sp>
        <p:nvSpPr>
          <p:cNvPr id="264" name="Rectangle 15"/>
          <p:cNvSpPr/>
          <p:nvPr/>
        </p:nvSpPr>
        <p:spPr>
          <a:xfrm>
            <a:off x="3124080" y="6248520"/>
            <a:ext cx="2895120" cy="456840"/>
          </a:xfrm>
          <a:prstGeom prst="rect">
            <a:avLst/>
          </a:prstGeom>
          <a:noFill/>
          <a:ln w="0">
            <a:noFill/>
          </a:ln>
        </p:spPr>
        <p:style>
          <a:lnRef idx="0"/>
          <a:fillRef idx="0"/>
          <a:effectRef idx="0"/>
          <a:fontRef idx="minor"/>
        </p:style>
      </p:sp>
      <p:sp>
        <p:nvSpPr>
          <p:cNvPr id="265" name="PlaceHolder 2"/>
          <p:cNvSpPr>
            <a:spLocks noGrp="1"/>
          </p:cNvSpPr>
          <p:nvPr>
            <p:ph/>
          </p:nvPr>
        </p:nvSpPr>
        <p:spPr>
          <a:xfrm>
            <a:off x="414360" y="1371600"/>
            <a:ext cx="7886520" cy="4628880"/>
          </a:xfrm>
          <a:prstGeom prst="rect">
            <a:avLst/>
          </a:prstGeom>
          <a:noFill/>
          <a:ln w="0">
            <a:noFill/>
          </a:ln>
        </p:spPr>
        <p:txBody>
          <a:bodyPr numCol="1" spcCol="0" anchor="t">
            <a:noAutofit/>
          </a:bodyPr>
          <a:p>
            <a:pPr>
              <a:lnSpc>
                <a:spcPct val="100000"/>
              </a:lnSpc>
              <a:spcBef>
                <a:spcPts val="564"/>
              </a:spcBef>
              <a:tabLst>
                <a:tab algn="l" pos="0"/>
              </a:tabLst>
            </a:pPr>
            <a:r>
              <a:rPr b="0" lang="en-US" sz="2000" spc="-1" strike="noStrike">
                <a:solidFill>
                  <a:srgbClr val="000000"/>
                </a:solidFill>
                <a:latin typeface="Calibri"/>
                <a:ea typeface="SimSun"/>
              </a:rPr>
              <a:t>User Stories  are the smallest increment of value, typically less than a week .</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User Stories are contained with in the sprint.</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Tasks</a:t>
            </a:r>
            <a:br/>
            <a:endParaRPr b="0" lang="en-US" sz="2800" spc="-1" strike="noStrike">
              <a:solidFill>
                <a:srgbClr val="000000"/>
              </a:solidFill>
              <a:latin typeface="Times New Roman"/>
            </a:endParaRPr>
          </a:p>
        </p:txBody>
      </p:sp>
      <p:sp>
        <p:nvSpPr>
          <p:cNvPr id="267" name="Rectangle 2"/>
          <p:cNvSpPr/>
          <p:nvPr/>
        </p:nvSpPr>
        <p:spPr>
          <a:xfrm>
            <a:off x="685800" y="6248520"/>
            <a:ext cx="1904760" cy="456840"/>
          </a:xfrm>
          <a:prstGeom prst="rect">
            <a:avLst/>
          </a:prstGeom>
          <a:noFill/>
          <a:ln w="0">
            <a:noFill/>
          </a:ln>
        </p:spPr>
        <p:style>
          <a:lnRef idx="0"/>
          <a:fillRef idx="0"/>
          <a:effectRef idx="0"/>
          <a:fontRef idx="minor"/>
        </p:style>
      </p:sp>
      <p:sp>
        <p:nvSpPr>
          <p:cNvPr id="268" name="Rectangle 3"/>
          <p:cNvSpPr/>
          <p:nvPr/>
        </p:nvSpPr>
        <p:spPr>
          <a:xfrm>
            <a:off x="3124080" y="6248520"/>
            <a:ext cx="2895120" cy="456840"/>
          </a:xfrm>
          <a:prstGeom prst="rect">
            <a:avLst/>
          </a:prstGeom>
          <a:noFill/>
          <a:ln w="0">
            <a:noFill/>
          </a:ln>
        </p:spPr>
        <p:style>
          <a:lnRef idx="0"/>
          <a:fillRef idx="0"/>
          <a:effectRef idx="0"/>
          <a:fontRef idx="minor"/>
        </p:style>
      </p:sp>
      <p:sp>
        <p:nvSpPr>
          <p:cNvPr id="269" name="Rectangle 4"/>
          <p:cNvSpPr/>
          <p:nvPr/>
        </p:nvSpPr>
        <p:spPr>
          <a:xfrm>
            <a:off x="685800" y="6248520"/>
            <a:ext cx="1904760" cy="456840"/>
          </a:xfrm>
          <a:prstGeom prst="rect">
            <a:avLst/>
          </a:prstGeom>
          <a:noFill/>
          <a:ln w="0">
            <a:noFill/>
          </a:ln>
        </p:spPr>
        <p:style>
          <a:lnRef idx="0"/>
          <a:fillRef idx="0"/>
          <a:effectRef idx="0"/>
          <a:fontRef idx="minor"/>
        </p:style>
      </p:sp>
      <p:sp>
        <p:nvSpPr>
          <p:cNvPr id="270" name="Rectangle 5"/>
          <p:cNvSpPr/>
          <p:nvPr/>
        </p:nvSpPr>
        <p:spPr>
          <a:xfrm>
            <a:off x="3124080" y="6248520"/>
            <a:ext cx="2895120" cy="456840"/>
          </a:xfrm>
          <a:prstGeom prst="rect">
            <a:avLst/>
          </a:prstGeom>
          <a:noFill/>
          <a:ln w="0">
            <a:noFill/>
          </a:ln>
        </p:spPr>
        <p:style>
          <a:lnRef idx="0"/>
          <a:fillRef idx="0"/>
          <a:effectRef idx="0"/>
          <a:fontRef idx="minor"/>
        </p:style>
      </p:sp>
      <p:sp>
        <p:nvSpPr>
          <p:cNvPr id="271" name="Rectangle 6"/>
          <p:cNvSpPr/>
          <p:nvPr/>
        </p:nvSpPr>
        <p:spPr>
          <a:xfrm>
            <a:off x="685800" y="6248520"/>
            <a:ext cx="1904760" cy="456840"/>
          </a:xfrm>
          <a:prstGeom prst="rect">
            <a:avLst/>
          </a:prstGeom>
          <a:noFill/>
          <a:ln w="0">
            <a:noFill/>
          </a:ln>
        </p:spPr>
        <p:style>
          <a:lnRef idx="0"/>
          <a:fillRef idx="0"/>
          <a:effectRef idx="0"/>
          <a:fontRef idx="minor"/>
        </p:style>
      </p:sp>
      <p:sp>
        <p:nvSpPr>
          <p:cNvPr id="272" name="Rectangle 7"/>
          <p:cNvSpPr/>
          <p:nvPr/>
        </p:nvSpPr>
        <p:spPr>
          <a:xfrm>
            <a:off x="3124080" y="6248520"/>
            <a:ext cx="2895120" cy="456840"/>
          </a:xfrm>
          <a:prstGeom prst="rect">
            <a:avLst/>
          </a:prstGeom>
          <a:noFill/>
          <a:ln w="0">
            <a:noFill/>
          </a:ln>
        </p:spPr>
        <p:style>
          <a:lnRef idx="0"/>
          <a:fillRef idx="0"/>
          <a:effectRef idx="0"/>
          <a:fontRef idx="minor"/>
        </p:style>
      </p:sp>
      <p:sp>
        <p:nvSpPr>
          <p:cNvPr id="273" name="Rectangle 8"/>
          <p:cNvSpPr/>
          <p:nvPr/>
        </p:nvSpPr>
        <p:spPr>
          <a:xfrm>
            <a:off x="685800" y="6248520"/>
            <a:ext cx="1904760" cy="456840"/>
          </a:xfrm>
          <a:prstGeom prst="rect">
            <a:avLst/>
          </a:prstGeom>
          <a:noFill/>
          <a:ln w="0">
            <a:noFill/>
          </a:ln>
        </p:spPr>
        <p:style>
          <a:lnRef idx="0"/>
          <a:fillRef idx="0"/>
          <a:effectRef idx="0"/>
          <a:fontRef idx="minor"/>
        </p:style>
      </p:sp>
      <p:sp>
        <p:nvSpPr>
          <p:cNvPr id="274" name="Rectangle 9"/>
          <p:cNvSpPr/>
          <p:nvPr/>
        </p:nvSpPr>
        <p:spPr>
          <a:xfrm>
            <a:off x="3124080" y="6248520"/>
            <a:ext cx="2895120" cy="456840"/>
          </a:xfrm>
          <a:prstGeom prst="rect">
            <a:avLst/>
          </a:prstGeom>
          <a:noFill/>
          <a:ln w="0">
            <a:noFill/>
          </a:ln>
        </p:spPr>
        <p:style>
          <a:lnRef idx="0"/>
          <a:fillRef idx="0"/>
          <a:effectRef idx="0"/>
          <a:fontRef idx="minor"/>
        </p:style>
      </p:sp>
      <p:sp>
        <p:nvSpPr>
          <p:cNvPr id="275" name="Rectangle 10"/>
          <p:cNvSpPr/>
          <p:nvPr/>
        </p:nvSpPr>
        <p:spPr>
          <a:xfrm>
            <a:off x="685800" y="6248520"/>
            <a:ext cx="1904760" cy="456840"/>
          </a:xfrm>
          <a:prstGeom prst="rect">
            <a:avLst/>
          </a:prstGeom>
          <a:noFill/>
          <a:ln w="0">
            <a:noFill/>
          </a:ln>
        </p:spPr>
        <p:style>
          <a:lnRef idx="0"/>
          <a:fillRef idx="0"/>
          <a:effectRef idx="0"/>
          <a:fontRef idx="minor"/>
        </p:style>
      </p:sp>
      <p:sp>
        <p:nvSpPr>
          <p:cNvPr id="276" name="Rectangle 11"/>
          <p:cNvSpPr/>
          <p:nvPr/>
        </p:nvSpPr>
        <p:spPr>
          <a:xfrm>
            <a:off x="3124080" y="6248520"/>
            <a:ext cx="2895120" cy="456840"/>
          </a:xfrm>
          <a:prstGeom prst="rect">
            <a:avLst/>
          </a:prstGeom>
          <a:noFill/>
          <a:ln w="0">
            <a:noFill/>
          </a:ln>
        </p:spPr>
        <p:style>
          <a:lnRef idx="0"/>
          <a:fillRef idx="0"/>
          <a:effectRef idx="0"/>
          <a:fontRef idx="minor"/>
        </p:style>
      </p:sp>
      <p:sp>
        <p:nvSpPr>
          <p:cNvPr id="277" name="Rectangle 12"/>
          <p:cNvSpPr/>
          <p:nvPr/>
        </p:nvSpPr>
        <p:spPr>
          <a:xfrm>
            <a:off x="685800" y="6248520"/>
            <a:ext cx="1904760" cy="456840"/>
          </a:xfrm>
          <a:prstGeom prst="rect">
            <a:avLst/>
          </a:prstGeom>
          <a:noFill/>
          <a:ln w="0">
            <a:noFill/>
          </a:ln>
        </p:spPr>
        <p:style>
          <a:lnRef idx="0"/>
          <a:fillRef idx="0"/>
          <a:effectRef idx="0"/>
          <a:fontRef idx="minor"/>
        </p:style>
      </p:sp>
      <p:sp>
        <p:nvSpPr>
          <p:cNvPr id="278" name="Rectangle 13"/>
          <p:cNvSpPr/>
          <p:nvPr/>
        </p:nvSpPr>
        <p:spPr>
          <a:xfrm>
            <a:off x="3124080" y="6248520"/>
            <a:ext cx="2895120" cy="456840"/>
          </a:xfrm>
          <a:prstGeom prst="rect">
            <a:avLst/>
          </a:prstGeom>
          <a:noFill/>
          <a:ln w="0">
            <a:noFill/>
          </a:ln>
        </p:spPr>
        <p:style>
          <a:lnRef idx="0"/>
          <a:fillRef idx="0"/>
          <a:effectRef idx="0"/>
          <a:fontRef idx="minor"/>
        </p:style>
      </p:sp>
      <p:sp>
        <p:nvSpPr>
          <p:cNvPr id="279" name="Rectangle 14"/>
          <p:cNvSpPr/>
          <p:nvPr/>
        </p:nvSpPr>
        <p:spPr>
          <a:xfrm>
            <a:off x="685800" y="6248520"/>
            <a:ext cx="1904760" cy="456840"/>
          </a:xfrm>
          <a:prstGeom prst="rect">
            <a:avLst/>
          </a:prstGeom>
          <a:noFill/>
          <a:ln w="0">
            <a:noFill/>
          </a:ln>
        </p:spPr>
        <p:style>
          <a:lnRef idx="0"/>
          <a:fillRef idx="0"/>
          <a:effectRef idx="0"/>
          <a:fontRef idx="minor"/>
        </p:style>
      </p:sp>
      <p:sp>
        <p:nvSpPr>
          <p:cNvPr id="280" name="Rectangle 15"/>
          <p:cNvSpPr/>
          <p:nvPr/>
        </p:nvSpPr>
        <p:spPr>
          <a:xfrm>
            <a:off x="3124080" y="6248520"/>
            <a:ext cx="2895120" cy="456840"/>
          </a:xfrm>
          <a:prstGeom prst="rect">
            <a:avLst/>
          </a:prstGeom>
          <a:noFill/>
          <a:ln w="0">
            <a:noFill/>
          </a:ln>
        </p:spPr>
        <p:style>
          <a:lnRef idx="0"/>
          <a:fillRef idx="0"/>
          <a:effectRef idx="0"/>
          <a:fontRef idx="minor"/>
        </p:style>
      </p:sp>
      <p:sp>
        <p:nvSpPr>
          <p:cNvPr id="281" name="PlaceHolder 2"/>
          <p:cNvSpPr>
            <a:spLocks noGrp="1"/>
          </p:cNvSpPr>
          <p:nvPr>
            <p:ph/>
          </p:nvPr>
        </p:nvSpPr>
        <p:spPr>
          <a:xfrm>
            <a:off x="414360" y="1371600"/>
            <a:ext cx="7886520" cy="4628880"/>
          </a:xfrm>
          <a:prstGeom prst="rect">
            <a:avLst/>
          </a:prstGeom>
          <a:noFill/>
          <a:ln w="0">
            <a:noFill/>
          </a:ln>
        </p:spPr>
        <p:txBody>
          <a:bodyPr numCol="1" spcCol="0" anchor="t">
            <a:noAutofit/>
          </a:bodyPr>
          <a:p>
            <a:pPr>
              <a:lnSpc>
                <a:spcPct val="100000"/>
              </a:lnSpc>
              <a:spcBef>
                <a:spcPts val="564"/>
              </a:spcBef>
              <a:tabLst>
                <a:tab algn="l" pos="0"/>
              </a:tabLst>
            </a:pPr>
            <a:r>
              <a:rPr b="0" lang="en-US" sz="2000" spc="-1" strike="noStrike">
                <a:solidFill>
                  <a:srgbClr val="000000"/>
                </a:solidFill>
                <a:latin typeface="Calibri"/>
                <a:ea typeface="SimSun"/>
              </a:rPr>
              <a:t>A Task is simply a task. In agile, it would typically be something like code this, design that, create test data, validate test assumptions etc</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Tasks are usually done by one person in the team and completed within a day. Tasks are about implementation; User Stories are about definition.</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How do you write a good task? Keep it simple.</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Think Keep It Simple Silly (KISS).</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1165320" y="2286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Elaboration /Decomposition</a:t>
            </a:r>
            <a:br/>
            <a:endParaRPr b="0" lang="en-US" sz="2800" spc="-1" strike="noStrike">
              <a:solidFill>
                <a:srgbClr val="000000"/>
              </a:solidFill>
              <a:latin typeface="Times New Roman"/>
            </a:endParaRPr>
          </a:p>
        </p:txBody>
      </p:sp>
      <p:sp>
        <p:nvSpPr>
          <p:cNvPr id="283" name="Rectangle 2"/>
          <p:cNvSpPr/>
          <p:nvPr/>
        </p:nvSpPr>
        <p:spPr>
          <a:xfrm>
            <a:off x="685800" y="6248520"/>
            <a:ext cx="1904760" cy="456840"/>
          </a:xfrm>
          <a:prstGeom prst="rect">
            <a:avLst/>
          </a:prstGeom>
          <a:noFill/>
          <a:ln w="0">
            <a:noFill/>
          </a:ln>
        </p:spPr>
        <p:style>
          <a:lnRef idx="0"/>
          <a:fillRef idx="0"/>
          <a:effectRef idx="0"/>
          <a:fontRef idx="minor"/>
        </p:style>
      </p:sp>
      <p:sp>
        <p:nvSpPr>
          <p:cNvPr id="284" name="Rectangle 3"/>
          <p:cNvSpPr/>
          <p:nvPr/>
        </p:nvSpPr>
        <p:spPr>
          <a:xfrm>
            <a:off x="3124080" y="6248520"/>
            <a:ext cx="2895120" cy="456840"/>
          </a:xfrm>
          <a:prstGeom prst="rect">
            <a:avLst/>
          </a:prstGeom>
          <a:noFill/>
          <a:ln w="0">
            <a:noFill/>
          </a:ln>
        </p:spPr>
        <p:style>
          <a:lnRef idx="0"/>
          <a:fillRef idx="0"/>
          <a:effectRef idx="0"/>
          <a:fontRef idx="minor"/>
        </p:style>
      </p:sp>
      <p:sp>
        <p:nvSpPr>
          <p:cNvPr id="285" name="Rectangle 4"/>
          <p:cNvSpPr/>
          <p:nvPr/>
        </p:nvSpPr>
        <p:spPr>
          <a:xfrm>
            <a:off x="685800" y="6248520"/>
            <a:ext cx="1904760" cy="456840"/>
          </a:xfrm>
          <a:prstGeom prst="rect">
            <a:avLst/>
          </a:prstGeom>
          <a:noFill/>
          <a:ln w="0">
            <a:noFill/>
          </a:ln>
        </p:spPr>
        <p:style>
          <a:lnRef idx="0"/>
          <a:fillRef idx="0"/>
          <a:effectRef idx="0"/>
          <a:fontRef idx="minor"/>
        </p:style>
      </p:sp>
      <p:sp>
        <p:nvSpPr>
          <p:cNvPr id="286" name="Rectangle 5"/>
          <p:cNvSpPr/>
          <p:nvPr/>
        </p:nvSpPr>
        <p:spPr>
          <a:xfrm>
            <a:off x="3124080" y="6248520"/>
            <a:ext cx="2895120" cy="456840"/>
          </a:xfrm>
          <a:prstGeom prst="rect">
            <a:avLst/>
          </a:prstGeom>
          <a:noFill/>
          <a:ln w="0">
            <a:noFill/>
          </a:ln>
        </p:spPr>
        <p:style>
          <a:lnRef idx="0"/>
          <a:fillRef idx="0"/>
          <a:effectRef idx="0"/>
          <a:fontRef idx="minor"/>
        </p:style>
      </p:sp>
      <p:sp>
        <p:nvSpPr>
          <p:cNvPr id="287" name="Rectangle 6"/>
          <p:cNvSpPr/>
          <p:nvPr/>
        </p:nvSpPr>
        <p:spPr>
          <a:xfrm>
            <a:off x="685800" y="6248520"/>
            <a:ext cx="1904760" cy="456840"/>
          </a:xfrm>
          <a:prstGeom prst="rect">
            <a:avLst/>
          </a:prstGeom>
          <a:noFill/>
          <a:ln w="0">
            <a:noFill/>
          </a:ln>
        </p:spPr>
        <p:style>
          <a:lnRef idx="0"/>
          <a:fillRef idx="0"/>
          <a:effectRef idx="0"/>
          <a:fontRef idx="minor"/>
        </p:style>
      </p:sp>
      <p:sp>
        <p:nvSpPr>
          <p:cNvPr id="288" name="Rectangle 7"/>
          <p:cNvSpPr/>
          <p:nvPr/>
        </p:nvSpPr>
        <p:spPr>
          <a:xfrm>
            <a:off x="3124080" y="6248520"/>
            <a:ext cx="2895120" cy="456840"/>
          </a:xfrm>
          <a:prstGeom prst="rect">
            <a:avLst/>
          </a:prstGeom>
          <a:noFill/>
          <a:ln w="0">
            <a:noFill/>
          </a:ln>
        </p:spPr>
        <p:style>
          <a:lnRef idx="0"/>
          <a:fillRef idx="0"/>
          <a:effectRef idx="0"/>
          <a:fontRef idx="minor"/>
        </p:style>
      </p:sp>
      <p:sp>
        <p:nvSpPr>
          <p:cNvPr id="289" name="Rectangle 8"/>
          <p:cNvSpPr/>
          <p:nvPr/>
        </p:nvSpPr>
        <p:spPr>
          <a:xfrm>
            <a:off x="685800" y="6248520"/>
            <a:ext cx="1904760" cy="456840"/>
          </a:xfrm>
          <a:prstGeom prst="rect">
            <a:avLst/>
          </a:prstGeom>
          <a:noFill/>
          <a:ln w="0">
            <a:noFill/>
          </a:ln>
        </p:spPr>
        <p:style>
          <a:lnRef idx="0"/>
          <a:fillRef idx="0"/>
          <a:effectRef idx="0"/>
          <a:fontRef idx="minor"/>
        </p:style>
      </p:sp>
      <p:sp>
        <p:nvSpPr>
          <p:cNvPr id="290" name="Rectangle 9"/>
          <p:cNvSpPr/>
          <p:nvPr/>
        </p:nvSpPr>
        <p:spPr>
          <a:xfrm>
            <a:off x="3124080" y="6248520"/>
            <a:ext cx="2895120" cy="456840"/>
          </a:xfrm>
          <a:prstGeom prst="rect">
            <a:avLst/>
          </a:prstGeom>
          <a:noFill/>
          <a:ln w="0">
            <a:noFill/>
          </a:ln>
        </p:spPr>
        <p:style>
          <a:lnRef idx="0"/>
          <a:fillRef idx="0"/>
          <a:effectRef idx="0"/>
          <a:fontRef idx="minor"/>
        </p:style>
      </p:sp>
      <p:sp>
        <p:nvSpPr>
          <p:cNvPr id="291" name="Rectangle 10"/>
          <p:cNvSpPr/>
          <p:nvPr/>
        </p:nvSpPr>
        <p:spPr>
          <a:xfrm>
            <a:off x="685800" y="6248520"/>
            <a:ext cx="1904760" cy="456840"/>
          </a:xfrm>
          <a:prstGeom prst="rect">
            <a:avLst/>
          </a:prstGeom>
          <a:noFill/>
          <a:ln w="0">
            <a:noFill/>
          </a:ln>
        </p:spPr>
        <p:style>
          <a:lnRef idx="0"/>
          <a:fillRef idx="0"/>
          <a:effectRef idx="0"/>
          <a:fontRef idx="minor"/>
        </p:style>
      </p:sp>
      <p:sp>
        <p:nvSpPr>
          <p:cNvPr id="292" name="Rectangle 11"/>
          <p:cNvSpPr/>
          <p:nvPr/>
        </p:nvSpPr>
        <p:spPr>
          <a:xfrm>
            <a:off x="3124080" y="6248520"/>
            <a:ext cx="2895120" cy="456840"/>
          </a:xfrm>
          <a:prstGeom prst="rect">
            <a:avLst/>
          </a:prstGeom>
          <a:noFill/>
          <a:ln w="0">
            <a:noFill/>
          </a:ln>
        </p:spPr>
        <p:style>
          <a:lnRef idx="0"/>
          <a:fillRef idx="0"/>
          <a:effectRef idx="0"/>
          <a:fontRef idx="minor"/>
        </p:style>
      </p:sp>
      <p:sp>
        <p:nvSpPr>
          <p:cNvPr id="293" name="Rectangle 12"/>
          <p:cNvSpPr/>
          <p:nvPr/>
        </p:nvSpPr>
        <p:spPr>
          <a:xfrm>
            <a:off x="685800" y="6248520"/>
            <a:ext cx="1904760" cy="456840"/>
          </a:xfrm>
          <a:prstGeom prst="rect">
            <a:avLst/>
          </a:prstGeom>
          <a:noFill/>
          <a:ln w="0">
            <a:noFill/>
          </a:ln>
        </p:spPr>
        <p:style>
          <a:lnRef idx="0"/>
          <a:fillRef idx="0"/>
          <a:effectRef idx="0"/>
          <a:fontRef idx="minor"/>
        </p:style>
      </p:sp>
      <p:sp>
        <p:nvSpPr>
          <p:cNvPr id="294" name="Rectangle 13"/>
          <p:cNvSpPr/>
          <p:nvPr/>
        </p:nvSpPr>
        <p:spPr>
          <a:xfrm>
            <a:off x="3124080" y="6248520"/>
            <a:ext cx="2895120" cy="456840"/>
          </a:xfrm>
          <a:prstGeom prst="rect">
            <a:avLst/>
          </a:prstGeom>
          <a:noFill/>
          <a:ln w="0">
            <a:noFill/>
          </a:ln>
        </p:spPr>
        <p:style>
          <a:lnRef idx="0"/>
          <a:fillRef idx="0"/>
          <a:effectRef idx="0"/>
          <a:fontRef idx="minor"/>
        </p:style>
      </p:sp>
      <p:sp>
        <p:nvSpPr>
          <p:cNvPr id="295" name="Rectangle 14"/>
          <p:cNvSpPr/>
          <p:nvPr/>
        </p:nvSpPr>
        <p:spPr>
          <a:xfrm>
            <a:off x="685800" y="6248520"/>
            <a:ext cx="1904760" cy="456840"/>
          </a:xfrm>
          <a:prstGeom prst="rect">
            <a:avLst/>
          </a:prstGeom>
          <a:noFill/>
          <a:ln w="0">
            <a:noFill/>
          </a:ln>
        </p:spPr>
        <p:style>
          <a:lnRef idx="0"/>
          <a:fillRef idx="0"/>
          <a:effectRef idx="0"/>
          <a:fontRef idx="minor"/>
        </p:style>
      </p:sp>
      <p:sp>
        <p:nvSpPr>
          <p:cNvPr id="296" name="Rectangle 15"/>
          <p:cNvSpPr/>
          <p:nvPr/>
        </p:nvSpPr>
        <p:spPr>
          <a:xfrm>
            <a:off x="3124080" y="6248520"/>
            <a:ext cx="2895120" cy="456840"/>
          </a:xfrm>
          <a:prstGeom prst="rect">
            <a:avLst/>
          </a:prstGeom>
          <a:noFill/>
          <a:ln w="0">
            <a:noFill/>
          </a:ln>
        </p:spPr>
        <p:style>
          <a:lnRef idx="0"/>
          <a:fillRef idx="0"/>
          <a:effectRef idx="0"/>
          <a:fontRef idx="minor"/>
        </p:style>
      </p:sp>
      <p:pic>
        <p:nvPicPr>
          <p:cNvPr id="297" name="Picture 1" descr=""/>
          <p:cNvPicPr/>
          <p:nvPr/>
        </p:nvPicPr>
        <p:blipFill>
          <a:blip r:embed="rId1"/>
          <a:stretch/>
        </p:blipFill>
        <p:spPr>
          <a:xfrm>
            <a:off x="388800" y="1163520"/>
            <a:ext cx="8102160" cy="48268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title"/>
          </p:nvPr>
        </p:nvSpPr>
        <p:spPr>
          <a:xfrm>
            <a:off x="1165320" y="2286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How to write User Stories</a:t>
            </a:r>
            <a:br/>
            <a:endParaRPr b="0" lang="en-US" sz="3200" spc="-1" strike="noStrike">
              <a:solidFill>
                <a:srgbClr val="000000"/>
              </a:solidFill>
              <a:latin typeface="Times New Roman"/>
            </a:endParaRPr>
          </a:p>
        </p:txBody>
      </p:sp>
      <p:sp>
        <p:nvSpPr>
          <p:cNvPr id="299" name="Rectangle 2"/>
          <p:cNvSpPr/>
          <p:nvPr/>
        </p:nvSpPr>
        <p:spPr>
          <a:xfrm>
            <a:off x="685800" y="6248520"/>
            <a:ext cx="1904760" cy="456840"/>
          </a:xfrm>
          <a:prstGeom prst="rect">
            <a:avLst/>
          </a:prstGeom>
          <a:noFill/>
          <a:ln w="0">
            <a:noFill/>
          </a:ln>
        </p:spPr>
        <p:style>
          <a:lnRef idx="0"/>
          <a:fillRef idx="0"/>
          <a:effectRef idx="0"/>
          <a:fontRef idx="minor"/>
        </p:style>
      </p:sp>
      <p:sp>
        <p:nvSpPr>
          <p:cNvPr id="300" name="Rectangle 3"/>
          <p:cNvSpPr/>
          <p:nvPr/>
        </p:nvSpPr>
        <p:spPr>
          <a:xfrm>
            <a:off x="3124080" y="6248520"/>
            <a:ext cx="2895120" cy="456840"/>
          </a:xfrm>
          <a:prstGeom prst="rect">
            <a:avLst/>
          </a:prstGeom>
          <a:noFill/>
          <a:ln w="0">
            <a:noFill/>
          </a:ln>
        </p:spPr>
        <p:style>
          <a:lnRef idx="0"/>
          <a:fillRef idx="0"/>
          <a:effectRef idx="0"/>
          <a:fontRef idx="minor"/>
        </p:style>
      </p:sp>
      <p:sp>
        <p:nvSpPr>
          <p:cNvPr id="301" name="Rectangle 4"/>
          <p:cNvSpPr/>
          <p:nvPr/>
        </p:nvSpPr>
        <p:spPr>
          <a:xfrm>
            <a:off x="685800" y="6248520"/>
            <a:ext cx="1904760" cy="456840"/>
          </a:xfrm>
          <a:prstGeom prst="rect">
            <a:avLst/>
          </a:prstGeom>
          <a:noFill/>
          <a:ln w="0">
            <a:noFill/>
          </a:ln>
        </p:spPr>
        <p:style>
          <a:lnRef idx="0"/>
          <a:fillRef idx="0"/>
          <a:effectRef idx="0"/>
          <a:fontRef idx="minor"/>
        </p:style>
      </p:sp>
      <p:sp>
        <p:nvSpPr>
          <p:cNvPr id="302" name="Rectangle 5"/>
          <p:cNvSpPr/>
          <p:nvPr/>
        </p:nvSpPr>
        <p:spPr>
          <a:xfrm>
            <a:off x="3124080" y="6248520"/>
            <a:ext cx="2895120" cy="456840"/>
          </a:xfrm>
          <a:prstGeom prst="rect">
            <a:avLst/>
          </a:prstGeom>
          <a:noFill/>
          <a:ln w="0">
            <a:noFill/>
          </a:ln>
        </p:spPr>
        <p:style>
          <a:lnRef idx="0"/>
          <a:fillRef idx="0"/>
          <a:effectRef idx="0"/>
          <a:fontRef idx="minor"/>
        </p:style>
      </p:sp>
      <p:sp>
        <p:nvSpPr>
          <p:cNvPr id="303" name="Rectangle 6"/>
          <p:cNvSpPr/>
          <p:nvPr/>
        </p:nvSpPr>
        <p:spPr>
          <a:xfrm>
            <a:off x="685800" y="6248520"/>
            <a:ext cx="1904760" cy="456840"/>
          </a:xfrm>
          <a:prstGeom prst="rect">
            <a:avLst/>
          </a:prstGeom>
          <a:noFill/>
          <a:ln w="0">
            <a:noFill/>
          </a:ln>
        </p:spPr>
        <p:style>
          <a:lnRef idx="0"/>
          <a:fillRef idx="0"/>
          <a:effectRef idx="0"/>
          <a:fontRef idx="minor"/>
        </p:style>
      </p:sp>
      <p:sp>
        <p:nvSpPr>
          <p:cNvPr id="304" name="Rectangle 7"/>
          <p:cNvSpPr/>
          <p:nvPr/>
        </p:nvSpPr>
        <p:spPr>
          <a:xfrm>
            <a:off x="3124080" y="6248520"/>
            <a:ext cx="2895120" cy="456840"/>
          </a:xfrm>
          <a:prstGeom prst="rect">
            <a:avLst/>
          </a:prstGeom>
          <a:noFill/>
          <a:ln w="0">
            <a:noFill/>
          </a:ln>
        </p:spPr>
        <p:style>
          <a:lnRef idx="0"/>
          <a:fillRef idx="0"/>
          <a:effectRef idx="0"/>
          <a:fontRef idx="minor"/>
        </p:style>
      </p:sp>
      <p:sp>
        <p:nvSpPr>
          <p:cNvPr id="305" name="Rectangle 8"/>
          <p:cNvSpPr/>
          <p:nvPr/>
        </p:nvSpPr>
        <p:spPr>
          <a:xfrm>
            <a:off x="685800" y="6248520"/>
            <a:ext cx="1904760" cy="456840"/>
          </a:xfrm>
          <a:prstGeom prst="rect">
            <a:avLst/>
          </a:prstGeom>
          <a:noFill/>
          <a:ln w="0">
            <a:noFill/>
          </a:ln>
        </p:spPr>
        <p:style>
          <a:lnRef idx="0"/>
          <a:fillRef idx="0"/>
          <a:effectRef idx="0"/>
          <a:fontRef idx="minor"/>
        </p:style>
      </p:sp>
      <p:sp>
        <p:nvSpPr>
          <p:cNvPr id="306" name="Rectangle 9"/>
          <p:cNvSpPr/>
          <p:nvPr/>
        </p:nvSpPr>
        <p:spPr>
          <a:xfrm>
            <a:off x="3124080" y="6248520"/>
            <a:ext cx="2895120" cy="456840"/>
          </a:xfrm>
          <a:prstGeom prst="rect">
            <a:avLst/>
          </a:prstGeom>
          <a:noFill/>
          <a:ln w="0">
            <a:noFill/>
          </a:ln>
        </p:spPr>
        <p:style>
          <a:lnRef idx="0"/>
          <a:fillRef idx="0"/>
          <a:effectRef idx="0"/>
          <a:fontRef idx="minor"/>
        </p:style>
      </p:sp>
      <p:sp>
        <p:nvSpPr>
          <p:cNvPr id="307" name="Rectangle 10"/>
          <p:cNvSpPr/>
          <p:nvPr/>
        </p:nvSpPr>
        <p:spPr>
          <a:xfrm>
            <a:off x="685800" y="6248520"/>
            <a:ext cx="1904760" cy="456840"/>
          </a:xfrm>
          <a:prstGeom prst="rect">
            <a:avLst/>
          </a:prstGeom>
          <a:noFill/>
          <a:ln w="0">
            <a:noFill/>
          </a:ln>
        </p:spPr>
        <p:style>
          <a:lnRef idx="0"/>
          <a:fillRef idx="0"/>
          <a:effectRef idx="0"/>
          <a:fontRef idx="minor"/>
        </p:style>
      </p:sp>
      <p:sp>
        <p:nvSpPr>
          <p:cNvPr id="308" name="Rectangle 11"/>
          <p:cNvSpPr/>
          <p:nvPr/>
        </p:nvSpPr>
        <p:spPr>
          <a:xfrm>
            <a:off x="3124080" y="6248520"/>
            <a:ext cx="2895120" cy="456840"/>
          </a:xfrm>
          <a:prstGeom prst="rect">
            <a:avLst/>
          </a:prstGeom>
          <a:noFill/>
          <a:ln w="0">
            <a:noFill/>
          </a:ln>
        </p:spPr>
        <p:style>
          <a:lnRef idx="0"/>
          <a:fillRef idx="0"/>
          <a:effectRef idx="0"/>
          <a:fontRef idx="minor"/>
        </p:style>
      </p:sp>
      <p:sp>
        <p:nvSpPr>
          <p:cNvPr id="309" name="Rectangle 12"/>
          <p:cNvSpPr/>
          <p:nvPr/>
        </p:nvSpPr>
        <p:spPr>
          <a:xfrm>
            <a:off x="685800" y="6248520"/>
            <a:ext cx="1904760" cy="456840"/>
          </a:xfrm>
          <a:prstGeom prst="rect">
            <a:avLst/>
          </a:prstGeom>
          <a:noFill/>
          <a:ln w="0">
            <a:noFill/>
          </a:ln>
        </p:spPr>
        <p:style>
          <a:lnRef idx="0"/>
          <a:fillRef idx="0"/>
          <a:effectRef idx="0"/>
          <a:fontRef idx="minor"/>
        </p:style>
      </p:sp>
      <p:sp>
        <p:nvSpPr>
          <p:cNvPr id="310" name="Rectangle 13"/>
          <p:cNvSpPr/>
          <p:nvPr/>
        </p:nvSpPr>
        <p:spPr>
          <a:xfrm>
            <a:off x="3124080" y="6248520"/>
            <a:ext cx="2895120" cy="456840"/>
          </a:xfrm>
          <a:prstGeom prst="rect">
            <a:avLst/>
          </a:prstGeom>
          <a:noFill/>
          <a:ln w="0">
            <a:noFill/>
          </a:ln>
        </p:spPr>
        <p:style>
          <a:lnRef idx="0"/>
          <a:fillRef idx="0"/>
          <a:effectRef idx="0"/>
          <a:fontRef idx="minor"/>
        </p:style>
      </p:sp>
      <p:sp>
        <p:nvSpPr>
          <p:cNvPr id="311" name="Rectangle 14"/>
          <p:cNvSpPr/>
          <p:nvPr/>
        </p:nvSpPr>
        <p:spPr>
          <a:xfrm>
            <a:off x="685800" y="6248520"/>
            <a:ext cx="1904760" cy="456840"/>
          </a:xfrm>
          <a:prstGeom prst="rect">
            <a:avLst/>
          </a:prstGeom>
          <a:noFill/>
          <a:ln w="0">
            <a:noFill/>
          </a:ln>
        </p:spPr>
        <p:style>
          <a:lnRef idx="0"/>
          <a:fillRef idx="0"/>
          <a:effectRef idx="0"/>
          <a:fontRef idx="minor"/>
        </p:style>
      </p:sp>
      <p:sp>
        <p:nvSpPr>
          <p:cNvPr id="312" name="Rectangle 15"/>
          <p:cNvSpPr/>
          <p:nvPr/>
        </p:nvSpPr>
        <p:spPr>
          <a:xfrm>
            <a:off x="3124080" y="6248520"/>
            <a:ext cx="2895120" cy="456840"/>
          </a:xfrm>
          <a:prstGeom prst="rect">
            <a:avLst/>
          </a:prstGeom>
          <a:noFill/>
          <a:ln w="0">
            <a:noFill/>
          </a:ln>
        </p:spPr>
        <p:style>
          <a:lnRef idx="0"/>
          <a:fillRef idx="0"/>
          <a:effectRef idx="0"/>
          <a:fontRef idx="minor"/>
        </p:style>
      </p:sp>
      <p:pic>
        <p:nvPicPr>
          <p:cNvPr id="313" name="Picture 1" descr=""/>
          <p:cNvPicPr/>
          <p:nvPr/>
        </p:nvPicPr>
        <p:blipFill>
          <a:blip r:embed="rId1"/>
          <a:stretch/>
        </p:blipFill>
        <p:spPr>
          <a:xfrm>
            <a:off x="124200" y="1295280"/>
            <a:ext cx="8895240" cy="472392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Rectangle 2"/>
          <p:cNvSpPr/>
          <p:nvPr/>
        </p:nvSpPr>
        <p:spPr>
          <a:xfrm>
            <a:off x="685800" y="6248520"/>
            <a:ext cx="1904760" cy="456840"/>
          </a:xfrm>
          <a:prstGeom prst="rect">
            <a:avLst/>
          </a:prstGeom>
          <a:noFill/>
          <a:ln w="0">
            <a:noFill/>
          </a:ln>
        </p:spPr>
        <p:style>
          <a:lnRef idx="0"/>
          <a:fillRef idx="0"/>
          <a:effectRef idx="0"/>
          <a:fontRef idx="minor"/>
        </p:style>
      </p:sp>
      <p:sp>
        <p:nvSpPr>
          <p:cNvPr id="315" name="Rectangle 3"/>
          <p:cNvSpPr/>
          <p:nvPr/>
        </p:nvSpPr>
        <p:spPr>
          <a:xfrm>
            <a:off x="3124080" y="6248520"/>
            <a:ext cx="2895120" cy="456840"/>
          </a:xfrm>
          <a:prstGeom prst="rect">
            <a:avLst/>
          </a:prstGeom>
          <a:noFill/>
          <a:ln w="0">
            <a:noFill/>
          </a:ln>
        </p:spPr>
        <p:style>
          <a:lnRef idx="0"/>
          <a:fillRef idx="0"/>
          <a:effectRef idx="0"/>
          <a:fontRef idx="minor"/>
        </p:style>
      </p:sp>
      <p:sp>
        <p:nvSpPr>
          <p:cNvPr id="316" name="Rectangle 4"/>
          <p:cNvSpPr/>
          <p:nvPr/>
        </p:nvSpPr>
        <p:spPr>
          <a:xfrm>
            <a:off x="685800" y="6248520"/>
            <a:ext cx="1904760" cy="456840"/>
          </a:xfrm>
          <a:prstGeom prst="rect">
            <a:avLst/>
          </a:prstGeom>
          <a:noFill/>
          <a:ln w="0">
            <a:noFill/>
          </a:ln>
        </p:spPr>
        <p:style>
          <a:lnRef idx="0"/>
          <a:fillRef idx="0"/>
          <a:effectRef idx="0"/>
          <a:fontRef idx="minor"/>
        </p:style>
      </p:sp>
      <p:sp>
        <p:nvSpPr>
          <p:cNvPr id="317" name="Rectangle 5"/>
          <p:cNvSpPr/>
          <p:nvPr/>
        </p:nvSpPr>
        <p:spPr>
          <a:xfrm>
            <a:off x="3124080" y="6248520"/>
            <a:ext cx="2895120" cy="456840"/>
          </a:xfrm>
          <a:prstGeom prst="rect">
            <a:avLst/>
          </a:prstGeom>
          <a:noFill/>
          <a:ln w="0">
            <a:noFill/>
          </a:ln>
        </p:spPr>
        <p:style>
          <a:lnRef idx="0"/>
          <a:fillRef idx="0"/>
          <a:effectRef idx="0"/>
          <a:fontRef idx="minor"/>
        </p:style>
      </p:sp>
      <p:sp>
        <p:nvSpPr>
          <p:cNvPr id="318" name="Rectangle 6"/>
          <p:cNvSpPr/>
          <p:nvPr/>
        </p:nvSpPr>
        <p:spPr>
          <a:xfrm>
            <a:off x="685800" y="6248520"/>
            <a:ext cx="1904760" cy="456840"/>
          </a:xfrm>
          <a:prstGeom prst="rect">
            <a:avLst/>
          </a:prstGeom>
          <a:noFill/>
          <a:ln w="0">
            <a:noFill/>
          </a:ln>
        </p:spPr>
        <p:style>
          <a:lnRef idx="0"/>
          <a:fillRef idx="0"/>
          <a:effectRef idx="0"/>
          <a:fontRef idx="minor"/>
        </p:style>
      </p:sp>
      <p:sp>
        <p:nvSpPr>
          <p:cNvPr id="319" name="Rectangle 7"/>
          <p:cNvSpPr/>
          <p:nvPr/>
        </p:nvSpPr>
        <p:spPr>
          <a:xfrm>
            <a:off x="3124080" y="6248520"/>
            <a:ext cx="2895120" cy="456840"/>
          </a:xfrm>
          <a:prstGeom prst="rect">
            <a:avLst/>
          </a:prstGeom>
          <a:noFill/>
          <a:ln w="0">
            <a:noFill/>
          </a:ln>
        </p:spPr>
        <p:style>
          <a:lnRef idx="0"/>
          <a:fillRef idx="0"/>
          <a:effectRef idx="0"/>
          <a:fontRef idx="minor"/>
        </p:style>
      </p:sp>
      <p:sp>
        <p:nvSpPr>
          <p:cNvPr id="320" name="Rectangle 8"/>
          <p:cNvSpPr/>
          <p:nvPr/>
        </p:nvSpPr>
        <p:spPr>
          <a:xfrm>
            <a:off x="685800" y="6248520"/>
            <a:ext cx="1904760" cy="456840"/>
          </a:xfrm>
          <a:prstGeom prst="rect">
            <a:avLst/>
          </a:prstGeom>
          <a:noFill/>
          <a:ln w="0">
            <a:noFill/>
          </a:ln>
        </p:spPr>
        <p:style>
          <a:lnRef idx="0"/>
          <a:fillRef idx="0"/>
          <a:effectRef idx="0"/>
          <a:fontRef idx="minor"/>
        </p:style>
      </p:sp>
      <p:sp>
        <p:nvSpPr>
          <p:cNvPr id="321" name="Rectangle 9"/>
          <p:cNvSpPr/>
          <p:nvPr/>
        </p:nvSpPr>
        <p:spPr>
          <a:xfrm>
            <a:off x="3124080" y="6248520"/>
            <a:ext cx="2895120" cy="456840"/>
          </a:xfrm>
          <a:prstGeom prst="rect">
            <a:avLst/>
          </a:prstGeom>
          <a:noFill/>
          <a:ln w="0">
            <a:noFill/>
          </a:ln>
        </p:spPr>
        <p:style>
          <a:lnRef idx="0"/>
          <a:fillRef idx="0"/>
          <a:effectRef idx="0"/>
          <a:fontRef idx="minor"/>
        </p:style>
      </p:sp>
      <p:sp>
        <p:nvSpPr>
          <p:cNvPr id="322" name="Rectangle 10"/>
          <p:cNvSpPr/>
          <p:nvPr/>
        </p:nvSpPr>
        <p:spPr>
          <a:xfrm>
            <a:off x="685800" y="6248520"/>
            <a:ext cx="1904760" cy="456840"/>
          </a:xfrm>
          <a:prstGeom prst="rect">
            <a:avLst/>
          </a:prstGeom>
          <a:noFill/>
          <a:ln w="0">
            <a:noFill/>
          </a:ln>
        </p:spPr>
        <p:style>
          <a:lnRef idx="0"/>
          <a:fillRef idx="0"/>
          <a:effectRef idx="0"/>
          <a:fontRef idx="minor"/>
        </p:style>
      </p:sp>
      <p:sp>
        <p:nvSpPr>
          <p:cNvPr id="323" name="Rectangle 11"/>
          <p:cNvSpPr/>
          <p:nvPr/>
        </p:nvSpPr>
        <p:spPr>
          <a:xfrm>
            <a:off x="3124080" y="6248520"/>
            <a:ext cx="2895120" cy="456840"/>
          </a:xfrm>
          <a:prstGeom prst="rect">
            <a:avLst/>
          </a:prstGeom>
          <a:noFill/>
          <a:ln w="0">
            <a:noFill/>
          </a:ln>
        </p:spPr>
        <p:style>
          <a:lnRef idx="0"/>
          <a:fillRef idx="0"/>
          <a:effectRef idx="0"/>
          <a:fontRef idx="minor"/>
        </p:style>
      </p:sp>
      <p:sp>
        <p:nvSpPr>
          <p:cNvPr id="324" name="Rectangle 12"/>
          <p:cNvSpPr/>
          <p:nvPr/>
        </p:nvSpPr>
        <p:spPr>
          <a:xfrm>
            <a:off x="685800" y="6248520"/>
            <a:ext cx="1904760" cy="456840"/>
          </a:xfrm>
          <a:prstGeom prst="rect">
            <a:avLst/>
          </a:prstGeom>
          <a:noFill/>
          <a:ln w="0">
            <a:noFill/>
          </a:ln>
        </p:spPr>
        <p:style>
          <a:lnRef idx="0"/>
          <a:fillRef idx="0"/>
          <a:effectRef idx="0"/>
          <a:fontRef idx="minor"/>
        </p:style>
      </p:sp>
      <p:sp>
        <p:nvSpPr>
          <p:cNvPr id="325" name="Rectangle 13"/>
          <p:cNvSpPr/>
          <p:nvPr/>
        </p:nvSpPr>
        <p:spPr>
          <a:xfrm>
            <a:off x="3124080" y="6248520"/>
            <a:ext cx="2895120" cy="456840"/>
          </a:xfrm>
          <a:prstGeom prst="rect">
            <a:avLst/>
          </a:prstGeom>
          <a:noFill/>
          <a:ln w="0">
            <a:noFill/>
          </a:ln>
        </p:spPr>
        <p:style>
          <a:lnRef idx="0"/>
          <a:fillRef idx="0"/>
          <a:effectRef idx="0"/>
          <a:fontRef idx="minor"/>
        </p:style>
      </p:sp>
      <p:sp>
        <p:nvSpPr>
          <p:cNvPr id="326" name="Rectangle 14"/>
          <p:cNvSpPr/>
          <p:nvPr/>
        </p:nvSpPr>
        <p:spPr>
          <a:xfrm>
            <a:off x="685800" y="6248520"/>
            <a:ext cx="1904760" cy="456840"/>
          </a:xfrm>
          <a:prstGeom prst="rect">
            <a:avLst/>
          </a:prstGeom>
          <a:noFill/>
          <a:ln w="0">
            <a:noFill/>
          </a:ln>
        </p:spPr>
        <p:style>
          <a:lnRef idx="0"/>
          <a:fillRef idx="0"/>
          <a:effectRef idx="0"/>
          <a:fontRef idx="minor"/>
        </p:style>
      </p:sp>
      <p:sp>
        <p:nvSpPr>
          <p:cNvPr id="327" name="Rectangle 15"/>
          <p:cNvSpPr/>
          <p:nvPr/>
        </p:nvSpPr>
        <p:spPr>
          <a:xfrm>
            <a:off x="3124080" y="6248520"/>
            <a:ext cx="2895120" cy="456840"/>
          </a:xfrm>
          <a:prstGeom prst="rect">
            <a:avLst/>
          </a:prstGeom>
          <a:noFill/>
          <a:ln w="0">
            <a:noFill/>
          </a:ln>
        </p:spPr>
        <p:style>
          <a:lnRef idx="0"/>
          <a:fillRef idx="0"/>
          <a:effectRef idx="0"/>
          <a:fontRef idx="minor"/>
        </p:style>
      </p:sp>
      <p:sp>
        <p:nvSpPr>
          <p:cNvPr id="328" name="PlaceHolder 1"/>
          <p:cNvSpPr>
            <a:spLocks noGrp="1"/>
          </p:cNvSpPr>
          <p:nvPr>
            <p:ph/>
          </p:nvPr>
        </p:nvSpPr>
        <p:spPr>
          <a:xfrm>
            <a:off x="414360" y="838440"/>
            <a:ext cx="8195760" cy="5409720"/>
          </a:xfrm>
          <a:prstGeom prst="rect">
            <a:avLst/>
          </a:prstGeom>
          <a:noFill/>
          <a:ln w="0">
            <a:noFill/>
          </a:ln>
        </p:spPr>
        <p:txBody>
          <a:bodyPr numCol="1" spcCol="0" anchor="t">
            <a:noAutofit/>
          </a:bodyPr>
          <a:p>
            <a:pPr>
              <a:lnSpc>
                <a:spcPct val="100000"/>
              </a:lnSpc>
              <a:spcBef>
                <a:spcPts val="564"/>
              </a:spcBef>
              <a:tabLst>
                <a:tab algn="l" pos="0"/>
              </a:tabLst>
            </a:pPr>
            <a:r>
              <a:rPr b="1" lang="en-US" sz="2000" spc="-1" strike="noStrike">
                <a:solidFill>
                  <a:srgbClr val="000000"/>
                </a:solidFill>
                <a:latin typeface="Calibri"/>
              </a:rPr>
              <a:t>As a</a:t>
            </a:r>
            <a:r>
              <a:rPr b="0" lang="en-US" sz="2000" spc="-1" strike="noStrike">
                <a:solidFill>
                  <a:srgbClr val="000000"/>
                </a:solidFill>
                <a:latin typeface="Calibri"/>
              </a:rPr>
              <a:t> ( person or user): </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rPr>
              <a:t>Who is this person we are building a feature for?</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How does this person think?</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How do they work.</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a:solidFill>
                  <a:srgbClr val="000000"/>
                </a:solidFill>
                <a:latin typeface="Calibri"/>
                <a:ea typeface="SimSun"/>
              </a:rPr>
              <a:t>I  want</a:t>
            </a:r>
            <a:r>
              <a:rPr b="0" lang="en-US" sz="2000" spc="-1" strike="noStrike">
                <a:solidFill>
                  <a:srgbClr val="000000"/>
                </a:solidFill>
                <a:latin typeface="Calibri"/>
                <a:ea typeface="SimSun"/>
              </a:rPr>
              <a:t> ( some goal):</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What is the user intent?</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What is he/she trying to achieve?</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How to help the user intent?</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a:solidFill>
                  <a:srgbClr val="000000"/>
                </a:solidFill>
                <a:latin typeface="Calibri"/>
                <a:ea typeface="SimSun"/>
              </a:rPr>
              <a:t>… </a:t>
            </a:r>
            <a:r>
              <a:rPr b="1" lang="en-US" sz="2000" spc="-1" strike="noStrike">
                <a:solidFill>
                  <a:srgbClr val="000000"/>
                </a:solidFill>
                <a:latin typeface="Calibri"/>
                <a:ea typeface="SimSun"/>
              </a:rPr>
              <a:t>So that</a:t>
            </a:r>
            <a:r>
              <a:rPr b="0" lang="en-US" sz="2000" spc="-1" strike="noStrike">
                <a:solidFill>
                  <a:srgbClr val="000000"/>
                </a:solidFill>
                <a:latin typeface="Calibri"/>
                <a:ea typeface="SimSun"/>
              </a:rPr>
              <a:t> (benefit , purpose, reason):</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How does the user’s desire to achieve something fit into a bigger picture?</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Know will we deliver the value to the user?</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Will our solution solve user’s problem? </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sp>
        <p:nvSpPr>
          <p:cNvPr id="329" name="PlaceHolder 2"/>
          <p:cNvSpPr>
            <a:spLocks noGrp="1"/>
          </p:cNvSpPr>
          <p:nvPr>
            <p:ph type="title"/>
          </p:nvPr>
        </p:nvSpPr>
        <p:spPr>
          <a:xfrm>
            <a:off x="1165320" y="2286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How to write User Stories</a:t>
            </a:r>
            <a:br/>
            <a:endParaRPr b="0" lang="en-US" sz="32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0" name="Rectangle 16"/>
          <p:cNvSpPr/>
          <p:nvPr/>
        </p:nvSpPr>
        <p:spPr>
          <a:xfrm>
            <a:off x="628560" y="1335600"/>
            <a:ext cx="7886160" cy="420120"/>
          </a:xfrm>
          <a:prstGeom prst="rect">
            <a:avLst/>
          </a:prstGeom>
          <a:noFill/>
          <a:ln w="0">
            <a:noFill/>
          </a:ln>
        </p:spPr>
        <p:style>
          <a:lnRef idx="0"/>
          <a:fillRef idx="0"/>
          <a:effectRef idx="0"/>
          <a:fontRef idx="minor"/>
        </p:style>
        <p:txBody>
          <a:bodyPr numCol="1" spcCol="0" anchor="t">
            <a:normAutofit fontScale="96000"/>
          </a:bodyPr>
          <a:p>
            <a:pPr algn="ctr">
              <a:lnSpc>
                <a:spcPct val="90000"/>
              </a:lnSpc>
              <a:spcBef>
                <a:spcPts val="1001"/>
              </a:spcBef>
            </a:pPr>
            <a:br/>
            <a:r>
              <a:rPr b="1" lang="en-US" sz="800" spc="-1" strike="noStrike">
                <a:solidFill>
                  <a:srgbClr val="000000"/>
                </a:solidFill>
                <a:latin typeface="Calibri"/>
              </a:rPr>
              <a:t>How to write User Stories</a:t>
            </a:r>
            <a:br/>
            <a:endParaRPr b="0" lang="en-IN" sz="800" spc="-1" strike="noStrike">
              <a:latin typeface="Arial"/>
            </a:endParaRPr>
          </a:p>
        </p:txBody>
      </p:sp>
      <p:sp>
        <p:nvSpPr>
          <p:cNvPr id="331" name="Rectangle 85"/>
          <p:cNvSpPr/>
          <p:nvPr/>
        </p:nvSpPr>
        <p:spPr>
          <a:xfrm rot="5400000">
            <a:off x="4509360" y="-4509000"/>
            <a:ext cx="125640" cy="9143640"/>
          </a:xfrm>
          <a:prstGeom prst="rect">
            <a:avLst/>
          </a:prstGeom>
          <a:solidFill>
            <a:srgbClr val="4472c4"/>
          </a:solidFill>
          <a:ln w="12700">
            <a:noFill/>
          </a:ln>
        </p:spPr>
        <p:style>
          <a:lnRef idx="0"/>
          <a:fillRef idx="0"/>
          <a:effectRef idx="0"/>
          <a:fontRef idx="minor"/>
        </p:style>
      </p:sp>
      <p:pic>
        <p:nvPicPr>
          <p:cNvPr id="332" name="Picture 21" descr=""/>
          <p:cNvPicPr/>
          <p:nvPr/>
        </p:nvPicPr>
        <p:blipFill>
          <a:blip r:embed="rId1"/>
          <a:stretch/>
        </p:blipFill>
        <p:spPr>
          <a:xfrm>
            <a:off x="152640" y="1335600"/>
            <a:ext cx="8457480" cy="4531320"/>
          </a:xfrm>
          <a:prstGeom prst="rect">
            <a:avLst/>
          </a:prstGeom>
          <a:ln w="0">
            <a:noFill/>
          </a:ln>
        </p:spPr>
      </p:pic>
      <p:sp>
        <p:nvSpPr>
          <p:cNvPr id="333" name="Rectangle 2"/>
          <p:cNvSpPr/>
          <p:nvPr/>
        </p:nvSpPr>
        <p:spPr>
          <a:xfrm>
            <a:off x="685800" y="6248520"/>
            <a:ext cx="1904760" cy="456840"/>
          </a:xfrm>
          <a:prstGeom prst="rect">
            <a:avLst/>
          </a:prstGeom>
          <a:noFill/>
          <a:ln w="0">
            <a:noFill/>
          </a:ln>
        </p:spPr>
        <p:style>
          <a:lnRef idx="0"/>
          <a:fillRef idx="0"/>
          <a:effectRef idx="0"/>
          <a:fontRef idx="minor"/>
        </p:style>
      </p:sp>
      <p:sp>
        <p:nvSpPr>
          <p:cNvPr id="334" name="Rectangle 3"/>
          <p:cNvSpPr/>
          <p:nvPr/>
        </p:nvSpPr>
        <p:spPr>
          <a:xfrm>
            <a:off x="3124080" y="6248520"/>
            <a:ext cx="2895120" cy="456840"/>
          </a:xfrm>
          <a:prstGeom prst="rect">
            <a:avLst/>
          </a:prstGeom>
          <a:noFill/>
          <a:ln w="0">
            <a:noFill/>
          </a:ln>
        </p:spPr>
        <p:style>
          <a:lnRef idx="0"/>
          <a:fillRef idx="0"/>
          <a:effectRef idx="0"/>
          <a:fontRef idx="minor"/>
        </p:style>
      </p:sp>
      <p:sp>
        <p:nvSpPr>
          <p:cNvPr id="335" name="Rectangle 4"/>
          <p:cNvSpPr/>
          <p:nvPr/>
        </p:nvSpPr>
        <p:spPr>
          <a:xfrm>
            <a:off x="685800" y="6248520"/>
            <a:ext cx="1904760" cy="456840"/>
          </a:xfrm>
          <a:prstGeom prst="rect">
            <a:avLst/>
          </a:prstGeom>
          <a:noFill/>
          <a:ln w="0">
            <a:noFill/>
          </a:ln>
        </p:spPr>
        <p:style>
          <a:lnRef idx="0"/>
          <a:fillRef idx="0"/>
          <a:effectRef idx="0"/>
          <a:fontRef idx="minor"/>
        </p:style>
      </p:sp>
      <p:sp>
        <p:nvSpPr>
          <p:cNvPr id="336" name="Rectangle 5"/>
          <p:cNvSpPr/>
          <p:nvPr/>
        </p:nvSpPr>
        <p:spPr>
          <a:xfrm>
            <a:off x="3124080" y="6248520"/>
            <a:ext cx="2895120" cy="456840"/>
          </a:xfrm>
          <a:prstGeom prst="rect">
            <a:avLst/>
          </a:prstGeom>
          <a:noFill/>
          <a:ln w="0">
            <a:noFill/>
          </a:ln>
        </p:spPr>
        <p:style>
          <a:lnRef idx="0"/>
          <a:fillRef idx="0"/>
          <a:effectRef idx="0"/>
          <a:fontRef idx="minor"/>
        </p:style>
      </p:sp>
      <p:sp>
        <p:nvSpPr>
          <p:cNvPr id="337" name="Rectangle 6"/>
          <p:cNvSpPr/>
          <p:nvPr/>
        </p:nvSpPr>
        <p:spPr>
          <a:xfrm>
            <a:off x="685800" y="6248520"/>
            <a:ext cx="1904760" cy="456840"/>
          </a:xfrm>
          <a:prstGeom prst="rect">
            <a:avLst/>
          </a:prstGeom>
          <a:noFill/>
          <a:ln w="0">
            <a:noFill/>
          </a:ln>
        </p:spPr>
        <p:style>
          <a:lnRef idx="0"/>
          <a:fillRef idx="0"/>
          <a:effectRef idx="0"/>
          <a:fontRef idx="minor"/>
        </p:style>
      </p:sp>
      <p:sp>
        <p:nvSpPr>
          <p:cNvPr id="338" name="Rectangle 7"/>
          <p:cNvSpPr/>
          <p:nvPr/>
        </p:nvSpPr>
        <p:spPr>
          <a:xfrm>
            <a:off x="3124080" y="6248520"/>
            <a:ext cx="2895120" cy="456840"/>
          </a:xfrm>
          <a:prstGeom prst="rect">
            <a:avLst/>
          </a:prstGeom>
          <a:noFill/>
          <a:ln w="0">
            <a:noFill/>
          </a:ln>
        </p:spPr>
        <p:style>
          <a:lnRef idx="0"/>
          <a:fillRef idx="0"/>
          <a:effectRef idx="0"/>
          <a:fontRef idx="minor"/>
        </p:style>
      </p:sp>
      <p:sp>
        <p:nvSpPr>
          <p:cNvPr id="339" name="Rectangle 8"/>
          <p:cNvSpPr/>
          <p:nvPr/>
        </p:nvSpPr>
        <p:spPr>
          <a:xfrm>
            <a:off x="685800" y="6248520"/>
            <a:ext cx="1904760" cy="456840"/>
          </a:xfrm>
          <a:prstGeom prst="rect">
            <a:avLst/>
          </a:prstGeom>
          <a:noFill/>
          <a:ln w="0">
            <a:noFill/>
          </a:ln>
        </p:spPr>
        <p:style>
          <a:lnRef idx="0"/>
          <a:fillRef idx="0"/>
          <a:effectRef idx="0"/>
          <a:fontRef idx="minor"/>
        </p:style>
      </p:sp>
      <p:sp>
        <p:nvSpPr>
          <p:cNvPr id="340" name="Rectangle 9"/>
          <p:cNvSpPr/>
          <p:nvPr/>
        </p:nvSpPr>
        <p:spPr>
          <a:xfrm>
            <a:off x="3124080" y="6248520"/>
            <a:ext cx="2895120" cy="456840"/>
          </a:xfrm>
          <a:prstGeom prst="rect">
            <a:avLst/>
          </a:prstGeom>
          <a:noFill/>
          <a:ln w="0">
            <a:noFill/>
          </a:ln>
        </p:spPr>
        <p:style>
          <a:lnRef idx="0"/>
          <a:fillRef idx="0"/>
          <a:effectRef idx="0"/>
          <a:fontRef idx="minor"/>
        </p:style>
      </p:sp>
      <p:sp>
        <p:nvSpPr>
          <p:cNvPr id="341" name="Rectangle 10"/>
          <p:cNvSpPr/>
          <p:nvPr/>
        </p:nvSpPr>
        <p:spPr>
          <a:xfrm>
            <a:off x="685800" y="6248520"/>
            <a:ext cx="1904760" cy="456840"/>
          </a:xfrm>
          <a:prstGeom prst="rect">
            <a:avLst/>
          </a:prstGeom>
          <a:noFill/>
          <a:ln w="0">
            <a:noFill/>
          </a:ln>
        </p:spPr>
        <p:style>
          <a:lnRef idx="0"/>
          <a:fillRef idx="0"/>
          <a:effectRef idx="0"/>
          <a:fontRef idx="minor"/>
        </p:style>
      </p:sp>
      <p:sp>
        <p:nvSpPr>
          <p:cNvPr id="342" name="Rectangle 11"/>
          <p:cNvSpPr/>
          <p:nvPr/>
        </p:nvSpPr>
        <p:spPr>
          <a:xfrm>
            <a:off x="3124080" y="6248520"/>
            <a:ext cx="2895120" cy="456840"/>
          </a:xfrm>
          <a:prstGeom prst="rect">
            <a:avLst/>
          </a:prstGeom>
          <a:noFill/>
          <a:ln w="0">
            <a:noFill/>
          </a:ln>
        </p:spPr>
        <p:style>
          <a:lnRef idx="0"/>
          <a:fillRef idx="0"/>
          <a:effectRef idx="0"/>
          <a:fontRef idx="minor"/>
        </p:style>
      </p:sp>
      <p:sp>
        <p:nvSpPr>
          <p:cNvPr id="343" name="Rectangle 12"/>
          <p:cNvSpPr/>
          <p:nvPr/>
        </p:nvSpPr>
        <p:spPr>
          <a:xfrm>
            <a:off x="685800" y="6248520"/>
            <a:ext cx="1904760" cy="456840"/>
          </a:xfrm>
          <a:prstGeom prst="rect">
            <a:avLst/>
          </a:prstGeom>
          <a:noFill/>
          <a:ln w="0">
            <a:noFill/>
          </a:ln>
        </p:spPr>
        <p:style>
          <a:lnRef idx="0"/>
          <a:fillRef idx="0"/>
          <a:effectRef idx="0"/>
          <a:fontRef idx="minor"/>
        </p:style>
      </p:sp>
      <p:sp>
        <p:nvSpPr>
          <p:cNvPr id="344" name="Rectangle 13"/>
          <p:cNvSpPr/>
          <p:nvPr/>
        </p:nvSpPr>
        <p:spPr>
          <a:xfrm>
            <a:off x="3124080" y="6248520"/>
            <a:ext cx="2895120" cy="456840"/>
          </a:xfrm>
          <a:prstGeom prst="rect">
            <a:avLst/>
          </a:prstGeom>
          <a:noFill/>
          <a:ln w="0">
            <a:noFill/>
          </a:ln>
        </p:spPr>
        <p:style>
          <a:lnRef idx="0"/>
          <a:fillRef idx="0"/>
          <a:effectRef idx="0"/>
          <a:fontRef idx="minor"/>
        </p:style>
      </p:sp>
      <p:sp>
        <p:nvSpPr>
          <p:cNvPr id="345" name="Rectangle 14"/>
          <p:cNvSpPr/>
          <p:nvPr/>
        </p:nvSpPr>
        <p:spPr>
          <a:xfrm>
            <a:off x="685800" y="6248520"/>
            <a:ext cx="1904760" cy="456840"/>
          </a:xfrm>
          <a:prstGeom prst="rect">
            <a:avLst/>
          </a:prstGeom>
          <a:noFill/>
          <a:ln w="0">
            <a:noFill/>
          </a:ln>
        </p:spPr>
        <p:style>
          <a:lnRef idx="0"/>
          <a:fillRef idx="0"/>
          <a:effectRef idx="0"/>
          <a:fontRef idx="minor"/>
        </p:style>
      </p:sp>
      <p:sp>
        <p:nvSpPr>
          <p:cNvPr id="346" name="Rectangle 15"/>
          <p:cNvSpPr/>
          <p:nvPr/>
        </p:nvSpPr>
        <p:spPr>
          <a:xfrm>
            <a:off x="3124080" y="6248520"/>
            <a:ext cx="2895120" cy="456840"/>
          </a:xfrm>
          <a:prstGeom prst="rect">
            <a:avLst/>
          </a:prstGeom>
          <a:no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title"/>
          </p:nvPr>
        </p:nvSpPr>
        <p:spPr>
          <a:xfrm>
            <a:off x="1165320" y="2286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Understanding the 3Cs</a:t>
            </a:r>
            <a:br/>
            <a:endParaRPr b="0" lang="en-US" sz="2800" spc="-1" strike="noStrike">
              <a:solidFill>
                <a:srgbClr val="000000"/>
              </a:solidFill>
              <a:latin typeface="Times New Roman"/>
            </a:endParaRPr>
          </a:p>
        </p:txBody>
      </p:sp>
      <p:sp>
        <p:nvSpPr>
          <p:cNvPr id="348" name="Rectangle 2"/>
          <p:cNvSpPr/>
          <p:nvPr/>
        </p:nvSpPr>
        <p:spPr>
          <a:xfrm>
            <a:off x="685800" y="6248520"/>
            <a:ext cx="1904760" cy="456840"/>
          </a:xfrm>
          <a:prstGeom prst="rect">
            <a:avLst/>
          </a:prstGeom>
          <a:noFill/>
          <a:ln w="0">
            <a:noFill/>
          </a:ln>
        </p:spPr>
        <p:style>
          <a:lnRef idx="0"/>
          <a:fillRef idx="0"/>
          <a:effectRef idx="0"/>
          <a:fontRef idx="minor"/>
        </p:style>
      </p:sp>
      <p:sp>
        <p:nvSpPr>
          <p:cNvPr id="349" name="Rectangle 3"/>
          <p:cNvSpPr/>
          <p:nvPr/>
        </p:nvSpPr>
        <p:spPr>
          <a:xfrm>
            <a:off x="3124080" y="6248520"/>
            <a:ext cx="2895120" cy="456840"/>
          </a:xfrm>
          <a:prstGeom prst="rect">
            <a:avLst/>
          </a:prstGeom>
          <a:noFill/>
          <a:ln w="0">
            <a:noFill/>
          </a:ln>
        </p:spPr>
        <p:style>
          <a:lnRef idx="0"/>
          <a:fillRef idx="0"/>
          <a:effectRef idx="0"/>
          <a:fontRef idx="minor"/>
        </p:style>
      </p:sp>
      <p:sp>
        <p:nvSpPr>
          <p:cNvPr id="350" name="Rectangle 4"/>
          <p:cNvSpPr/>
          <p:nvPr/>
        </p:nvSpPr>
        <p:spPr>
          <a:xfrm>
            <a:off x="685800" y="6248520"/>
            <a:ext cx="1904760" cy="456840"/>
          </a:xfrm>
          <a:prstGeom prst="rect">
            <a:avLst/>
          </a:prstGeom>
          <a:noFill/>
          <a:ln w="0">
            <a:noFill/>
          </a:ln>
        </p:spPr>
        <p:style>
          <a:lnRef idx="0"/>
          <a:fillRef idx="0"/>
          <a:effectRef idx="0"/>
          <a:fontRef idx="minor"/>
        </p:style>
      </p:sp>
      <p:sp>
        <p:nvSpPr>
          <p:cNvPr id="351" name="Rectangle 5"/>
          <p:cNvSpPr/>
          <p:nvPr/>
        </p:nvSpPr>
        <p:spPr>
          <a:xfrm>
            <a:off x="3124080" y="6248520"/>
            <a:ext cx="2895120" cy="456840"/>
          </a:xfrm>
          <a:prstGeom prst="rect">
            <a:avLst/>
          </a:prstGeom>
          <a:noFill/>
          <a:ln w="0">
            <a:noFill/>
          </a:ln>
        </p:spPr>
        <p:style>
          <a:lnRef idx="0"/>
          <a:fillRef idx="0"/>
          <a:effectRef idx="0"/>
          <a:fontRef idx="minor"/>
        </p:style>
      </p:sp>
      <p:sp>
        <p:nvSpPr>
          <p:cNvPr id="352" name="Rectangle 6"/>
          <p:cNvSpPr/>
          <p:nvPr/>
        </p:nvSpPr>
        <p:spPr>
          <a:xfrm>
            <a:off x="685800" y="6248520"/>
            <a:ext cx="1904760" cy="456840"/>
          </a:xfrm>
          <a:prstGeom prst="rect">
            <a:avLst/>
          </a:prstGeom>
          <a:noFill/>
          <a:ln w="0">
            <a:noFill/>
          </a:ln>
        </p:spPr>
        <p:style>
          <a:lnRef idx="0"/>
          <a:fillRef idx="0"/>
          <a:effectRef idx="0"/>
          <a:fontRef idx="minor"/>
        </p:style>
      </p:sp>
      <p:sp>
        <p:nvSpPr>
          <p:cNvPr id="353" name="Rectangle 7"/>
          <p:cNvSpPr/>
          <p:nvPr/>
        </p:nvSpPr>
        <p:spPr>
          <a:xfrm>
            <a:off x="3124080" y="6248520"/>
            <a:ext cx="2895120" cy="456840"/>
          </a:xfrm>
          <a:prstGeom prst="rect">
            <a:avLst/>
          </a:prstGeom>
          <a:noFill/>
          <a:ln w="0">
            <a:noFill/>
          </a:ln>
        </p:spPr>
        <p:style>
          <a:lnRef idx="0"/>
          <a:fillRef idx="0"/>
          <a:effectRef idx="0"/>
          <a:fontRef idx="minor"/>
        </p:style>
      </p:sp>
      <p:sp>
        <p:nvSpPr>
          <p:cNvPr id="354" name="Rectangle 8"/>
          <p:cNvSpPr/>
          <p:nvPr/>
        </p:nvSpPr>
        <p:spPr>
          <a:xfrm>
            <a:off x="685800" y="6248520"/>
            <a:ext cx="1904760" cy="456840"/>
          </a:xfrm>
          <a:prstGeom prst="rect">
            <a:avLst/>
          </a:prstGeom>
          <a:noFill/>
          <a:ln w="0">
            <a:noFill/>
          </a:ln>
        </p:spPr>
        <p:style>
          <a:lnRef idx="0"/>
          <a:fillRef idx="0"/>
          <a:effectRef idx="0"/>
          <a:fontRef idx="minor"/>
        </p:style>
      </p:sp>
      <p:sp>
        <p:nvSpPr>
          <p:cNvPr id="355" name="Rectangle 9"/>
          <p:cNvSpPr/>
          <p:nvPr/>
        </p:nvSpPr>
        <p:spPr>
          <a:xfrm>
            <a:off x="3124080" y="6248520"/>
            <a:ext cx="2895120" cy="456840"/>
          </a:xfrm>
          <a:prstGeom prst="rect">
            <a:avLst/>
          </a:prstGeom>
          <a:noFill/>
          <a:ln w="0">
            <a:noFill/>
          </a:ln>
        </p:spPr>
        <p:style>
          <a:lnRef idx="0"/>
          <a:fillRef idx="0"/>
          <a:effectRef idx="0"/>
          <a:fontRef idx="minor"/>
        </p:style>
      </p:sp>
      <p:sp>
        <p:nvSpPr>
          <p:cNvPr id="356" name="Rectangle 10"/>
          <p:cNvSpPr/>
          <p:nvPr/>
        </p:nvSpPr>
        <p:spPr>
          <a:xfrm>
            <a:off x="685800" y="6248520"/>
            <a:ext cx="1904760" cy="456840"/>
          </a:xfrm>
          <a:prstGeom prst="rect">
            <a:avLst/>
          </a:prstGeom>
          <a:noFill/>
          <a:ln w="0">
            <a:noFill/>
          </a:ln>
        </p:spPr>
        <p:style>
          <a:lnRef idx="0"/>
          <a:fillRef idx="0"/>
          <a:effectRef idx="0"/>
          <a:fontRef idx="minor"/>
        </p:style>
      </p:sp>
      <p:sp>
        <p:nvSpPr>
          <p:cNvPr id="357" name="Rectangle 11"/>
          <p:cNvSpPr/>
          <p:nvPr/>
        </p:nvSpPr>
        <p:spPr>
          <a:xfrm>
            <a:off x="3124080" y="6248520"/>
            <a:ext cx="2895120" cy="456840"/>
          </a:xfrm>
          <a:prstGeom prst="rect">
            <a:avLst/>
          </a:prstGeom>
          <a:noFill/>
          <a:ln w="0">
            <a:noFill/>
          </a:ln>
        </p:spPr>
        <p:style>
          <a:lnRef idx="0"/>
          <a:fillRef idx="0"/>
          <a:effectRef idx="0"/>
          <a:fontRef idx="minor"/>
        </p:style>
      </p:sp>
      <p:sp>
        <p:nvSpPr>
          <p:cNvPr id="358" name="Rectangle 12"/>
          <p:cNvSpPr/>
          <p:nvPr/>
        </p:nvSpPr>
        <p:spPr>
          <a:xfrm>
            <a:off x="685800" y="6248520"/>
            <a:ext cx="1904760" cy="456840"/>
          </a:xfrm>
          <a:prstGeom prst="rect">
            <a:avLst/>
          </a:prstGeom>
          <a:noFill/>
          <a:ln w="0">
            <a:noFill/>
          </a:ln>
        </p:spPr>
        <p:style>
          <a:lnRef idx="0"/>
          <a:fillRef idx="0"/>
          <a:effectRef idx="0"/>
          <a:fontRef idx="minor"/>
        </p:style>
      </p:sp>
      <p:sp>
        <p:nvSpPr>
          <p:cNvPr id="359" name="Rectangle 13"/>
          <p:cNvSpPr/>
          <p:nvPr/>
        </p:nvSpPr>
        <p:spPr>
          <a:xfrm>
            <a:off x="3124080" y="6248520"/>
            <a:ext cx="2895120" cy="456840"/>
          </a:xfrm>
          <a:prstGeom prst="rect">
            <a:avLst/>
          </a:prstGeom>
          <a:noFill/>
          <a:ln w="0">
            <a:noFill/>
          </a:ln>
        </p:spPr>
        <p:style>
          <a:lnRef idx="0"/>
          <a:fillRef idx="0"/>
          <a:effectRef idx="0"/>
          <a:fontRef idx="minor"/>
        </p:style>
      </p:sp>
      <p:sp>
        <p:nvSpPr>
          <p:cNvPr id="360" name="Rectangle 14"/>
          <p:cNvSpPr/>
          <p:nvPr/>
        </p:nvSpPr>
        <p:spPr>
          <a:xfrm>
            <a:off x="685800" y="6248520"/>
            <a:ext cx="1904760" cy="456840"/>
          </a:xfrm>
          <a:prstGeom prst="rect">
            <a:avLst/>
          </a:prstGeom>
          <a:noFill/>
          <a:ln w="0">
            <a:noFill/>
          </a:ln>
        </p:spPr>
        <p:style>
          <a:lnRef idx="0"/>
          <a:fillRef idx="0"/>
          <a:effectRef idx="0"/>
          <a:fontRef idx="minor"/>
        </p:style>
      </p:sp>
      <p:sp>
        <p:nvSpPr>
          <p:cNvPr id="361" name="Rectangle 15"/>
          <p:cNvSpPr/>
          <p:nvPr/>
        </p:nvSpPr>
        <p:spPr>
          <a:xfrm>
            <a:off x="3124080" y="6248520"/>
            <a:ext cx="2895120" cy="456840"/>
          </a:xfrm>
          <a:prstGeom prst="rect">
            <a:avLst/>
          </a:prstGeom>
          <a:noFill/>
          <a:ln w="0">
            <a:noFill/>
          </a:ln>
        </p:spPr>
        <p:style>
          <a:lnRef idx="0"/>
          <a:fillRef idx="0"/>
          <a:effectRef idx="0"/>
          <a:fontRef idx="minor"/>
        </p:style>
      </p:sp>
      <p:pic>
        <p:nvPicPr>
          <p:cNvPr id="362" name="Picture 1" descr=""/>
          <p:cNvPicPr/>
          <p:nvPr/>
        </p:nvPicPr>
        <p:blipFill>
          <a:blip r:embed="rId1"/>
          <a:stretch/>
        </p:blipFill>
        <p:spPr>
          <a:xfrm>
            <a:off x="57240" y="1143000"/>
            <a:ext cx="9029520" cy="499068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3" name="Rectangle 191"/>
          <p:cNvSpPr/>
          <p:nvPr/>
        </p:nvSpPr>
        <p:spPr>
          <a:xfrm>
            <a:off x="266760" y="0"/>
            <a:ext cx="8610120" cy="2753640"/>
          </a:xfrm>
          <a:prstGeom prst="rect">
            <a:avLst/>
          </a:prstGeom>
          <a:gradFill rotWithShape="0">
            <a:gsLst>
              <a:gs pos="0">
                <a:srgbClr val="5b9bd5"/>
              </a:gs>
              <a:gs pos="100000">
                <a:srgbClr val="3b3838"/>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364" name="Picture 192" descr=""/>
          <p:cNvPicPr/>
          <p:nvPr/>
        </p:nvPicPr>
        <p:blipFill>
          <a:blip r:embed="rId1"/>
          <a:stretch/>
        </p:blipFill>
        <p:spPr>
          <a:xfrm>
            <a:off x="0" y="0"/>
            <a:ext cx="9143640" cy="6857640"/>
          </a:xfrm>
          <a:prstGeom prst="rect">
            <a:avLst/>
          </a:prstGeom>
          <a:ln w="0">
            <a:noFill/>
          </a:ln>
        </p:spPr>
      </p:pic>
      <p:sp>
        <p:nvSpPr>
          <p:cNvPr id="365" name="PlaceHolder 1"/>
          <p:cNvSpPr>
            <a:spLocks noGrp="1"/>
          </p:cNvSpPr>
          <p:nvPr>
            <p:ph type="title"/>
          </p:nvPr>
        </p:nvSpPr>
        <p:spPr>
          <a:xfrm>
            <a:off x="884520" y="826560"/>
            <a:ext cx="7374960" cy="1325160"/>
          </a:xfrm>
          <a:prstGeom prst="rect">
            <a:avLst/>
          </a:prstGeom>
          <a:noFill/>
          <a:ln w="0">
            <a:noFill/>
          </a:ln>
        </p:spPr>
        <p:txBody>
          <a:bodyPr numCol="1" spcCol="0" anchor="ctr">
            <a:normAutofit/>
          </a:bodyPr>
          <a:p>
            <a:pPr algn="ctr">
              <a:lnSpc>
                <a:spcPct val="90000"/>
              </a:lnSpc>
            </a:pPr>
            <a:r>
              <a:rPr b="1" lang="en-US" sz="3500" spc="-1" strike="noStrike">
                <a:solidFill>
                  <a:srgbClr val="ffffff"/>
                </a:solidFill>
                <a:latin typeface="Calibri Light"/>
              </a:rPr>
              <a:t>Glossary</a:t>
            </a:r>
            <a:endParaRPr b="0" lang="en-US" sz="3500" spc="-1" strike="noStrike">
              <a:solidFill>
                <a:srgbClr val="000000"/>
              </a:solidFill>
              <a:latin typeface="Times New Roman"/>
            </a:endParaRPr>
          </a:p>
        </p:txBody>
      </p:sp>
      <p:sp>
        <p:nvSpPr>
          <p:cNvPr id="366" name="Rectangle 2"/>
          <p:cNvSpPr/>
          <p:nvPr/>
        </p:nvSpPr>
        <p:spPr>
          <a:xfrm>
            <a:off x="685800" y="6248520"/>
            <a:ext cx="1904760" cy="456840"/>
          </a:xfrm>
          <a:prstGeom prst="rect">
            <a:avLst/>
          </a:prstGeom>
          <a:noFill/>
          <a:ln w="0">
            <a:noFill/>
          </a:ln>
        </p:spPr>
        <p:style>
          <a:lnRef idx="0"/>
          <a:fillRef idx="0"/>
          <a:effectRef idx="0"/>
          <a:fontRef idx="minor"/>
        </p:style>
      </p:sp>
      <p:sp>
        <p:nvSpPr>
          <p:cNvPr id="367" name="Rectangle 3"/>
          <p:cNvSpPr/>
          <p:nvPr/>
        </p:nvSpPr>
        <p:spPr>
          <a:xfrm>
            <a:off x="3124080" y="6248520"/>
            <a:ext cx="2895120" cy="456840"/>
          </a:xfrm>
          <a:prstGeom prst="rect">
            <a:avLst/>
          </a:prstGeom>
          <a:noFill/>
          <a:ln w="0">
            <a:noFill/>
          </a:ln>
        </p:spPr>
        <p:style>
          <a:lnRef idx="0"/>
          <a:fillRef idx="0"/>
          <a:effectRef idx="0"/>
          <a:fontRef idx="minor"/>
        </p:style>
      </p:sp>
      <p:sp>
        <p:nvSpPr>
          <p:cNvPr id="368" name="Rectangle 4"/>
          <p:cNvSpPr/>
          <p:nvPr/>
        </p:nvSpPr>
        <p:spPr>
          <a:xfrm>
            <a:off x="685800" y="6248520"/>
            <a:ext cx="1904760" cy="456840"/>
          </a:xfrm>
          <a:prstGeom prst="rect">
            <a:avLst/>
          </a:prstGeom>
          <a:noFill/>
          <a:ln w="0">
            <a:noFill/>
          </a:ln>
        </p:spPr>
        <p:style>
          <a:lnRef idx="0"/>
          <a:fillRef idx="0"/>
          <a:effectRef idx="0"/>
          <a:fontRef idx="minor"/>
        </p:style>
      </p:sp>
      <p:sp>
        <p:nvSpPr>
          <p:cNvPr id="369" name="Rectangle 5"/>
          <p:cNvSpPr/>
          <p:nvPr/>
        </p:nvSpPr>
        <p:spPr>
          <a:xfrm>
            <a:off x="3124080" y="6248520"/>
            <a:ext cx="2895120" cy="456840"/>
          </a:xfrm>
          <a:prstGeom prst="rect">
            <a:avLst/>
          </a:prstGeom>
          <a:noFill/>
          <a:ln w="0">
            <a:noFill/>
          </a:ln>
        </p:spPr>
        <p:style>
          <a:lnRef idx="0"/>
          <a:fillRef idx="0"/>
          <a:effectRef idx="0"/>
          <a:fontRef idx="minor"/>
        </p:style>
      </p:sp>
      <p:sp>
        <p:nvSpPr>
          <p:cNvPr id="370" name="Rectangle 6"/>
          <p:cNvSpPr/>
          <p:nvPr/>
        </p:nvSpPr>
        <p:spPr>
          <a:xfrm>
            <a:off x="685800" y="6248520"/>
            <a:ext cx="1904760" cy="456840"/>
          </a:xfrm>
          <a:prstGeom prst="rect">
            <a:avLst/>
          </a:prstGeom>
          <a:noFill/>
          <a:ln w="0">
            <a:noFill/>
          </a:ln>
        </p:spPr>
        <p:style>
          <a:lnRef idx="0"/>
          <a:fillRef idx="0"/>
          <a:effectRef idx="0"/>
          <a:fontRef idx="minor"/>
        </p:style>
      </p:sp>
      <p:sp>
        <p:nvSpPr>
          <p:cNvPr id="371" name="Rectangle 7"/>
          <p:cNvSpPr/>
          <p:nvPr/>
        </p:nvSpPr>
        <p:spPr>
          <a:xfrm>
            <a:off x="3124080" y="6248520"/>
            <a:ext cx="2895120" cy="456840"/>
          </a:xfrm>
          <a:prstGeom prst="rect">
            <a:avLst/>
          </a:prstGeom>
          <a:noFill/>
          <a:ln w="0">
            <a:noFill/>
          </a:ln>
        </p:spPr>
        <p:style>
          <a:lnRef idx="0"/>
          <a:fillRef idx="0"/>
          <a:effectRef idx="0"/>
          <a:fontRef idx="minor"/>
        </p:style>
      </p:sp>
      <p:sp>
        <p:nvSpPr>
          <p:cNvPr id="372" name="Rectangle 8"/>
          <p:cNvSpPr/>
          <p:nvPr/>
        </p:nvSpPr>
        <p:spPr>
          <a:xfrm>
            <a:off x="685800" y="6248520"/>
            <a:ext cx="1904760" cy="456840"/>
          </a:xfrm>
          <a:prstGeom prst="rect">
            <a:avLst/>
          </a:prstGeom>
          <a:noFill/>
          <a:ln w="0">
            <a:noFill/>
          </a:ln>
        </p:spPr>
        <p:style>
          <a:lnRef idx="0"/>
          <a:fillRef idx="0"/>
          <a:effectRef idx="0"/>
          <a:fontRef idx="minor"/>
        </p:style>
      </p:sp>
      <p:sp>
        <p:nvSpPr>
          <p:cNvPr id="373" name="Rectangle 9"/>
          <p:cNvSpPr/>
          <p:nvPr/>
        </p:nvSpPr>
        <p:spPr>
          <a:xfrm>
            <a:off x="3124080" y="6248520"/>
            <a:ext cx="2895120" cy="456840"/>
          </a:xfrm>
          <a:prstGeom prst="rect">
            <a:avLst/>
          </a:prstGeom>
          <a:noFill/>
          <a:ln w="0">
            <a:noFill/>
          </a:ln>
        </p:spPr>
        <p:style>
          <a:lnRef idx="0"/>
          <a:fillRef idx="0"/>
          <a:effectRef idx="0"/>
          <a:fontRef idx="minor"/>
        </p:style>
      </p:sp>
      <p:sp>
        <p:nvSpPr>
          <p:cNvPr id="374" name="Rectangle 10"/>
          <p:cNvSpPr/>
          <p:nvPr/>
        </p:nvSpPr>
        <p:spPr>
          <a:xfrm>
            <a:off x="685800" y="6248520"/>
            <a:ext cx="1904760" cy="456840"/>
          </a:xfrm>
          <a:prstGeom prst="rect">
            <a:avLst/>
          </a:prstGeom>
          <a:noFill/>
          <a:ln w="0">
            <a:noFill/>
          </a:ln>
        </p:spPr>
        <p:style>
          <a:lnRef idx="0"/>
          <a:fillRef idx="0"/>
          <a:effectRef idx="0"/>
          <a:fontRef idx="minor"/>
        </p:style>
      </p:sp>
      <p:sp>
        <p:nvSpPr>
          <p:cNvPr id="375" name="Rectangle 11"/>
          <p:cNvSpPr/>
          <p:nvPr/>
        </p:nvSpPr>
        <p:spPr>
          <a:xfrm>
            <a:off x="3124080" y="6248520"/>
            <a:ext cx="2895120" cy="456840"/>
          </a:xfrm>
          <a:prstGeom prst="rect">
            <a:avLst/>
          </a:prstGeom>
          <a:noFill/>
          <a:ln w="0">
            <a:noFill/>
          </a:ln>
        </p:spPr>
        <p:style>
          <a:lnRef idx="0"/>
          <a:fillRef idx="0"/>
          <a:effectRef idx="0"/>
          <a:fontRef idx="minor"/>
        </p:style>
      </p:sp>
      <p:sp>
        <p:nvSpPr>
          <p:cNvPr id="376" name="Rectangle 12"/>
          <p:cNvSpPr/>
          <p:nvPr/>
        </p:nvSpPr>
        <p:spPr>
          <a:xfrm>
            <a:off x="685800" y="6248520"/>
            <a:ext cx="1904760" cy="456840"/>
          </a:xfrm>
          <a:prstGeom prst="rect">
            <a:avLst/>
          </a:prstGeom>
          <a:noFill/>
          <a:ln w="0">
            <a:noFill/>
          </a:ln>
        </p:spPr>
        <p:style>
          <a:lnRef idx="0"/>
          <a:fillRef idx="0"/>
          <a:effectRef idx="0"/>
          <a:fontRef idx="minor"/>
        </p:style>
      </p:sp>
      <p:sp>
        <p:nvSpPr>
          <p:cNvPr id="377" name="Rectangle 13"/>
          <p:cNvSpPr/>
          <p:nvPr/>
        </p:nvSpPr>
        <p:spPr>
          <a:xfrm>
            <a:off x="3124080" y="6248520"/>
            <a:ext cx="2895120" cy="456840"/>
          </a:xfrm>
          <a:prstGeom prst="rect">
            <a:avLst/>
          </a:prstGeom>
          <a:noFill/>
          <a:ln w="0">
            <a:noFill/>
          </a:ln>
        </p:spPr>
        <p:style>
          <a:lnRef idx="0"/>
          <a:fillRef idx="0"/>
          <a:effectRef idx="0"/>
          <a:fontRef idx="minor"/>
        </p:style>
      </p:sp>
      <p:sp>
        <p:nvSpPr>
          <p:cNvPr id="378" name="Rectangle 14"/>
          <p:cNvSpPr/>
          <p:nvPr/>
        </p:nvSpPr>
        <p:spPr>
          <a:xfrm>
            <a:off x="685800" y="6248520"/>
            <a:ext cx="1904760" cy="456840"/>
          </a:xfrm>
          <a:prstGeom prst="rect">
            <a:avLst/>
          </a:prstGeom>
          <a:noFill/>
          <a:ln w="0">
            <a:noFill/>
          </a:ln>
        </p:spPr>
        <p:style>
          <a:lnRef idx="0"/>
          <a:fillRef idx="0"/>
          <a:effectRef idx="0"/>
          <a:fontRef idx="minor"/>
        </p:style>
      </p:sp>
      <p:sp>
        <p:nvSpPr>
          <p:cNvPr id="379" name="Rectangle 15"/>
          <p:cNvSpPr/>
          <p:nvPr/>
        </p:nvSpPr>
        <p:spPr>
          <a:xfrm>
            <a:off x="3124080" y="6248520"/>
            <a:ext cx="2895120" cy="456840"/>
          </a:xfrm>
          <a:prstGeom prst="rect">
            <a:avLst/>
          </a:prstGeom>
          <a:noFill/>
          <a:ln w="0">
            <a:noFill/>
          </a:ln>
        </p:spPr>
        <p:style>
          <a:lnRef idx="0"/>
          <a:fillRef idx="0"/>
          <a:effectRef idx="0"/>
          <a:fontRef idx="minor"/>
        </p:style>
      </p:sp>
      <p:graphicFrame>
        <p:nvGraphicFramePr>
          <p:cNvPr id="1" name="Diagram1"/>
          <p:cNvGraphicFramePr/>
          <p:nvPr>
            <p:extLst>
              <p:ext uri="{D42A27DB-BD31-4B8C-83A1-F6EECF244321}">
                <p14:modId xmlns:p14="http://schemas.microsoft.com/office/powerpoint/2010/main" val="612096254"/>
              </p:ext>
            </p:extLst>
          </p:nvPr>
        </p:nvGraphicFramePr>
        <p:xfrm>
          <a:off x="777240" y="2899800"/>
          <a:ext cx="7589160" cy="3130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DEEP- Criteria</a:t>
            </a:r>
            <a:br/>
            <a:endParaRPr b="0" lang="en-US" sz="3200" spc="-1" strike="noStrike">
              <a:solidFill>
                <a:srgbClr val="000000"/>
              </a:solidFill>
              <a:latin typeface="Times New Roman"/>
            </a:endParaRPr>
          </a:p>
        </p:txBody>
      </p:sp>
      <p:sp>
        <p:nvSpPr>
          <p:cNvPr id="381" name="Rectangle 2"/>
          <p:cNvSpPr/>
          <p:nvPr/>
        </p:nvSpPr>
        <p:spPr>
          <a:xfrm>
            <a:off x="685800" y="6248520"/>
            <a:ext cx="1904760" cy="456840"/>
          </a:xfrm>
          <a:prstGeom prst="rect">
            <a:avLst/>
          </a:prstGeom>
          <a:noFill/>
          <a:ln w="0">
            <a:noFill/>
          </a:ln>
        </p:spPr>
        <p:style>
          <a:lnRef idx="0"/>
          <a:fillRef idx="0"/>
          <a:effectRef idx="0"/>
          <a:fontRef idx="minor"/>
        </p:style>
      </p:sp>
      <p:sp>
        <p:nvSpPr>
          <p:cNvPr id="382" name="Rectangle 3"/>
          <p:cNvSpPr/>
          <p:nvPr/>
        </p:nvSpPr>
        <p:spPr>
          <a:xfrm>
            <a:off x="3124080" y="6248520"/>
            <a:ext cx="2895120" cy="456840"/>
          </a:xfrm>
          <a:prstGeom prst="rect">
            <a:avLst/>
          </a:prstGeom>
          <a:noFill/>
          <a:ln w="0">
            <a:noFill/>
          </a:ln>
        </p:spPr>
        <p:style>
          <a:lnRef idx="0"/>
          <a:fillRef idx="0"/>
          <a:effectRef idx="0"/>
          <a:fontRef idx="minor"/>
        </p:style>
      </p:sp>
      <p:sp>
        <p:nvSpPr>
          <p:cNvPr id="383" name="Rectangle 4"/>
          <p:cNvSpPr/>
          <p:nvPr/>
        </p:nvSpPr>
        <p:spPr>
          <a:xfrm>
            <a:off x="685800" y="6248520"/>
            <a:ext cx="1904760" cy="456840"/>
          </a:xfrm>
          <a:prstGeom prst="rect">
            <a:avLst/>
          </a:prstGeom>
          <a:noFill/>
          <a:ln w="0">
            <a:noFill/>
          </a:ln>
        </p:spPr>
        <p:style>
          <a:lnRef idx="0"/>
          <a:fillRef idx="0"/>
          <a:effectRef idx="0"/>
          <a:fontRef idx="minor"/>
        </p:style>
      </p:sp>
      <p:sp>
        <p:nvSpPr>
          <p:cNvPr id="384" name="Rectangle 5"/>
          <p:cNvSpPr/>
          <p:nvPr/>
        </p:nvSpPr>
        <p:spPr>
          <a:xfrm>
            <a:off x="3124080" y="6248520"/>
            <a:ext cx="2895120" cy="456840"/>
          </a:xfrm>
          <a:prstGeom prst="rect">
            <a:avLst/>
          </a:prstGeom>
          <a:noFill/>
          <a:ln w="0">
            <a:noFill/>
          </a:ln>
        </p:spPr>
        <p:style>
          <a:lnRef idx="0"/>
          <a:fillRef idx="0"/>
          <a:effectRef idx="0"/>
          <a:fontRef idx="minor"/>
        </p:style>
      </p:sp>
      <p:sp>
        <p:nvSpPr>
          <p:cNvPr id="385" name="Rectangle 6"/>
          <p:cNvSpPr/>
          <p:nvPr/>
        </p:nvSpPr>
        <p:spPr>
          <a:xfrm>
            <a:off x="685800" y="6248520"/>
            <a:ext cx="1904760" cy="456840"/>
          </a:xfrm>
          <a:prstGeom prst="rect">
            <a:avLst/>
          </a:prstGeom>
          <a:noFill/>
          <a:ln w="0">
            <a:noFill/>
          </a:ln>
        </p:spPr>
        <p:style>
          <a:lnRef idx="0"/>
          <a:fillRef idx="0"/>
          <a:effectRef idx="0"/>
          <a:fontRef idx="minor"/>
        </p:style>
      </p:sp>
      <p:sp>
        <p:nvSpPr>
          <p:cNvPr id="386" name="Rectangle 7"/>
          <p:cNvSpPr/>
          <p:nvPr/>
        </p:nvSpPr>
        <p:spPr>
          <a:xfrm>
            <a:off x="3124080" y="6248520"/>
            <a:ext cx="2895120" cy="456840"/>
          </a:xfrm>
          <a:prstGeom prst="rect">
            <a:avLst/>
          </a:prstGeom>
          <a:noFill/>
          <a:ln w="0">
            <a:noFill/>
          </a:ln>
        </p:spPr>
        <p:style>
          <a:lnRef idx="0"/>
          <a:fillRef idx="0"/>
          <a:effectRef idx="0"/>
          <a:fontRef idx="minor"/>
        </p:style>
      </p:sp>
      <p:sp>
        <p:nvSpPr>
          <p:cNvPr id="387" name="Rectangle 8"/>
          <p:cNvSpPr/>
          <p:nvPr/>
        </p:nvSpPr>
        <p:spPr>
          <a:xfrm>
            <a:off x="685800" y="6248520"/>
            <a:ext cx="1904760" cy="456840"/>
          </a:xfrm>
          <a:prstGeom prst="rect">
            <a:avLst/>
          </a:prstGeom>
          <a:noFill/>
          <a:ln w="0">
            <a:noFill/>
          </a:ln>
        </p:spPr>
        <p:style>
          <a:lnRef idx="0"/>
          <a:fillRef idx="0"/>
          <a:effectRef idx="0"/>
          <a:fontRef idx="minor"/>
        </p:style>
      </p:sp>
      <p:sp>
        <p:nvSpPr>
          <p:cNvPr id="388" name="Rectangle 9"/>
          <p:cNvSpPr/>
          <p:nvPr/>
        </p:nvSpPr>
        <p:spPr>
          <a:xfrm>
            <a:off x="3124080" y="6248520"/>
            <a:ext cx="2895120" cy="456840"/>
          </a:xfrm>
          <a:prstGeom prst="rect">
            <a:avLst/>
          </a:prstGeom>
          <a:noFill/>
          <a:ln w="0">
            <a:noFill/>
          </a:ln>
        </p:spPr>
        <p:style>
          <a:lnRef idx="0"/>
          <a:fillRef idx="0"/>
          <a:effectRef idx="0"/>
          <a:fontRef idx="minor"/>
        </p:style>
      </p:sp>
      <p:sp>
        <p:nvSpPr>
          <p:cNvPr id="389" name="Rectangle 10"/>
          <p:cNvSpPr/>
          <p:nvPr/>
        </p:nvSpPr>
        <p:spPr>
          <a:xfrm>
            <a:off x="685800" y="6248520"/>
            <a:ext cx="1904760" cy="456840"/>
          </a:xfrm>
          <a:prstGeom prst="rect">
            <a:avLst/>
          </a:prstGeom>
          <a:noFill/>
          <a:ln w="0">
            <a:noFill/>
          </a:ln>
        </p:spPr>
        <p:style>
          <a:lnRef idx="0"/>
          <a:fillRef idx="0"/>
          <a:effectRef idx="0"/>
          <a:fontRef idx="minor"/>
        </p:style>
      </p:sp>
      <p:sp>
        <p:nvSpPr>
          <p:cNvPr id="390" name="Rectangle 11"/>
          <p:cNvSpPr/>
          <p:nvPr/>
        </p:nvSpPr>
        <p:spPr>
          <a:xfrm>
            <a:off x="3124080" y="6248520"/>
            <a:ext cx="2895120" cy="456840"/>
          </a:xfrm>
          <a:prstGeom prst="rect">
            <a:avLst/>
          </a:prstGeom>
          <a:noFill/>
          <a:ln w="0">
            <a:noFill/>
          </a:ln>
        </p:spPr>
        <p:style>
          <a:lnRef idx="0"/>
          <a:fillRef idx="0"/>
          <a:effectRef idx="0"/>
          <a:fontRef idx="minor"/>
        </p:style>
      </p:sp>
      <p:sp>
        <p:nvSpPr>
          <p:cNvPr id="391" name="Rectangle 12"/>
          <p:cNvSpPr/>
          <p:nvPr/>
        </p:nvSpPr>
        <p:spPr>
          <a:xfrm>
            <a:off x="685800" y="6248520"/>
            <a:ext cx="1904760" cy="456840"/>
          </a:xfrm>
          <a:prstGeom prst="rect">
            <a:avLst/>
          </a:prstGeom>
          <a:noFill/>
          <a:ln w="0">
            <a:noFill/>
          </a:ln>
        </p:spPr>
        <p:style>
          <a:lnRef idx="0"/>
          <a:fillRef idx="0"/>
          <a:effectRef idx="0"/>
          <a:fontRef idx="minor"/>
        </p:style>
      </p:sp>
      <p:sp>
        <p:nvSpPr>
          <p:cNvPr id="392" name="Rectangle 13"/>
          <p:cNvSpPr/>
          <p:nvPr/>
        </p:nvSpPr>
        <p:spPr>
          <a:xfrm>
            <a:off x="3124080" y="6248520"/>
            <a:ext cx="2895120" cy="456840"/>
          </a:xfrm>
          <a:prstGeom prst="rect">
            <a:avLst/>
          </a:prstGeom>
          <a:noFill/>
          <a:ln w="0">
            <a:noFill/>
          </a:ln>
        </p:spPr>
        <p:style>
          <a:lnRef idx="0"/>
          <a:fillRef idx="0"/>
          <a:effectRef idx="0"/>
          <a:fontRef idx="minor"/>
        </p:style>
      </p:sp>
      <p:sp>
        <p:nvSpPr>
          <p:cNvPr id="393" name="Rectangle 14"/>
          <p:cNvSpPr/>
          <p:nvPr/>
        </p:nvSpPr>
        <p:spPr>
          <a:xfrm>
            <a:off x="685800" y="6248520"/>
            <a:ext cx="1904760" cy="456840"/>
          </a:xfrm>
          <a:prstGeom prst="rect">
            <a:avLst/>
          </a:prstGeom>
          <a:noFill/>
          <a:ln w="0">
            <a:noFill/>
          </a:ln>
        </p:spPr>
        <p:style>
          <a:lnRef idx="0"/>
          <a:fillRef idx="0"/>
          <a:effectRef idx="0"/>
          <a:fontRef idx="minor"/>
        </p:style>
      </p:sp>
      <p:sp>
        <p:nvSpPr>
          <p:cNvPr id="394" name="Rectangle 15"/>
          <p:cNvSpPr/>
          <p:nvPr/>
        </p:nvSpPr>
        <p:spPr>
          <a:xfrm>
            <a:off x="3124080" y="6248520"/>
            <a:ext cx="2895120" cy="456840"/>
          </a:xfrm>
          <a:prstGeom prst="rect">
            <a:avLst/>
          </a:prstGeom>
          <a:noFill/>
          <a:ln w="0">
            <a:noFill/>
          </a:ln>
        </p:spPr>
        <p:style>
          <a:lnRef idx="0"/>
          <a:fillRef idx="0"/>
          <a:effectRef idx="0"/>
          <a:fontRef idx="minor"/>
        </p:style>
      </p:sp>
      <p:sp>
        <p:nvSpPr>
          <p:cNvPr id="395" name="PlaceHolder 2"/>
          <p:cNvSpPr>
            <a:spLocks noGrp="1"/>
          </p:cNvSpPr>
          <p:nvPr>
            <p:ph/>
          </p:nvPr>
        </p:nvSpPr>
        <p:spPr>
          <a:xfrm>
            <a:off x="414360" y="990720"/>
            <a:ext cx="8043480" cy="5409720"/>
          </a:xfrm>
          <a:prstGeom prst="rect">
            <a:avLst/>
          </a:prstGeom>
          <a:noFill/>
          <a:ln w="0">
            <a:noFill/>
          </a:ln>
        </p:spPr>
        <p:txBody>
          <a:bodyPr numCol="1" spcCol="0" anchor="t">
            <a:noAutofit/>
          </a:bodyPr>
          <a:p>
            <a:pPr>
              <a:lnSpc>
                <a:spcPct val="100000"/>
              </a:lnSpc>
              <a:spcBef>
                <a:spcPts val="564"/>
              </a:spcBef>
              <a:tabLst>
                <a:tab algn="l" pos="0"/>
              </a:tabLst>
            </a:pPr>
            <a:r>
              <a:rPr b="0" lang="en-US" sz="1800" spc="-1" strike="noStrike">
                <a:solidFill>
                  <a:srgbClr val="000000"/>
                </a:solidFill>
                <a:latin typeface="Calibri"/>
                <a:ea typeface="SimSun"/>
              </a:rPr>
              <a:t>.</a:t>
            </a:r>
            <a:endParaRPr b="0" lang="en-US" sz="1800" spc="-1" strike="noStrike">
              <a:solidFill>
                <a:srgbClr val="000000"/>
              </a:solidFill>
              <a:latin typeface="Arial"/>
            </a:endParaRPr>
          </a:p>
          <a:p>
            <a:pPr>
              <a:lnSpc>
                <a:spcPct val="100000"/>
              </a:lnSpc>
              <a:spcBef>
                <a:spcPts val="564"/>
              </a:spcBef>
              <a:tabLst>
                <a:tab algn="l" pos="0"/>
              </a:tabLst>
            </a:pPr>
            <a:endParaRPr b="0" lang="en-US" sz="1800" spc="-1" strike="noStrike">
              <a:solidFill>
                <a:srgbClr val="000000"/>
              </a:solidFill>
              <a:latin typeface="Arial"/>
            </a:endParaRPr>
          </a:p>
          <a:p>
            <a:pPr>
              <a:lnSpc>
                <a:spcPct val="100000"/>
              </a:lnSpc>
              <a:spcBef>
                <a:spcPts val="564"/>
              </a:spcBef>
              <a:tabLst>
                <a:tab algn="l" pos="0"/>
              </a:tabLst>
            </a:pPr>
            <a:endParaRPr b="0" lang="en-US" sz="1800" spc="-1" strike="noStrike">
              <a:solidFill>
                <a:srgbClr val="000000"/>
              </a:solidFill>
              <a:latin typeface="Arial"/>
            </a:endParaRPr>
          </a:p>
          <a:p>
            <a:pPr>
              <a:lnSpc>
                <a:spcPct val="100000"/>
              </a:lnSpc>
              <a:spcBef>
                <a:spcPts val="564"/>
              </a:spcBef>
              <a:tabLst>
                <a:tab algn="l" pos="0"/>
              </a:tabLst>
            </a:pPr>
            <a:endParaRPr b="0" lang="en-US" sz="1800" spc="-1" strike="noStrike">
              <a:solidFill>
                <a:srgbClr val="000000"/>
              </a:solidFill>
              <a:latin typeface="Arial"/>
            </a:endParaRPr>
          </a:p>
          <a:p>
            <a:pPr>
              <a:lnSpc>
                <a:spcPct val="100000"/>
              </a:lnSpc>
              <a:spcBef>
                <a:spcPts val="564"/>
              </a:spcBef>
              <a:tabLst>
                <a:tab algn="l" pos="0"/>
              </a:tabLst>
            </a:pPr>
            <a:endParaRPr b="0" lang="en-US" sz="1800" spc="-1" strike="noStrike">
              <a:solidFill>
                <a:srgbClr val="000000"/>
              </a:solidFill>
              <a:latin typeface="Arial"/>
            </a:endParaRPr>
          </a:p>
          <a:p>
            <a:pPr>
              <a:lnSpc>
                <a:spcPct val="100000"/>
              </a:lnSpc>
              <a:spcBef>
                <a:spcPts val="564"/>
              </a:spcBef>
              <a:tabLst>
                <a:tab algn="l" pos="0"/>
              </a:tabLst>
            </a:pPr>
            <a:endParaRPr b="0" lang="en-US" sz="1800" spc="-1" strike="noStrike">
              <a:solidFill>
                <a:srgbClr val="000000"/>
              </a:solidFill>
              <a:latin typeface="Arial"/>
            </a:endParaRPr>
          </a:p>
          <a:p>
            <a:pPr>
              <a:lnSpc>
                <a:spcPct val="100000"/>
              </a:lnSpc>
              <a:spcBef>
                <a:spcPts val="564"/>
              </a:spcBef>
              <a:tabLst>
                <a:tab algn="l" pos="0"/>
              </a:tabLst>
            </a:pPr>
            <a:endParaRPr b="0" lang="en-US" sz="1800" spc="-1" strike="noStrike">
              <a:solidFill>
                <a:srgbClr val="000000"/>
              </a:solidFill>
              <a:latin typeface="Arial"/>
            </a:endParaRPr>
          </a:p>
          <a:p>
            <a:pPr>
              <a:lnSpc>
                <a:spcPct val="100000"/>
              </a:lnSpc>
              <a:spcBef>
                <a:spcPts val="564"/>
              </a:spcBef>
              <a:tabLst>
                <a:tab algn="l" pos="0"/>
              </a:tabLst>
            </a:pPr>
            <a:endParaRPr b="0" lang="en-US" sz="1800" spc="-1" strike="noStrike">
              <a:solidFill>
                <a:srgbClr val="000000"/>
              </a:solidFill>
              <a:latin typeface="Arial"/>
            </a:endParaRPr>
          </a:p>
          <a:p>
            <a:pPr>
              <a:lnSpc>
                <a:spcPct val="100000"/>
              </a:lnSpc>
              <a:spcBef>
                <a:spcPts val="564"/>
              </a:spcBef>
              <a:tabLst>
                <a:tab algn="l" pos="0"/>
              </a:tabLst>
            </a:pPr>
            <a:endParaRPr b="0" lang="en-US" sz="1800" spc="-1" strike="noStrike">
              <a:solidFill>
                <a:srgbClr val="000000"/>
              </a:solidFill>
              <a:latin typeface="Arial"/>
            </a:endParaRPr>
          </a:p>
        </p:txBody>
      </p:sp>
      <p:pic>
        <p:nvPicPr>
          <p:cNvPr id="396" name="Picture 1" descr=""/>
          <p:cNvPicPr/>
          <p:nvPr/>
        </p:nvPicPr>
        <p:blipFill>
          <a:blip r:embed="rId1"/>
          <a:stretch/>
        </p:blipFill>
        <p:spPr>
          <a:xfrm>
            <a:off x="152640" y="1159200"/>
            <a:ext cx="8721720" cy="447912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Detailed Appropriately</a:t>
            </a:r>
            <a:br/>
            <a:endParaRPr b="0" lang="en-US" sz="3200" spc="-1" strike="noStrike">
              <a:solidFill>
                <a:srgbClr val="000000"/>
              </a:solidFill>
              <a:latin typeface="Times New Roman"/>
            </a:endParaRPr>
          </a:p>
        </p:txBody>
      </p:sp>
      <p:sp>
        <p:nvSpPr>
          <p:cNvPr id="398" name="Rectangle 2"/>
          <p:cNvSpPr/>
          <p:nvPr/>
        </p:nvSpPr>
        <p:spPr>
          <a:xfrm>
            <a:off x="685800" y="6248520"/>
            <a:ext cx="1904760" cy="456840"/>
          </a:xfrm>
          <a:prstGeom prst="rect">
            <a:avLst/>
          </a:prstGeom>
          <a:noFill/>
          <a:ln w="0">
            <a:noFill/>
          </a:ln>
        </p:spPr>
        <p:style>
          <a:lnRef idx="0"/>
          <a:fillRef idx="0"/>
          <a:effectRef idx="0"/>
          <a:fontRef idx="minor"/>
        </p:style>
      </p:sp>
      <p:sp>
        <p:nvSpPr>
          <p:cNvPr id="399" name="Rectangle 3"/>
          <p:cNvSpPr/>
          <p:nvPr/>
        </p:nvSpPr>
        <p:spPr>
          <a:xfrm>
            <a:off x="3124080" y="6248520"/>
            <a:ext cx="2895120" cy="456840"/>
          </a:xfrm>
          <a:prstGeom prst="rect">
            <a:avLst/>
          </a:prstGeom>
          <a:noFill/>
          <a:ln w="0">
            <a:noFill/>
          </a:ln>
        </p:spPr>
        <p:style>
          <a:lnRef idx="0"/>
          <a:fillRef idx="0"/>
          <a:effectRef idx="0"/>
          <a:fontRef idx="minor"/>
        </p:style>
      </p:sp>
      <p:sp>
        <p:nvSpPr>
          <p:cNvPr id="400" name="Rectangle 4"/>
          <p:cNvSpPr/>
          <p:nvPr/>
        </p:nvSpPr>
        <p:spPr>
          <a:xfrm>
            <a:off x="685800" y="6248520"/>
            <a:ext cx="1904760" cy="456840"/>
          </a:xfrm>
          <a:prstGeom prst="rect">
            <a:avLst/>
          </a:prstGeom>
          <a:noFill/>
          <a:ln w="0">
            <a:noFill/>
          </a:ln>
        </p:spPr>
        <p:style>
          <a:lnRef idx="0"/>
          <a:fillRef idx="0"/>
          <a:effectRef idx="0"/>
          <a:fontRef idx="minor"/>
        </p:style>
      </p:sp>
      <p:sp>
        <p:nvSpPr>
          <p:cNvPr id="401" name="Rectangle 5"/>
          <p:cNvSpPr/>
          <p:nvPr/>
        </p:nvSpPr>
        <p:spPr>
          <a:xfrm>
            <a:off x="3124080" y="6248520"/>
            <a:ext cx="2895120" cy="456840"/>
          </a:xfrm>
          <a:prstGeom prst="rect">
            <a:avLst/>
          </a:prstGeom>
          <a:noFill/>
          <a:ln w="0">
            <a:noFill/>
          </a:ln>
        </p:spPr>
        <p:style>
          <a:lnRef idx="0"/>
          <a:fillRef idx="0"/>
          <a:effectRef idx="0"/>
          <a:fontRef idx="minor"/>
        </p:style>
      </p:sp>
      <p:sp>
        <p:nvSpPr>
          <p:cNvPr id="402" name="Rectangle 6"/>
          <p:cNvSpPr/>
          <p:nvPr/>
        </p:nvSpPr>
        <p:spPr>
          <a:xfrm>
            <a:off x="685800" y="6248520"/>
            <a:ext cx="1904760" cy="456840"/>
          </a:xfrm>
          <a:prstGeom prst="rect">
            <a:avLst/>
          </a:prstGeom>
          <a:noFill/>
          <a:ln w="0">
            <a:noFill/>
          </a:ln>
        </p:spPr>
        <p:style>
          <a:lnRef idx="0"/>
          <a:fillRef idx="0"/>
          <a:effectRef idx="0"/>
          <a:fontRef idx="minor"/>
        </p:style>
      </p:sp>
      <p:sp>
        <p:nvSpPr>
          <p:cNvPr id="403" name="Rectangle 7"/>
          <p:cNvSpPr/>
          <p:nvPr/>
        </p:nvSpPr>
        <p:spPr>
          <a:xfrm>
            <a:off x="3124080" y="6248520"/>
            <a:ext cx="2895120" cy="456840"/>
          </a:xfrm>
          <a:prstGeom prst="rect">
            <a:avLst/>
          </a:prstGeom>
          <a:noFill/>
          <a:ln w="0">
            <a:noFill/>
          </a:ln>
        </p:spPr>
        <p:style>
          <a:lnRef idx="0"/>
          <a:fillRef idx="0"/>
          <a:effectRef idx="0"/>
          <a:fontRef idx="minor"/>
        </p:style>
      </p:sp>
      <p:sp>
        <p:nvSpPr>
          <p:cNvPr id="404" name="Rectangle 8"/>
          <p:cNvSpPr/>
          <p:nvPr/>
        </p:nvSpPr>
        <p:spPr>
          <a:xfrm>
            <a:off x="685800" y="6248520"/>
            <a:ext cx="1904760" cy="456840"/>
          </a:xfrm>
          <a:prstGeom prst="rect">
            <a:avLst/>
          </a:prstGeom>
          <a:noFill/>
          <a:ln w="0">
            <a:noFill/>
          </a:ln>
        </p:spPr>
        <p:style>
          <a:lnRef idx="0"/>
          <a:fillRef idx="0"/>
          <a:effectRef idx="0"/>
          <a:fontRef idx="minor"/>
        </p:style>
      </p:sp>
      <p:sp>
        <p:nvSpPr>
          <p:cNvPr id="405" name="Rectangle 9"/>
          <p:cNvSpPr/>
          <p:nvPr/>
        </p:nvSpPr>
        <p:spPr>
          <a:xfrm>
            <a:off x="3124080" y="6248520"/>
            <a:ext cx="2895120" cy="456840"/>
          </a:xfrm>
          <a:prstGeom prst="rect">
            <a:avLst/>
          </a:prstGeom>
          <a:noFill/>
          <a:ln w="0">
            <a:noFill/>
          </a:ln>
        </p:spPr>
        <p:style>
          <a:lnRef idx="0"/>
          <a:fillRef idx="0"/>
          <a:effectRef idx="0"/>
          <a:fontRef idx="minor"/>
        </p:style>
      </p:sp>
      <p:sp>
        <p:nvSpPr>
          <p:cNvPr id="406" name="Rectangle 10"/>
          <p:cNvSpPr/>
          <p:nvPr/>
        </p:nvSpPr>
        <p:spPr>
          <a:xfrm>
            <a:off x="685800" y="6248520"/>
            <a:ext cx="1904760" cy="456840"/>
          </a:xfrm>
          <a:prstGeom prst="rect">
            <a:avLst/>
          </a:prstGeom>
          <a:noFill/>
          <a:ln w="0">
            <a:noFill/>
          </a:ln>
        </p:spPr>
        <p:style>
          <a:lnRef idx="0"/>
          <a:fillRef idx="0"/>
          <a:effectRef idx="0"/>
          <a:fontRef idx="minor"/>
        </p:style>
      </p:sp>
      <p:sp>
        <p:nvSpPr>
          <p:cNvPr id="407" name="Rectangle 11"/>
          <p:cNvSpPr/>
          <p:nvPr/>
        </p:nvSpPr>
        <p:spPr>
          <a:xfrm>
            <a:off x="3124080" y="6248520"/>
            <a:ext cx="2895120" cy="456840"/>
          </a:xfrm>
          <a:prstGeom prst="rect">
            <a:avLst/>
          </a:prstGeom>
          <a:noFill/>
          <a:ln w="0">
            <a:noFill/>
          </a:ln>
        </p:spPr>
        <p:style>
          <a:lnRef idx="0"/>
          <a:fillRef idx="0"/>
          <a:effectRef idx="0"/>
          <a:fontRef idx="minor"/>
        </p:style>
      </p:sp>
      <p:sp>
        <p:nvSpPr>
          <p:cNvPr id="408" name="Rectangle 12"/>
          <p:cNvSpPr/>
          <p:nvPr/>
        </p:nvSpPr>
        <p:spPr>
          <a:xfrm>
            <a:off x="685800" y="6248520"/>
            <a:ext cx="1904760" cy="456840"/>
          </a:xfrm>
          <a:prstGeom prst="rect">
            <a:avLst/>
          </a:prstGeom>
          <a:noFill/>
          <a:ln w="0">
            <a:noFill/>
          </a:ln>
        </p:spPr>
        <p:style>
          <a:lnRef idx="0"/>
          <a:fillRef idx="0"/>
          <a:effectRef idx="0"/>
          <a:fontRef idx="minor"/>
        </p:style>
      </p:sp>
      <p:sp>
        <p:nvSpPr>
          <p:cNvPr id="409" name="Rectangle 13"/>
          <p:cNvSpPr/>
          <p:nvPr/>
        </p:nvSpPr>
        <p:spPr>
          <a:xfrm>
            <a:off x="3124080" y="6248520"/>
            <a:ext cx="2895120" cy="456840"/>
          </a:xfrm>
          <a:prstGeom prst="rect">
            <a:avLst/>
          </a:prstGeom>
          <a:noFill/>
          <a:ln w="0">
            <a:noFill/>
          </a:ln>
        </p:spPr>
        <p:style>
          <a:lnRef idx="0"/>
          <a:fillRef idx="0"/>
          <a:effectRef idx="0"/>
          <a:fontRef idx="minor"/>
        </p:style>
      </p:sp>
      <p:sp>
        <p:nvSpPr>
          <p:cNvPr id="410" name="Rectangle 14"/>
          <p:cNvSpPr/>
          <p:nvPr/>
        </p:nvSpPr>
        <p:spPr>
          <a:xfrm>
            <a:off x="685800" y="6248520"/>
            <a:ext cx="1904760" cy="456840"/>
          </a:xfrm>
          <a:prstGeom prst="rect">
            <a:avLst/>
          </a:prstGeom>
          <a:noFill/>
          <a:ln w="0">
            <a:noFill/>
          </a:ln>
        </p:spPr>
        <p:style>
          <a:lnRef idx="0"/>
          <a:fillRef idx="0"/>
          <a:effectRef idx="0"/>
          <a:fontRef idx="minor"/>
        </p:style>
      </p:sp>
      <p:sp>
        <p:nvSpPr>
          <p:cNvPr id="411" name="Rectangle 15"/>
          <p:cNvSpPr/>
          <p:nvPr/>
        </p:nvSpPr>
        <p:spPr>
          <a:xfrm>
            <a:off x="3124080" y="6248520"/>
            <a:ext cx="2895120" cy="456840"/>
          </a:xfrm>
          <a:prstGeom prst="rect">
            <a:avLst/>
          </a:prstGeom>
          <a:noFill/>
          <a:ln w="0">
            <a:noFill/>
          </a:ln>
        </p:spPr>
        <p:style>
          <a:lnRef idx="0"/>
          <a:fillRef idx="0"/>
          <a:effectRef idx="0"/>
          <a:fontRef idx="minor"/>
        </p:style>
      </p:sp>
      <p:pic>
        <p:nvPicPr>
          <p:cNvPr id="412" name="Picture 3" descr=""/>
          <p:cNvPicPr/>
          <p:nvPr/>
        </p:nvPicPr>
        <p:blipFill>
          <a:blip r:embed="rId1"/>
          <a:stretch/>
        </p:blipFill>
        <p:spPr>
          <a:xfrm>
            <a:off x="452520" y="1023840"/>
            <a:ext cx="8462160" cy="52239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Estimated</a:t>
            </a:r>
            <a:br/>
            <a:endParaRPr b="0" lang="en-US" sz="3200" spc="-1" strike="noStrike">
              <a:solidFill>
                <a:srgbClr val="000000"/>
              </a:solidFill>
              <a:latin typeface="Times New Roman"/>
            </a:endParaRPr>
          </a:p>
        </p:txBody>
      </p:sp>
      <p:sp>
        <p:nvSpPr>
          <p:cNvPr id="414" name="Rectangle 2"/>
          <p:cNvSpPr/>
          <p:nvPr/>
        </p:nvSpPr>
        <p:spPr>
          <a:xfrm>
            <a:off x="685800" y="6248520"/>
            <a:ext cx="1904760" cy="456840"/>
          </a:xfrm>
          <a:prstGeom prst="rect">
            <a:avLst/>
          </a:prstGeom>
          <a:noFill/>
          <a:ln w="0">
            <a:noFill/>
          </a:ln>
        </p:spPr>
        <p:style>
          <a:lnRef idx="0"/>
          <a:fillRef idx="0"/>
          <a:effectRef idx="0"/>
          <a:fontRef idx="minor"/>
        </p:style>
      </p:sp>
      <p:sp>
        <p:nvSpPr>
          <p:cNvPr id="415" name="Rectangle 3"/>
          <p:cNvSpPr/>
          <p:nvPr/>
        </p:nvSpPr>
        <p:spPr>
          <a:xfrm>
            <a:off x="3124080" y="6248520"/>
            <a:ext cx="2895120" cy="456840"/>
          </a:xfrm>
          <a:prstGeom prst="rect">
            <a:avLst/>
          </a:prstGeom>
          <a:noFill/>
          <a:ln w="0">
            <a:noFill/>
          </a:ln>
        </p:spPr>
        <p:style>
          <a:lnRef idx="0"/>
          <a:fillRef idx="0"/>
          <a:effectRef idx="0"/>
          <a:fontRef idx="minor"/>
        </p:style>
      </p:sp>
      <p:sp>
        <p:nvSpPr>
          <p:cNvPr id="416" name="Rectangle 4"/>
          <p:cNvSpPr/>
          <p:nvPr/>
        </p:nvSpPr>
        <p:spPr>
          <a:xfrm>
            <a:off x="685800" y="6248520"/>
            <a:ext cx="1904760" cy="456840"/>
          </a:xfrm>
          <a:prstGeom prst="rect">
            <a:avLst/>
          </a:prstGeom>
          <a:noFill/>
          <a:ln w="0">
            <a:noFill/>
          </a:ln>
        </p:spPr>
        <p:style>
          <a:lnRef idx="0"/>
          <a:fillRef idx="0"/>
          <a:effectRef idx="0"/>
          <a:fontRef idx="minor"/>
        </p:style>
      </p:sp>
      <p:sp>
        <p:nvSpPr>
          <p:cNvPr id="417" name="Rectangle 5"/>
          <p:cNvSpPr/>
          <p:nvPr/>
        </p:nvSpPr>
        <p:spPr>
          <a:xfrm>
            <a:off x="3124080" y="6248520"/>
            <a:ext cx="2895120" cy="456840"/>
          </a:xfrm>
          <a:prstGeom prst="rect">
            <a:avLst/>
          </a:prstGeom>
          <a:noFill/>
          <a:ln w="0">
            <a:noFill/>
          </a:ln>
        </p:spPr>
        <p:style>
          <a:lnRef idx="0"/>
          <a:fillRef idx="0"/>
          <a:effectRef idx="0"/>
          <a:fontRef idx="minor"/>
        </p:style>
      </p:sp>
      <p:sp>
        <p:nvSpPr>
          <p:cNvPr id="418" name="Rectangle 6"/>
          <p:cNvSpPr/>
          <p:nvPr/>
        </p:nvSpPr>
        <p:spPr>
          <a:xfrm>
            <a:off x="685800" y="6248520"/>
            <a:ext cx="1904760" cy="456840"/>
          </a:xfrm>
          <a:prstGeom prst="rect">
            <a:avLst/>
          </a:prstGeom>
          <a:noFill/>
          <a:ln w="0">
            <a:noFill/>
          </a:ln>
        </p:spPr>
        <p:style>
          <a:lnRef idx="0"/>
          <a:fillRef idx="0"/>
          <a:effectRef idx="0"/>
          <a:fontRef idx="minor"/>
        </p:style>
      </p:sp>
      <p:sp>
        <p:nvSpPr>
          <p:cNvPr id="419" name="Rectangle 7"/>
          <p:cNvSpPr/>
          <p:nvPr/>
        </p:nvSpPr>
        <p:spPr>
          <a:xfrm>
            <a:off x="3124080" y="6248520"/>
            <a:ext cx="2895120" cy="456840"/>
          </a:xfrm>
          <a:prstGeom prst="rect">
            <a:avLst/>
          </a:prstGeom>
          <a:noFill/>
          <a:ln w="0">
            <a:noFill/>
          </a:ln>
        </p:spPr>
        <p:style>
          <a:lnRef idx="0"/>
          <a:fillRef idx="0"/>
          <a:effectRef idx="0"/>
          <a:fontRef idx="minor"/>
        </p:style>
      </p:sp>
      <p:sp>
        <p:nvSpPr>
          <p:cNvPr id="420" name="Rectangle 8"/>
          <p:cNvSpPr/>
          <p:nvPr/>
        </p:nvSpPr>
        <p:spPr>
          <a:xfrm>
            <a:off x="685800" y="6248520"/>
            <a:ext cx="1904760" cy="456840"/>
          </a:xfrm>
          <a:prstGeom prst="rect">
            <a:avLst/>
          </a:prstGeom>
          <a:noFill/>
          <a:ln w="0">
            <a:noFill/>
          </a:ln>
        </p:spPr>
        <p:style>
          <a:lnRef idx="0"/>
          <a:fillRef idx="0"/>
          <a:effectRef idx="0"/>
          <a:fontRef idx="minor"/>
        </p:style>
      </p:sp>
      <p:sp>
        <p:nvSpPr>
          <p:cNvPr id="421" name="Rectangle 9"/>
          <p:cNvSpPr/>
          <p:nvPr/>
        </p:nvSpPr>
        <p:spPr>
          <a:xfrm>
            <a:off x="3124080" y="6248520"/>
            <a:ext cx="2895120" cy="456840"/>
          </a:xfrm>
          <a:prstGeom prst="rect">
            <a:avLst/>
          </a:prstGeom>
          <a:noFill/>
          <a:ln w="0">
            <a:noFill/>
          </a:ln>
        </p:spPr>
        <p:style>
          <a:lnRef idx="0"/>
          <a:fillRef idx="0"/>
          <a:effectRef idx="0"/>
          <a:fontRef idx="minor"/>
        </p:style>
      </p:sp>
      <p:sp>
        <p:nvSpPr>
          <p:cNvPr id="422" name="Rectangle 10"/>
          <p:cNvSpPr/>
          <p:nvPr/>
        </p:nvSpPr>
        <p:spPr>
          <a:xfrm>
            <a:off x="685800" y="6248520"/>
            <a:ext cx="1904760" cy="456840"/>
          </a:xfrm>
          <a:prstGeom prst="rect">
            <a:avLst/>
          </a:prstGeom>
          <a:noFill/>
          <a:ln w="0">
            <a:noFill/>
          </a:ln>
        </p:spPr>
        <p:style>
          <a:lnRef idx="0"/>
          <a:fillRef idx="0"/>
          <a:effectRef idx="0"/>
          <a:fontRef idx="minor"/>
        </p:style>
      </p:sp>
      <p:sp>
        <p:nvSpPr>
          <p:cNvPr id="423" name="Rectangle 11"/>
          <p:cNvSpPr/>
          <p:nvPr/>
        </p:nvSpPr>
        <p:spPr>
          <a:xfrm>
            <a:off x="3124080" y="6248520"/>
            <a:ext cx="2895120" cy="456840"/>
          </a:xfrm>
          <a:prstGeom prst="rect">
            <a:avLst/>
          </a:prstGeom>
          <a:noFill/>
          <a:ln w="0">
            <a:noFill/>
          </a:ln>
        </p:spPr>
        <p:style>
          <a:lnRef idx="0"/>
          <a:fillRef idx="0"/>
          <a:effectRef idx="0"/>
          <a:fontRef idx="minor"/>
        </p:style>
      </p:sp>
      <p:sp>
        <p:nvSpPr>
          <p:cNvPr id="424" name="Rectangle 12"/>
          <p:cNvSpPr/>
          <p:nvPr/>
        </p:nvSpPr>
        <p:spPr>
          <a:xfrm>
            <a:off x="685800" y="6248520"/>
            <a:ext cx="1904760" cy="456840"/>
          </a:xfrm>
          <a:prstGeom prst="rect">
            <a:avLst/>
          </a:prstGeom>
          <a:noFill/>
          <a:ln w="0">
            <a:noFill/>
          </a:ln>
        </p:spPr>
        <p:style>
          <a:lnRef idx="0"/>
          <a:fillRef idx="0"/>
          <a:effectRef idx="0"/>
          <a:fontRef idx="minor"/>
        </p:style>
      </p:sp>
      <p:sp>
        <p:nvSpPr>
          <p:cNvPr id="425" name="Rectangle 13"/>
          <p:cNvSpPr/>
          <p:nvPr/>
        </p:nvSpPr>
        <p:spPr>
          <a:xfrm>
            <a:off x="3124080" y="6248520"/>
            <a:ext cx="2895120" cy="456840"/>
          </a:xfrm>
          <a:prstGeom prst="rect">
            <a:avLst/>
          </a:prstGeom>
          <a:noFill/>
          <a:ln w="0">
            <a:noFill/>
          </a:ln>
        </p:spPr>
        <p:style>
          <a:lnRef idx="0"/>
          <a:fillRef idx="0"/>
          <a:effectRef idx="0"/>
          <a:fontRef idx="minor"/>
        </p:style>
      </p:sp>
      <p:sp>
        <p:nvSpPr>
          <p:cNvPr id="426" name="Rectangle 14"/>
          <p:cNvSpPr/>
          <p:nvPr/>
        </p:nvSpPr>
        <p:spPr>
          <a:xfrm>
            <a:off x="685800" y="6248520"/>
            <a:ext cx="1904760" cy="456840"/>
          </a:xfrm>
          <a:prstGeom prst="rect">
            <a:avLst/>
          </a:prstGeom>
          <a:noFill/>
          <a:ln w="0">
            <a:noFill/>
          </a:ln>
        </p:spPr>
        <p:style>
          <a:lnRef idx="0"/>
          <a:fillRef idx="0"/>
          <a:effectRef idx="0"/>
          <a:fontRef idx="minor"/>
        </p:style>
      </p:sp>
      <p:sp>
        <p:nvSpPr>
          <p:cNvPr id="427" name="Rectangle 15"/>
          <p:cNvSpPr/>
          <p:nvPr/>
        </p:nvSpPr>
        <p:spPr>
          <a:xfrm>
            <a:off x="3124080" y="6248520"/>
            <a:ext cx="2895120" cy="456840"/>
          </a:xfrm>
          <a:prstGeom prst="rect">
            <a:avLst/>
          </a:prstGeom>
          <a:noFill/>
          <a:ln w="0">
            <a:noFill/>
          </a:ln>
        </p:spPr>
        <p:style>
          <a:lnRef idx="0"/>
          <a:fillRef idx="0"/>
          <a:effectRef idx="0"/>
          <a:fontRef idx="minor"/>
        </p:style>
      </p:sp>
      <p:pic>
        <p:nvPicPr>
          <p:cNvPr id="428" name="Picture 1" descr=""/>
          <p:cNvPicPr/>
          <p:nvPr/>
        </p:nvPicPr>
        <p:blipFill>
          <a:blip r:embed="rId1"/>
          <a:stretch/>
        </p:blipFill>
        <p:spPr>
          <a:xfrm>
            <a:off x="304920" y="1247760"/>
            <a:ext cx="8457480" cy="45568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Emergent</a:t>
            </a:r>
            <a:br/>
            <a:endParaRPr b="0" lang="en-US" sz="3200" spc="-1" strike="noStrike">
              <a:solidFill>
                <a:srgbClr val="000000"/>
              </a:solidFill>
              <a:latin typeface="Times New Roman"/>
            </a:endParaRPr>
          </a:p>
        </p:txBody>
      </p:sp>
      <p:sp>
        <p:nvSpPr>
          <p:cNvPr id="430" name="Rectangle 2"/>
          <p:cNvSpPr/>
          <p:nvPr/>
        </p:nvSpPr>
        <p:spPr>
          <a:xfrm>
            <a:off x="685800" y="6248520"/>
            <a:ext cx="1904760" cy="456840"/>
          </a:xfrm>
          <a:prstGeom prst="rect">
            <a:avLst/>
          </a:prstGeom>
          <a:noFill/>
          <a:ln w="0">
            <a:noFill/>
          </a:ln>
        </p:spPr>
        <p:style>
          <a:lnRef idx="0"/>
          <a:fillRef idx="0"/>
          <a:effectRef idx="0"/>
          <a:fontRef idx="minor"/>
        </p:style>
      </p:sp>
      <p:sp>
        <p:nvSpPr>
          <p:cNvPr id="431" name="Rectangle 3"/>
          <p:cNvSpPr/>
          <p:nvPr/>
        </p:nvSpPr>
        <p:spPr>
          <a:xfrm>
            <a:off x="3124080" y="6248520"/>
            <a:ext cx="2895120" cy="456840"/>
          </a:xfrm>
          <a:prstGeom prst="rect">
            <a:avLst/>
          </a:prstGeom>
          <a:noFill/>
          <a:ln w="0">
            <a:noFill/>
          </a:ln>
        </p:spPr>
        <p:style>
          <a:lnRef idx="0"/>
          <a:fillRef idx="0"/>
          <a:effectRef idx="0"/>
          <a:fontRef idx="minor"/>
        </p:style>
      </p:sp>
      <p:sp>
        <p:nvSpPr>
          <p:cNvPr id="432" name="Rectangle 4"/>
          <p:cNvSpPr/>
          <p:nvPr/>
        </p:nvSpPr>
        <p:spPr>
          <a:xfrm>
            <a:off x="685800" y="6248520"/>
            <a:ext cx="1904760" cy="456840"/>
          </a:xfrm>
          <a:prstGeom prst="rect">
            <a:avLst/>
          </a:prstGeom>
          <a:noFill/>
          <a:ln w="0">
            <a:noFill/>
          </a:ln>
        </p:spPr>
        <p:style>
          <a:lnRef idx="0"/>
          <a:fillRef idx="0"/>
          <a:effectRef idx="0"/>
          <a:fontRef idx="minor"/>
        </p:style>
      </p:sp>
      <p:sp>
        <p:nvSpPr>
          <p:cNvPr id="433" name="Rectangle 5"/>
          <p:cNvSpPr/>
          <p:nvPr/>
        </p:nvSpPr>
        <p:spPr>
          <a:xfrm>
            <a:off x="3124080" y="6248520"/>
            <a:ext cx="2895120" cy="456840"/>
          </a:xfrm>
          <a:prstGeom prst="rect">
            <a:avLst/>
          </a:prstGeom>
          <a:noFill/>
          <a:ln w="0">
            <a:noFill/>
          </a:ln>
        </p:spPr>
        <p:style>
          <a:lnRef idx="0"/>
          <a:fillRef idx="0"/>
          <a:effectRef idx="0"/>
          <a:fontRef idx="minor"/>
        </p:style>
      </p:sp>
      <p:sp>
        <p:nvSpPr>
          <p:cNvPr id="434" name="Rectangle 6"/>
          <p:cNvSpPr/>
          <p:nvPr/>
        </p:nvSpPr>
        <p:spPr>
          <a:xfrm>
            <a:off x="685800" y="6248520"/>
            <a:ext cx="1904760" cy="456840"/>
          </a:xfrm>
          <a:prstGeom prst="rect">
            <a:avLst/>
          </a:prstGeom>
          <a:noFill/>
          <a:ln w="0">
            <a:noFill/>
          </a:ln>
        </p:spPr>
        <p:style>
          <a:lnRef idx="0"/>
          <a:fillRef idx="0"/>
          <a:effectRef idx="0"/>
          <a:fontRef idx="minor"/>
        </p:style>
      </p:sp>
      <p:sp>
        <p:nvSpPr>
          <p:cNvPr id="435" name="Rectangle 7"/>
          <p:cNvSpPr/>
          <p:nvPr/>
        </p:nvSpPr>
        <p:spPr>
          <a:xfrm>
            <a:off x="3124080" y="6248520"/>
            <a:ext cx="2895120" cy="456840"/>
          </a:xfrm>
          <a:prstGeom prst="rect">
            <a:avLst/>
          </a:prstGeom>
          <a:noFill/>
          <a:ln w="0">
            <a:noFill/>
          </a:ln>
        </p:spPr>
        <p:style>
          <a:lnRef idx="0"/>
          <a:fillRef idx="0"/>
          <a:effectRef idx="0"/>
          <a:fontRef idx="minor"/>
        </p:style>
      </p:sp>
      <p:sp>
        <p:nvSpPr>
          <p:cNvPr id="436" name="Rectangle 8"/>
          <p:cNvSpPr/>
          <p:nvPr/>
        </p:nvSpPr>
        <p:spPr>
          <a:xfrm>
            <a:off x="685800" y="6248520"/>
            <a:ext cx="1904760" cy="456840"/>
          </a:xfrm>
          <a:prstGeom prst="rect">
            <a:avLst/>
          </a:prstGeom>
          <a:noFill/>
          <a:ln w="0">
            <a:noFill/>
          </a:ln>
        </p:spPr>
        <p:style>
          <a:lnRef idx="0"/>
          <a:fillRef idx="0"/>
          <a:effectRef idx="0"/>
          <a:fontRef idx="minor"/>
        </p:style>
      </p:sp>
      <p:sp>
        <p:nvSpPr>
          <p:cNvPr id="437" name="Rectangle 9"/>
          <p:cNvSpPr/>
          <p:nvPr/>
        </p:nvSpPr>
        <p:spPr>
          <a:xfrm>
            <a:off x="3124080" y="6248520"/>
            <a:ext cx="2895120" cy="456840"/>
          </a:xfrm>
          <a:prstGeom prst="rect">
            <a:avLst/>
          </a:prstGeom>
          <a:noFill/>
          <a:ln w="0">
            <a:noFill/>
          </a:ln>
        </p:spPr>
        <p:style>
          <a:lnRef idx="0"/>
          <a:fillRef idx="0"/>
          <a:effectRef idx="0"/>
          <a:fontRef idx="minor"/>
        </p:style>
      </p:sp>
      <p:sp>
        <p:nvSpPr>
          <p:cNvPr id="438" name="Rectangle 10"/>
          <p:cNvSpPr/>
          <p:nvPr/>
        </p:nvSpPr>
        <p:spPr>
          <a:xfrm>
            <a:off x="685800" y="6248520"/>
            <a:ext cx="1904760" cy="456840"/>
          </a:xfrm>
          <a:prstGeom prst="rect">
            <a:avLst/>
          </a:prstGeom>
          <a:noFill/>
          <a:ln w="0">
            <a:noFill/>
          </a:ln>
        </p:spPr>
        <p:style>
          <a:lnRef idx="0"/>
          <a:fillRef idx="0"/>
          <a:effectRef idx="0"/>
          <a:fontRef idx="minor"/>
        </p:style>
      </p:sp>
      <p:sp>
        <p:nvSpPr>
          <p:cNvPr id="439" name="Rectangle 11"/>
          <p:cNvSpPr/>
          <p:nvPr/>
        </p:nvSpPr>
        <p:spPr>
          <a:xfrm>
            <a:off x="3124080" y="6248520"/>
            <a:ext cx="2895120" cy="456840"/>
          </a:xfrm>
          <a:prstGeom prst="rect">
            <a:avLst/>
          </a:prstGeom>
          <a:noFill/>
          <a:ln w="0">
            <a:noFill/>
          </a:ln>
        </p:spPr>
        <p:style>
          <a:lnRef idx="0"/>
          <a:fillRef idx="0"/>
          <a:effectRef idx="0"/>
          <a:fontRef idx="minor"/>
        </p:style>
      </p:sp>
      <p:sp>
        <p:nvSpPr>
          <p:cNvPr id="440" name="Rectangle 12"/>
          <p:cNvSpPr/>
          <p:nvPr/>
        </p:nvSpPr>
        <p:spPr>
          <a:xfrm>
            <a:off x="685800" y="6248520"/>
            <a:ext cx="1904760" cy="456840"/>
          </a:xfrm>
          <a:prstGeom prst="rect">
            <a:avLst/>
          </a:prstGeom>
          <a:noFill/>
          <a:ln w="0">
            <a:noFill/>
          </a:ln>
        </p:spPr>
        <p:style>
          <a:lnRef idx="0"/>
          <a:fillRef idx="0"/>
          <a:effectRef idx="0"/>
          <a:fontRef idx="minor"/>
        </p:style>
      </p:sp>
      <p:sp>
        <p:nvSpPr>
          <p:cNvPr id="441" name="Rectangle 13"/>
          <p:cNvSpPr/>
          <p:nvPr/>
        </p:nvSpPr>
        <p:spPr>
          <a:xfrm>
            <a:off x="3124080" y="6248520"/>
            <a:ext cx="2895120" cy="456840"/>
          </a:xfrm>
          <a:prstGeom prst="rect">
            <a:avLst/>
          </a:prstGeom>
          <a:noFill/>
          <a:ln w="0">
            <a:noFill/>
          </a:ln>
        </p:spPr>
        <p:style>
          <a:lnRef idx="0"/>
          <a:fillRef idx="0"/>
          <a:effectRef idx="0"/>
          <a:fontRef idx="minor"/>
        </p:style>
      </p:sp>
      <p:sp>
        <p:nvSpPr>
          <p:cNvPr id="442" name="Rectangle 14"/>
          <p:cNvSpPr/>
          <p:nvPr/>
        </p:nvSpPr>
        <p:spPr>
          <a:xfrm>
            <a:off x="685800" y="6248520"/>
            <a:ext cx="1904760" cy="456840"/>
          </a:xfrm>
          <a:prstGeom prst="rect">
            <a:avLst/>
          </a:prstGeom>
          <a:noFill/>
          <a:ln w="0">
            <a:noFill/>
          </a:ln>
        </p:spPr>
        <p:style>
          <a:lnRef idx="0"/>
          <a:fillRef idx="0"/>
          <a:effectRef idx="0"/>
          <a:fontRef idx="minor"/>
        </p:style>
      </p:sp>
      <p:sp>
        <p:nvSpPr>
          <p:cNvPr id="443" name="Rectangle 15"/>
          <p:cNvSpPr/>
          <p:nvPr/>
        </p:nvSpPr>
        <p:spPr>
          <a:xfrm>
            <a:off x="3124080" y="6248520"/>
            <a:ext cx="2895120" cy="456840"/>
          </a:xfrm>
          <a:prstGeom prst="rect">
            <a:avLst/>
          </a:prstGeom>
          <a:noFill/>
          <a:ln w="0">
            <a:noFill/>
          </a:ln>
        </p:spPr>
        <p:style>
          <a:lnRef idx="0"/>
          <a:fillRef idx="0"/>
          <a:effectRef idx="0"/>
          <a:fontRef idx="minor"/>
        </p:style>
      </p:sp>
      <p:pic>
        <p:nvPicPr>
          <p:cNvPr id="444" name="Picture 1" descr=""/>
          <p:cNvPicPr/>
          <p:nvPr/>
        </p:nvPicPr>
        <p:blipFill>
          <a:blip r:embed="rId1"/>
          <a:stretch/>
        </p:blipFill>
        <p:spPr>
          <a:xfrm>
            <a:off x="762120" y="1200240"/>
            <a:ext cx="7981200" cy="504792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Prioritized</a:t>
            </a:r>
            <a:br/>
            <a:endParaRPr b="0" lang="en-US" sz="3200" spc="-1" strike="noStrike">
              <a:solidFill>
                <a:srgbClr val="000000"/>
              </a:solidFill>
              <a:latin typeface="Times New Roman"/>
            </a:endParaRPr>
          </a:p>
        </p:txBody>
      </p:sp>
      <p:sp>
        <p:nvSpPr>
          <p:cNvPr id="446" name="Rectangle 2"/>
          <p:cNvSpPr/>
          <p:nvPr/>
        </p:nvSpPr>
        <p:spPr>
          <a:xfrm>
            <a:off x="685800" y="6248520"/>
            <a:ext cx="1904760" cy="456840"/>
          </a:xfrm>
          <a:prstGeom prst="rect">
            <a:avLst/>
          </a:prstGeom>
          <a:noFill/>
          <a:ln w="0">
            <a:noFill/>
          </a:ln>
        </p:spPr>
        <p:style>
          <a:lnRef idx="0"/>
          <a:fillRef idx="0"/>
          <a:effectRef idx="0"/>
          <a:fontRef idx="minor"/>
        </p:style>
      </p:sp>
      <p:sp>
        <p:nvSpPr>
          <p:cNvPr id="447" name="Rectangle 3"/>
          <p:cNvSpPr/>
          <p:nvPr/>
        </p:nvSpPr>
        <p:spPr>
          <a:xfrm>
            <a:off x="3124080" y="6248520"/>
            <a:ext cx="2895120" cy="456840"/>
          </a:xfrm>
          <a:prstGeom prst="rect">
            <a:avLst/>
          </a:prstGeom>
          <a:noFill/>
          <a:ln w="0">
            <a:noFill/>
          </a:ln>
        </p:spPr>
        <p:style>
          <a:lnRef idx="0"/>
          <a:fillRef idx="0"/>
          <a:effectRef idx="0"/>
          <a:fontRef idx="minor"/>
        </p:style>
      </p:sp>
      <p:sp>
        <p:nvSpPr>
          <p:cNvPr id="448" name="Rectangle 4"/>
          <p:cNvSpPr/>
          <p:nvPr/>
        </p:nvSpPr>
        <p:spPr>
          <a:xfrm>
            <a:off x="685800" y="6248520"/>
            <a:ext cx="1904760" cy="456840"/>
          </a:xfrm>
          <a:prstGeom prst="rect">
            <a:avLst/>
          </a:prstGeom>
          <a:noFill/>
          <a:ln w="0">
            <a:noFill/>
          </a:ln>
        </p:spPr>
        <p:style>
          <a:lnRef idx="0"/>
          <a:fillRef idx="0"/>
          <a:effectRef idx="0"/>
          <a:fontRef idx="minor"/>
        </p:style>
      </p:sp>
      <p:sp>
        <p:nvSpPr>
          <p:cNvPr id="449" name="Rectangle 5"/>
          <p:cNvSpPr/>
          <p:nvPr/>
        </p:nvSpPr>
        <p:spPr>
          <a:xfrm>
            <a:off x="3124080" y="6248520"/>
            <a:ext cx="2895120" cy="456840"/>
          </a:xfrm>
          <a:prstGeom prst="rect">
            <a:avLst/>
          </a:prstGeom>
          <a:noFill/>
          <a:ln w="0">
            <a:noFill/>
          </a:ln>
        </p:spPr>
        <p:style>
          <a:lnRef idx="0"/>
          <a:fillRef idx="0"/>
          <a:effectRef idx="0"/>
          <a:fontRef idx="minor"/>
        </p:style>
      </p:sp>
      <p:sp>
        <p:nvSpPr>
          <p:cNvPr id="450" name="Rectangle 6"/>
          <p:cNvSpPr/>
          <p:nvPr/>
        </p:nvSpPr>
        <p:spPr>
          <a:xfrm>
            <a:off x="685800" y="6248520"/>
            <a:ext cx="1904760" cy="456840"/>
          </a:xfrm>
          <a:prstGeom prst="rect">
            <a:avLst/>
          </a:prstGeom>
          <a:noFill/>
          <a:ln w="0">
            <a:noFill/>
          </a:ln>
        </p:spPr>
        <p:style>
          <a:lnRef idx="0"/>
          <a:fillRef idx="0"/>
          <a:effectRef idx="0"/>
          <a:fontRef idx="minor"/>
        </p:style>
      </p:sp>
      <p:sp>
        <p:nvSpPr>
          <p:cNvPr id="451" name="Rectangle 7"/>
          <p:cNvSpPr/>
          <p:nvPr/>
        </p:nvSpPr>
        <p:spPr>
          <a:xfrm>
            <a:off x="3124080" y="6248520"/>
            <a:ext cx="2895120" cy="456840"/>
          </a:xfrm>
          <a:prstGeom prst="rect">
            <a:avLst/>
          </a:prstGeom>
          <a:noFill/>
          <a:ln w="0">
            <a:noFill/>
          </a:ln>
        </p:spPr>
        <p:style>
          <a:lnRef idx="0"/>
          <a:fillRef idx="0"/>
          <a:effectRef idx="0"/>
          <a:fontRef idx="minor"/>
        </p:style>
      </p:sp>
      <p:sp>
        <p:nvSpPr>
          <p:cNvPr id="452" name="Rectangle 8"/>
          <p:cNvSpPr/>
          <p:nvPr/>
        </p:nvSpPr>
        <p:spPr>
          <a:xfrm>
            <a:off x="685800" y="6248520"/>
            <a:ext cx="1904760" cy="456840"/>
          </a:xfrm>
          <a:prstGeom prst="rect">
            <a:avLst/>
          </a:prstGeom>
          <a:noFill/>
          <a:ln w="0">
            <a:noFill/>
          </a:ln>
        </p:spPr>
        <p:style>
          <a:lnRef idx="0"/>
          <a:fillRef idx="0"/>
          <a:effectRef idx="0"/>
          <a:fontRef idx="minor"/>
        </p:style>
      </p:sp>
      <p:sp>
        <p:nvSpPr>
          <p:cNvPr id="453" name="Rectangle 9"/>
          <p:cNvSpPr/>
          <p:nvPr/>
        </p:nvSpPr>
        <p:spPr>
          <a:xfrm>
            <a:off x="3124080" y="6248520"/>
            <a:ext cx="2895120" cy="456840"/>
          </a:xfrm>
          <a:prstGeom prst="rect">
            <a:avLst/>
          </a:prstGeom>
          <a:noFill/>
          <a:ln w="0">
            <a:noFill/>
          </a:ln>
        </p:spPr>
        <p:style>
          <a:lnRef idx="0"/>
          <a:fillRef idx="0"/>
          <a:effectRef idx="0"/>
          <a:fontRef idx="minor"/>
        </p:style>
      </p:sp>
      <p:sp>
        <p:nvSpPr>
          <p:cNvPr id="454" name="Rectangle 10"/>
          <p:cNvSpPr/>
          <p:nvPr/>
        </p:nvSpPr>
        <p:spPr>
          <a:xfrm>
            <a:off x="685800" y="6248520"/>
            <a:ext cx="1904760" cy="456840"/>
          </a:xfrm>
          <a:prstGeom prst="rect">
            <a:avLst/>
          </a:prstGeom>
          <a:noFill/>
          <a:ln w="0">
            <a:noFill/>
          </a:ln>
        </p:spPr>
        <p:style>
          <a:lnRef idx="0"/>
          <a:fillRef idx="0"/>
          <a:effectRef idx="0"/>
          <a:fontRef idx="minor"/>
        </p:style>
      </p:sp>
      <p:sp>
        <p:nvSpPr>
          <p:cNvPr id="455" name="Rectangle 11"/>
          <p:cNvSpPr/>
          <p:nvPr/>
        </p:nvSpPr>
        <p:spPr>
          <a:xfrm>
            <a:off x="3124080" y="6248520"/>
            <a:ext cx="2895120" cy="456840"/>
          </a:xfrm>
          <a:prstGeom prst="rect">
            <a:avLst/>
          </a:prstGeom>
          <a:noFill/>
          <a:ln w="0">
            <a:noFill/>
          </a:ln>
        </p:spPr>
        <p:style>
          <a:lnRef idx="0"/>
          <a:fillRef idx="0"/>
          <a:effectRef idx="0"/>
          <a:fontRef idx="minor"/>
        </p:style>
      </p:sp>
      <p:sp>
        <p:nvSpPr>
          <p:cNvPr id="456" name="Rectangle 12"/>
          <p:cNvSpPr/>
          <p:nvPr/>
        </p:nvSpPr>
        <p:spPr>
          <a:xfrm>
            <a:off x="685800" y="6248520"/>
            <a:ext cx="1904760" cy="456840"/>
          </a:xfrm>
          <a:prstGeom prst="rect">
            <a:avLst/>
          </a:prstGeom>
          <a:noFill/>
          <a:ln w="0">
            <a:noFill/>
          </a:ln>
        </p:spPr>
        <p:style>
          <a:lnRef idx="0"/>
          <a:fillRef idx="0"/>
          <a:effectRef idx="0"/>
          <a:fontRef idx="minor"/>
        </p:style>
      </p:sp>
      <p:sp>
        <p:nvSpPr>
          <p:cNvPr id="457" name="Rectangle 13"/>
          <p:cNvSpPr/>
          <p:nvPr/>
        </p:nvSpPr>
        <p:spPr>
          <a:xfrm>
            <a:off x="3124080" y="6248520"/>
            <a:ext cx="2895120" cy="456840"/>
          </a:xfrm>
          <a:prstGeom prst="rect">
            <a:avLst/>
          </a:prstGeom>
          <a:noFill/>
          <a:ln w="0">
            <a:noFill/>
          </a:ln>
        </p:spPr>
        <p:style>
          <a:lnRef idx="0"/>
          <a:fillRef idx="0"/>
          <a:effectRef idx="0"/>
          <a:fontRef idx="minor"/>
        </p:style>
      </p:sp>
      <p:sp>
        <p:nvSpPr>
          <p:cNvPr id="458" name="Rectangle 14"/>
          <p:cNvSpPr/>
          <p:nvPr/>
        </p:nvSpPr>
        <p:spPr>
          <a:xfrm>
            <a:off x="685800" y="6248520"/>
            <a:ext cx="1904760" cy="456840"/>
          </a:xfrm>
          <a:prstGeom prst="rect">
            <a:avLst/>
          </a:prstGeom>
          <a:noFill/>
          <a:ln w="0">
            <a:noFill/>
          </a:ln>
        </p:spPr>
        <p:style>
          <a:lnRef idx="0"/>
          <a:fillRef idx="0"/>
          <a:effectRef idx="0"/>
          <a:fontRef idx="minor"/>
        </p:style>
      </p:sp>
      <p:sp>
        <p:nvSpPr>
          <p:cNvPr id="459" name="Rectangle 15"/>
          <p:cNvSpPr/>
          <p:nvPr/>
        </p:nvSpPr>
        <p:spPr>
          <a:xfrm>
            <a:off x="3124080" y="6248520"/>
            <a:ext cx="2895120" cy="456840"/>
          </a:xfrm>
          <a:prstGeom prst="rect">
            <a:avLst/>
          </a:prstGeom>
          <a:noFill/>
          <a:ln w="0">
            <a:noFill/>
          </a:ln>
        </p:spPr>
        <p:style>
          <a:lnRef idx="0"/>
          <a:fillRef idx="0"/>
          <a:effectRef idx="0"/>
          <a:fontRef idx="minor"/>
        </p:style>
      </p:sp>
      <p:pic>
        <p:nvPicPr>
          <p:cNvPr id="460" name="Picture 1" descr=""/>
          <p:cNvPicPr/>
          <p:nvPr/>
        </p:nvPicPr>
        <p:blipFill>
          <a:blip r:embed="rId1"/>
          <a:stretch/>
        </p:blipFill>
        <p:spPr>
          <a:xfrm>
            <a:off x="381240" y="1486080"/>
            <a:ext cx="8167320" cy="422856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title"/>
          </p:nvPr>
        </p:nvSpPr>
        <p:spPr>
          <a:xfrm>
            <a:off x="1165320" y="0"/>
            <a:ext cx="7326000" cy="549000"/>
          </a:xfrm>
          <a:prstGeom prst="rect">
            <a:avLst/>
          </a:prstGeom>
          <a:noFill/>
          <a:ln w="0">
            <a:noFill/>
          </a:ln>
        </p:spPr>
        <p:txBody>
          <a:bodyPr numCol="1" spcCol="0" lIns="90360" rIns="90360" tIns="44280" bIns="44280" anchor="ctr">
            <a:noAutofit/>
          </a:bodyPr>
          <a:p>
            <a:pPr algn="ctr">
              <a:lnSpc>
                <a:spcPct val="90000"/>
              </a:lnSpc>
            </a:pPr>
            <a:r>
              <a:rPr b="1" lang="en-US" sz="3200" spc="-1" strike="noStrike">
                <a:solidFill>
                  <a:srgbClr val="0056a4"/>
                </a:solidFill>
                <a:latin typeface="Arial"/>
              </a:rPr>
              <a:t>Dive Criteria</a:t>
            </a:r>
            <a:endParaRPr b="0" lang="en-US" sz="3200" spc="-1" strike="noStrike">
              <a:solidFill>
                <a:srgbClr val="000000"/>
              </a:solidFill>
              <a:latin typeface="Times New Roman"/>
            </a:endParaRPr>
          </a:p>
        </p:txBody>
      </p:sp>
      <p:sp>
        <p:nvSpPr>
          <p:cNvPr id="462" name="Rectangle 2"/>
          <p:cNvSpPr/>
          <p:nvPr/>
        </p:nvSpPr>
        <p:spPr>
          <a:xfrm>
            <a:off x="685800" y="6248520"/>
            <a:ext cx="1904760" cy="456840"/>
          </a:xfrm>
          <a:prstGeom prst="rect">
            <a:avLst/>
          </a:prstGeom>
          <a:noFill/>
          <a:ln w="0">
            <a:noFill/>
          </a:ln>
        </p:spPr>
        <p:style>
          <a:lnRef idx="0"/>
          <a:fillRef idx="0"/>
          <a:effectRef idx="0"/>
          <a:fontRef idx="minor"/>
        </p:style>
      </p:sp>
      <p:sp>
        <p:nvSpPr>
          <p:cNvPr id="463" name="Rectangle 3"/>
          <p:cNvSpPr/>
          <p:nvPr/>
        </p:nvSpPr>
        <p:spPr>
          <a:xfrm>
            <a:off x="3124080" y="6248520"/>
            <a:ext cx="2895120" cy="456840"/>
          </a:xfrm>
          <a:prstGeom prst="rect">
            <a:avLst/>
          </a:prstGeom>
          <a:noFill/>
          <a:ln w="0">
            <a:noFill/>
          </a:ln>
        </p:spPr>
        <p:style>
          <a:lnRef idx="0"/>
          <a:fillRef idx="0"/>
          <a:effectRef idx="0"/>
          <a:fontRef idx="minor"/>
        </p:style>
      </p:sp>
      <p:sp>
        <p:nvSpPr>
          <p:cNvPr id="464" name="Rectangle 4"/>
          <p:cNvSpPr/>
          <p:nvPr/>
        </p:nvSpPr>
        <p:spPr>
          <a:xfrm>
            <a:off x="685800" y="6248520"/>
            <a:ext cx="1904760" cy="456840"/>
          </a:xfrm>
          <a:prstGeom prst="rect">
            <a:avLst/>
          </a:prstGeom>
          <a:noFill/>
          <a:ln w="0">
            <a:noFill/>
          </a:ln>
        </p:spPr>
        <p:style>
          <a:lnRef idx="0"/>
          <a:fillRef idx="0"/>
          <a:effectRef idx="0"/>
          <a:fontRef idx="minor"/>
        </p:style>
      </p:sp>
      <p:sp>
        <p:nvSpPr>
          <p:cNvPr id="465" name="Rectangle 5"/>
          <p:cNvSpPr/>
          <p:nvPr/>
        </p:nvSpPr>
        <p:spPr>
          <a:xfrm>
            <a:off x="3124080" y="6248520"/>
            <a:ext cx="2895120" cy="456840"/>
          </a:xfrm>
          <a:prstGeom prst="rect">
            <a:avLst/>
          </a:prstGeom>
          <a:noFill/>
          <a:ln w="0">
            <a:noFill/>
          </a:ln>
        </p:spPr>
        <p:style>
          <a:lnRef idx="0"/>
          <a:fillRef idx="0"/>
          <a:effectRef idx="0"/>
          <a:fontRef idx="minor"/>
        </p:style>
      </p:sp>
      <p:sp>
        <p:nvSpPr>
          <p:cNvPr id="466" name="Rectangle 6"/>
          <p:cNvSpPr/>
          <p:nvPr/>
        </p:nvSpPr>
        <p:spPr>
          <a:xfrm>
            <a:off x="685800" y="6248520"/>
            <a:ext cx="1904760" cy="456840"/>
          </a:xfrm>
          <a:prstGeom prst="rect">
            <a:avLst/>
          </a:prstGeom>
          <a:noFill/>
          <a:ln w="0">
            <a:noFill/>
          </a:ln>
        </p:spPr>
        <p:style>
          <a:lnRef idx="0"/>
          <a:fillRef idx="0"/>
          <a:effectRef idx="0"/>
          <a:fontRef idx="minor"/>
        </p:style>
      </p:sp>
      <p:sp>
        <p:nvSpPr>
          <p:cNvPr id="467" name="Rectangle 7"/>
          <p:cNvSpPr/>
          <p:nvPr/>
        </p:nvSpPr>
        <p:spPr>
          <a:xfrm>
            <a:off x="3124080" y="6248520"/>
            <a:ext cx="2895120" cy="456840"/>
          </a:xfrm>
          <a:prstGeom prst="rect">
            <a:avLst/>
          </a:prstGeom>
          <a:noFill/>
          <a:ln w="0">
            <a:noFill/>
          </a:ln>
        </p:spPr>
        <p:style>
          <a:lnRef idx="0"/>
          <a:fillRef idx="0"/>
          <a:effectRef idx="0"/>
          <a:fontRef idx="minor"/>
        </p:style>
      </p:sp>
      <p:sp>
        <p:nvSpPr>
          <p:cNvPr id="468" name="Rectangle 8"/>
          <p:cNvSpPr/>
          <p:nvPr/>
        </p:nvSpPr>
        <p:spPr>
          <a:xfrm>
            <a:off x="685800" y="6248520"/>
            <a:ext cx="1904760" cy="456840"/>
          </a:xfrm>
          <a:prstGeom prst="rect">
            <a:avLst/>
          </a:prstGeom>
          <a:noFill/>
          <a:ln w="0">
            <a:noFill/>
          </a:ln>
        </p:spPr>
        <p:style>
          <a:lnRef idx="0"/>
          <a:fillRef idx="0"/>
          <a:effectRef idx="0"/>
          <a:fontRef idx="minor"/>
        </p:style>
      </p:sp>
      <p:sp>
        <p:nvSpPr>
          <p:cNvPr id="469" name="Rectangle 9"/>
          <p:cNvSpPr/>
          <p:nvPr/>
        </p:nvSpPr>
        <p:spPr>
          <a:xfrm>
            <a:off x="3124080" y="6248520"/>
            <a:ext cx="2895120" cy="456840"/>
          </a:xfrm>
          <a:prstGeom prst="rect">
            <a:avLst/>
          </a:prstGeom>
          <a:noFill/>
          <a:ln w="0">
            <a:noFill/>
          </a:ln>
        </p:spPr>
        <p:style>
          <a:lnRef idx="0"/>
          <a:fillRef idx="0"/>
          <a:effectRef idx="0"/>
          <a:fontRef idx="minor"/>
        </p:style>
      </p:sp>
      <p:sp>
        <p:nvSpPr>
          <p:cNvPr id="470" name="Rectangle 10"/>
          <p:cNvSpPr/>
          <p:nvPr/>
        </p:nvSpPr>
        <p:spPr>
          <a:xfrm>
            <a:off x="685800" y="6248520"/>
            <a:ext cx="1904760" cy="456840"/>
          </a:xfrm>
          <a:prstGeom prst="rect">
            <a:avLst/>
          </a:prstGeom>
          <a:noFill/>
          <a:ln w="0">
            <a:noFill/>
          </a:ln>
        </p:spPr>
        <p:style>
          <a:lnRef idx="0"/>
          <a:fillRef idx="0"/>
          <a:effectRef idx="0"/>
          <a:fontRef idx="minor"/>
        </p:style>
      </p:sp>
      <p:sp>
        <p:nvSpPr>
          <p:cNvPr id="471" name="Rectangle 11"/>
          <p:cNvSpPr/>
          <p:nvPr/>
        </p:nvSpPr>
        <p:spPr>
          <a:xfrm>
            <a:off x="3124080" y="6248520"/>
            <a:ext cx="2895120" cy="456840"/>
          </a:xfrm>
          <a:prstGeom prst="rect">
            <a:avLst/>
          </a:prstGeom>
          <a:noFill/>
          <a:ln w="0">
            <a:noFill/>
          </a:ln>
        </p:spPr>
        <p:style>
          <a:lnRef idx="0"/>
          <a:fillRef idx="0"/>
          <a:effectRef idx="0"/>
          <a:fontRef idx="minor"/>
        </p:style>
      </p:sp>
      <p:sp>
        <p:nvSpPr>
          <p:cNvPr id="472" name="Rectangle 12"/>
          <p:cNvSpPr/>
          <p:nvPr/>
        </p:nvSpPr>
        <p:spPr>
          <a:xfrm>
            <a:off x="685800" y="6248520"/>
            <a:ext cx="1904760" cy="456840"/>
          </a:xfrm>
          <a:prstGeom prst="rect">
            <a:avLst/>
          </a:prstGeom>
          <a:noFill/>
          <a:ln w="0">
            <a:noFill/>
          </a:ln>
        </p:spPr>
        <p:style>
          <a:lnRef idx="0"/>
          <a:fillRef idx="0"/>
          <a:effectRef idx="0"/>
          <a:fontRef idx="minor"/>
        </p:style>
      </p:sp>
      <p:sp>
        <p:nvSpPr>
          <p:cNvPr id="473" name="Rectangle 13"/>
          <p:cNvSpPr/>
          <p:nvPr/>
        </p:nvSpPr>
        <p:spPr>
          <a:xfrm>
            <a:off x="3124080" y="6248520"/>
            <a:ext cx="2895120" cy="456840"/>
          </a:xfrm>
          <a:prstGeom prst="rect">
            <a:avLst/>
          </a:prstGeom>
          <a:noFill/>
          <a:ln w="0">
            <a:noFill/>
          </a:ln>
        </p:spPr>
        <p:style>
          <a:lnRef idx="0"/>
          <a:fillRef idx="0"/>
          <a:effectRef idx="0"/>
          <a:fontRef idx="minor"/>
        </p:style>
      </p:sp>
      <p:sp>
        <p:nvSpPr>
          <p:cNvPr id="474" name="Rectangle 14"/>
          <p:cNvSpPr/>
          <p:nvPr/>
        </p:nvSpPr>
        <p:spPr>
          <a:xfrm>
            <a:off x="685800" y="6248520"/>
            <a:ext cx="1904760" cy="456840"/>
          </a:xfrm>
          <a:prstGeom prst="rect">
            <a:avLst/>
          </a:prstGeom>
          <a:noFill/>
          <a:ln w="0">
            <a:noFill/>
          </a:ln>
        </p:spPr>
        <p:style>
          <a:lnRef idx="0"/>
          <a:fillRef idx="0"/>
          <a:effectRef idx="0"/>
          <a:fontRef idx="minor"/>
        </p:style>
      </p:sp>
      <p:sp>
        <p:nvSpPr>
          <p:cNvPr id="475" name="Rectangle 15"/>
          <p:cNvSpPr/>
          <p:nvPr/>
        </p:nvSpPr>
        <p:spPr>
          <a:xfrm>
            <a:off x="3124080" y="6248520"/>
            <a:ext cx="2895120" cy="456840"/>
          </a:xfrm>
          <a:prstGeom prst="rect">
            <a:avLst/>
          </a:prstGeom>
          <a:noFill/>
          <a:ln w="0">
            <a:noFill/>
          </a:ln>
        </p:spPr>
        <p:style>
          <a:lnRef idx="0"/>
          <a:fillRef idx="0"/>
          <a:effectRef idx="0"/>
          <a:fontRef idx="minor"/>
        </p:style>
      </p:sp>
      <p:sp>
        <p:nvSpPr>
          <p:cNvPr id="476" name="PlaceHolder 2"/>
          <p:cNvSpPr>
            <a:spLocks noGrp="1"/>
          </p:cNvSpPr>
          <p:nvPr>
            <p:ph/>
          </p:nvPr>
        </p:nvSpPr>
        <p:spPr>
          <a:xfrm>
            <a:off x="152640" y="457200"/>
            <a:ext cx="8991000" cy="5790600"/>
          </a:xfrm>
          <a:prstGeom prst="rect">
            <a:avLst/>
          </a:prstGeom>
          <a:noFill/>
          <a:ln w="0">
            <a:noFill/>
          </a:ln>
        </p:spPr>
        <p:txBody>
          <a:bodyPr numCol="1" spcCol="0" anchor="t">
            <a:noAutofit/>
          </a:bodyPr>
          <a:p>
            <a:pPr>
              <a:lnSpc>
                <a:spcPct val="100000"/>
              </a:lnSpc>
              <a:spcBef>
                <a:spcPts val="564"/>
              </a:spcBef>
              <a:tabLst>
                <a:tab algn="l" pos="0"/>
              </a:tabLst>
            </a:pPr>
            <a:r>
              <a:rPr b="0" lang="en-US" sz="2000" spc="-1" strike="noStrike">
                <a:solidFill>
                  <a:srgbClr val="000000"/>
                </a:solidFill>
                <a:latin typeface="Calibri"/>
                <a:ea typeface="SimSun"/>
              </a:rPr>
              <a:t>Product </a:t>
            </a:r>
            <a:r>
              <a:rPr b="1" lang="en-US" sz="2000" spc="-1" strike="noStrike">
                <a:solidFill>
                  <a:srgbClr val="000000"/>
                </a:solidFill>
                <a:latin typeface="Calibri"/>
                <a:ea typeface="SimSun"/>
              </a:rPr>
              <a:t>backlog work Items </a:t>
            </a:r>
            <a:r>
              <a:rPr b="0" lang="en-US" sz="2000" spc="-1" strike="noStrike">
                <a:solidFill>
                  <a:srgbClr val="000000"/>
                </a:solidFill>
                <a:latin typeface="Calibri"/>
                <a:ea typeface="SimSun"/>
              </a:rPr>
              <a:t>are linearly ordered based on the DIVE Criteria.</a:t>
            </a: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u="sng">
                <a:solidFill>
                  <a:srgbClr val="002060"/>
                </a:solidFill>
                <a:uFillTx/>
                <a:latin typeface="Calibri"/>
                <a:ea typeface="SimSun"/>
              </a:rPr>
              <a:t>D</a:t>
            </a:r>
            <a:r>
              <a:rPr b="0" lang="en-US" sz="2000" spc="-1" strike="noStrike">
                <a:solidFill>
                  <a:srgbClr val="000000"/>
                </a:solidFill>
                <a:latin typeface="Calibri"/>
                <a:ea typeface="SimSun"/>
              </a:rPr>
              <a:t>ependencies:</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Usually the Backlog items are independent there may still be few unavoidable dependencies and they will have an impact on rank ordering. We need to order backlog items according to their dependencies if any item X is dependent of item Y, Y need to be Ranked higher then X.</a:t>
            </a: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u="sng">
                <a:solidFill>
                  <a:srgbClr val="002060"/>
                </a:solidFill>
                <a:uFillTx/>
                <a:latin typeface="Calibri"/>
                <a:ea typeface="SimSun"/>
              </a:rPr>
              <a:t>I</a:t>
            </a:r>
            <a:r>
              <a:rPr b="0" lang="en-US" sz="2000" spc="-1" strike="noStrike">
                <a:solidFill>
                  <a:srgbClr val="000000"/>
                </a:solidFill>
                <a:latin typeface="Calibri"/>
                <a:ea typeface="SimSun"/>
              </a:rPr>
              <a:t>nsure against Risks: Business and Technical:</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Backlog items should be Insured against business, Infrastructure, technological and Resource risks. </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Business </a:t>
            </a:r>
            <a:r>
              <a:rPr b="1" lang="en-US" sz="2000" spc="-1" strike="noStrike" u="sng">
                <a:solidFill>
                  <a:srgbClr val="002060"/>
                </a:solidFill>
                <a:uFillTx/>
                <a:latin typeface="Calibri"/>
                <a:ea typeface="SimSun"/>
              </a:rPr>
              <a:t>V</a:t>
            </a:r>
            <a:r>
              <a:rPr b="0" lang="en-US" sz="2000" spc="-1" strike="noStrike">
                <a:solidFill>
                  <a:srgbClr val="000000"/>
                </a:solidFill>
                <a:latin typeface="Calibri"/>
                <a:ea typeface="SimSun"/>
              </a:rPr>
              <a:t>alue:</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Backlog items with higher business value should be ranked higher.</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Estimated  </a:t>
            </a:r>
            <a:r>
              <a:rPr b="1" lang="en-US" sz="2000" spc="-1" strike="noStrike" u="sng">
                <a:solidFill>
                  <a:srgbClr val="002060"/>
                </a:solidFill>
                <a:uFillTx/>
                <a:latin typeface="Calibri"/>
                <a:ea typeface="SimSun"/>
              </a:rPr>
              <a:t>E</a:t>
            </a:r>
            <a:r>
              <a:rPr b="0" lang="en-US" sz="2000" spc="-1" strike="noStrike">
                <a:solidFill>
                  <a:srgbClr val="000000"/>
                </a:solidFill>
                <a:latin typeface="Calibri"/>
                <a:ea typeface="SimSun"/>
              </a:rPr>
              <a:t>fforts:</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Backlog items should be estimated, and effort should be attached with them. Effort can be marked as Story Points. These story points will help us in gauging whether that story can be pulled in current sprint backlog or not.</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title"/>
          </p:nvPr>
        </p:nvSpPr>
        <p:spPr>
          <a:xfrm>
            <a:off x="1165320" y="7632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SMART- Criteria</a:t>
            </a:r>
            <a:br/>
            <a:endParaRPr b="0" lang="en-US" sz="3200" spc="-1" strike="noStrike">
              <a:solidFill>
                <a:srgbClr val="000000"/>
              </a:solidFill>
              <a:latin typeface="Times New Roman"/>
            </a:endParaRPr>
          </a:p>
        </p:txBody>
      </p:sp>
      <p:sp>
        <p:nvSpPr>
          <p:cNvPr id="478" name="Rectangle 2"/>
          <p:cNvSpPr/>
          <p:nvPr/>
        </p:nvSpPr>
        <p:spPr>
          <a:xfrm>
            <a:off x="685800" y="6248520"/>
            <a:ext cx="1904760" cy="456840"/>
          </a:xfrm>
          <a:prstGeom prst="rect">
            <a:avLst/>
          </a:prstGeom>
          <a:noFill/>
          <a:ln w="0">
            <a:noFill/>
          </a:ln>
        </p:spPr>
        <p:style>
          <a:lnRef idx="0"/>
          <a:fillRef idx="0"/>
          <a:effectRef idx="0"/>
          <a:fontRef idx="minor"/>
        </p:style>
      </p:sp>
      <p:sp>
        <p:nvSpPr>
          <p:cNvPr id="479" name="Rectangle 3"/>
          <p:cNvSpPr/>
          <p:nvPr/>
        </p:nvSpPr>
        <p:spPr>
          <a:xfrm>
            <a:off x="3124080" y="6248520"/>
            <a:ext cx="2895120" cy="456840"/>
          </a:xfrm>
          <a:prstGeom prst="rect">
            <a:avLst/>
          </a:prstGeom>
          <a:noFill/>
          <a:ln w="0">
            <a:noFill/>
          </a:ln>
        </p:spPr>
        <p:style>
          <a:lnRef idx="0"/>
          <a:fillRef idx="0"/>
          <a:effectRef idx="0"/>
          <a:fontRef idx="minor"/>
        </p:style>
      </p:sp>
      <p:sp>
        <p:nvSpPr>
          <p:cNvPr id="480" name="Rectangle 4"/>
          <p:cNvSpPr/>
          <p:nvPr/>
        </p:nvSpPr>
        <p:spPr>
          <a:xfrm>
            <a:off x="685800" y="6248520"/>
            <a:ext cx="1904760" cy="456840"/>
          </a:xfrm>
          <a:prstGeom prst="rect">
            <a:avLst/>
          </a:prstGeom>
          <a:noFill/>
          <a:ln w="0">
            <a:noFill/>
          </a:ln>
        </p:spPr>
        <p:style>
          <a:lnRef idx="0"/>
          <a:fillRef idx="0"/>
          <a:effectRef idx="0"/>
          <a:fontRef idx="minor"/>
        </p:style>
      </p:sp>
      <p:sp>
        <p:nvSpPr>
          <p:cNvPr id="481" name="Rectangle 5"/>
          <p:cNvSpPr/>
          <p:nvPr/>
        </p:nvSpPr>
        <p:spPr>
          <a:xfrm>
            <a:off x="3124080" y="6248520"/>
            <a:ext cx="2895120" cy="456840"/>
          </a:xfrm>
          <a:prstGeom prst="rect">
            <a:avLst/>
          </a:prstGeom>
          <a:noFill/>
          <a:ln w="0">
            <a:noFill/>
          </a:ln>
        </p:spPr>
        <p:style>
          <a:lnRef idx="0"/>
          <a:fillRef idx="0"/>
          <a:effectRef idx="0"/>
          <a:fontRef idx="minor"/>
        </p:style>
      </p:sp>
      <p:sp>
        <p:nvSpPr>
          <p:cNvPr id="482" name="Rectangle 6"/>
          <p:cNvSpPr/>
          <p:nvPr/>
        </p:nvSpPr>
        <p:spPr>
          <a:xfrm>
            <a:off x="685800" y="6248520"/>
            <a:ext cx="1904760" cy="456840"/>
          </a:xfrm>
          <a:prstGeom prst="rect">
            <a:avLst/>
          </a:prstGeom>
          <a:noFill/>
          <a:ln w="0">
            <a:noFill/>
          </a:ln>
        </p:spPr>
        <p:style>
          <a:lnRef idx="0"/>
          <a:fillRef idx="0"/>
          <a:effectRef idx="0"/>
          <a:fontRef idx="minor"/>
        </p:style>
      </p:sp>
      <p:sp>
        <p:nvSpPr>
          <p:cNvPr id="483" name="Rectangle 7"/>
          <p:cNvSpPr/>
          <p:nvPr/>
        </p:nvSpPr>
        <p:spPr>
          <a:xfrm>
            <a:off x="3124080" y="6248520"/>
            <a:ext cx="2895120" cy="456840"/>
          </a:xfrm>
          <a:prstGeom prst="rect">
            <a:avLst/>
          </a:prstGeom>
          <a:noFill/>
          <a:ln w="0">
            <a:noFill/>
          </a:ln>
        </p:spPr>
        <p:style>
          <a:lnRef idx="0"/>
          <a:fillRef idx="0"/>
          <a:effectRef idx="0"/>
          <a:fontRef idx="minor"/>
        </p:style>
      </p:sp>
      <p:sp>
        <p:nvSpPr>
          <p:cNvPr id="484" name="Rectangle 8"/>
          <p:cNvSpPr/>
          <p:nvPr/>
        </p:nvSpPr>
        <p:spPr>
          <a:xfrm>
            <a:off x="685800" y="6248520"/>
            <a:ext cx="1904760" cy="456840"/>
          </a:xfrm>
          <a:prstGeom prst="rect">
            <a:avLst/>
          </a:prstGeom>
          <a:noFill/>
          <a:ln w="0">
            <a:noFill/>
          </a:ln>
        </p:spPr>
        <p:style>
          <a:lnRef idx="0"/>
          <a:fillRef idx="0"/>
          <a:effectRef idx="0"/>
          <a:fontRef idx="minor"/>
        </p:style>
      </p:sp>
      <p:sp>
        <p:nvSpPr>
          <p:cNvPr id="485" name="Rectangle 9"/>
          <p:cNvSpPr/>
          <p:nvPr/>
        </p:nvSpPr>
        <p:spPr>
          <a:xfrm>
            <a:off x="3124080" y="6248520"/>
            <a:ext cx="2895120" cy="456840"/>
          </a:xfrm>
          <a:prstGeom prst="rect">
            <a:avLst/>
          </a:prstGeom>
          <a:noFill/>
          <a:ln w="0">
            <a:noFill/>
          </a:ln>
        </p:spPr>
        <p:style>
          <a:lnRef idx="0"/>
          <a:fillRef idx="0"/>
          <a:effectRef idx="0"/>
          <a:fontRef idx="minor"/>
        </p:style>
      </p:sp>
      <p:sp>
        <p:nvSpPr>
          <p:cNvPr id="486" name="Rectangle 10"/>
          <p:cNvSpPr/>
          <p:nvPr/>
        </p:nvSpPr>
        <p:spPr>
          <a:xfrm>
            <a:off x="685800" y="6248520"/>
            <a:ext cx="1904760" cy="456840"/>
          </a:xfrm>
          <a:prstGeom prst="rect">
            <a:avLst/>
          </a:prstGeom>
          <a:noFill/>
          <a:ln w="0">
            <a:noFill/>
          </a:ln>
        </p:spPr>
        <p:style>
          <a:lnRef idx="0"/>
          <a:fillRef idx="0"/>
          <a:effectRef idx="0"/>
          <a:fontRef idx="minor"/>
        </p:style>
      </p:sp>
      <p:sp>
        <p:nvSpPr>
          <p:cNvPr id="487" name="Rectangle 11"/>
          <p:cNvSpPr/>
          <p:nvPr/>
        </p:nvSpPr>
        <p:spPr>
          <a:xfrm>
            <a:off x="3124080" y="6248520"/>
            <a:ext cx="2895120" cy="456840"/>
          </a:xfrm>
          <a:prstGeom prst="rect">
            <a:avLst/>
          </a:prstGeom>
          <a:noFill/>
          <a:ln w="0">
            <a:noFill/>
          </a:ln>
        </p:spPr>
        <p:style>
          <a:lnRef idx="0"/>
          <a:fillRef idx="0"/>
          <a:effectRef idx="0"/>
          <a:fontRef idx="minor"/>
        </p:style>
      </p:sp>
      <p:sp>
        <p:nvSpPr>
          <p:cNvPr id="488" name="Rectangle 12"/>
          <p:cNvSpPr/>
          <p:nvPr/>
        </p:nvSpPr>
        <p:spPr>
          <a:xfrm>
            <a:off x="685800" y="6248520"/>
            <a:ext cx="1904760" cy="456840"/>
          </a:xfrm>
          <a:prstGeom prst="rect">
            <a:avLst/>
          </a:prstGeom>
          <a:noFill/>
          <a:ln w="0">
            <a:noFill/>
          </a:ln>
        </p:spPr>
        <p:style>
          <a:lnRef idx="0"/>
          <a:fillRef idx="0"/>
          <a:effectRef idx="0"/>
          <a:fontRef idx="minor"/>
        </p:style>
      </p:sp>
      <p:sp>
        <p:nvSpPr>
          <p:cNvPr id="489" name="Rectangle 13"/>
          <p:cNvSpPr/>
          <p:nvPr/>
        </p:nvSpPr>
        <p:spPr>
          <a:xfrm>
            <a:off x="3124080" y="6248520"/>
            <a:ext cx="2895120" cy="456840"/>
          </a:xfrm>
          <a:prstGeom prst="rect">
            <a:avLst/>
          </a:prstGeom>
          <a:noFill/>
          <a:ln w="0">
            <a:noFill/>
          </a:ln>
        </p:spPr>
        <p:style>
          <a:lnRef idx="0"/>
          <a:fillRef idx="0"/>
          <a:effectRef idx="0"/>
          <a:fontRef idx="minor"/>
        </p:style>
      </p:sp>
      <p:sp>
        <p:nvSpPr>
          <p:cNvPr id="490" name="Rectangle 14"/>
          <p:cNvSpPr/>
          <p:nvPr/>
        </p:nvSpPr>
        <p:spPr>
          <a:xfrm>
            <a:off x="685800" y="6248520"/>
            <a:ext cx="1904760" cy="456840"/>
          </a:xfrm>
          <a:prstGeom prst="rect">
            <a:avLst/>
          </a:prstGeom>
          <a:noFill/>
          <a:ln w="0">
            <a:noFill/>
          </a:ln>
        </p:spPr>
        <p:style>
          <a:lnRef idx="0"/>
          <a:fillRef idx="0"/>
          <a:effectRef idx="0"/>
          <a:fontRef idx="minor"/>
        </p:style>
      </p:sp>
      <p:sp>
        <p:nvSpPr>
          <p:cNvPr id="491" name="Rectangle 15"/>
          <p:cNvSpPr/>
          <p:nvPr/>
        </p:nvSpPr>
        <p:spPr>
          <a:xfrm>
            <a:off x="3124080" y="6248520"/>
            <a:ext cx="2895120" cy="456840"/>
          </a:xfrm>
          <a:prstGeom prst="rect">
            <a:avLst/>
          </a:prstGeom>
          <a:noFill/>
          <a:ln w="0">
            <a:noFill/>
          </a:ln>
        </p:spPr>
        <p:style>
          <a:lnRef idx="0"/>
          <a:fillRef idx="0"/>
          <a:effectRef idx="0"/>
          <a:fontRef idx="minor"/>
        </p:style>
      </p:sp>
      <p:sp>
        <p:nvSpPr>
          <p:cNvPr id="492" name="PlaceHolder 2"/>
          <p:cNvSpPr>
            <a:spLocks noGrp="1"/>
          </p:cNvSpPr>
          <p:nvPr>
            <p:ph/>
          </p:nvPr>
        </p:nvSpPr>
        <p:spPr>
          <a:xfrm>
            <a:off x="414360" y="762120"/>
            <a:ext cx="8652960" cy="5486040"/>
          </a:xfrm>
          <a:prstGeom prst="rect">
            <a:avLst/>
          </a:prstGeom>
          <a:noFill/>
          <a:ln w="0">
            <a:noFill/>
          </a:ln>
        </p:spPr>
        <p:txBody>
          <a:bodyPr numCol="1" spcCol="0" anchor="t">
            <a:noAutofit/>
          </a:bodyPr>
          <a:p>
            <a:pPr>
              <a:lnSpc>
                <a:spcPct val="100000"/>
              </a:lnSpc>
              <a:spcBef>
                <a:spcPts val="564"/>
              </a:spcBef>
              <a:tabLst>
                <a:tab algn="l" pos="0"/>
              </a:tabLst>
            </a:pPr>
            <a:r>
              <a:rPr b="0" lang="en-US" sz="2000" spc="-1" strike="noStrike">
                <a:solidFill>
                  <a:srgbClr val="000000"/>
                </a:solidFill>
                <a:latin typeface="Calibri"/>
                <a:ea typeface="SimSun"/>
              </a:rPr>
              <a:t>If your goal (and the plan) fulfill the SMART criteria, there is a much better chance you will execute the plan and reach the goal. Defining the first step helps building momentum especially in team.</a:t>
            </a: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u="sng">
                <a:solidFill>
                  <a:srgbClr val="002060"/>
                </a:solidFill>
                <a:uFillTx/>
                <a:latin typeface="Calibri"/>
                <a:ea typeface="SimSun"/>
              </a:rPr>
              <a:t>S</a:t>
            </a:r>
            <a:r>
              <a:rPr b="0" lang="en-US" sz="2000" spc="-1" strike="noStrike">
                <a:solidFill>
                  <a:srgbClr val="000000"/>
                </a:solidFill>
                <a:latin typeface="Calibri"/>
                <a:ea typeface="SimSun"/>
              </a:rPr>
              <a:t>pecific:</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State exactly what you want to achieve.</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Clear to everyone</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Who will do? Do it how when?</a:t>
            </a: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u="sng">
                <a:solidFill>
                  <a:srgbClr val="002060"/>
                </a:solidFill>
                <a:uFillTx/>
                <a:latin typeface="Calibri"/>
                <a:ea typeface="SimSun"/>
              </a:rPr>
              <a:t>M</a:t>
            </a:r>
            <a:r>
              <a:rPr b="0" lang="en-US" sz="2000" spc="-1" strike="noStrike">
                <a:solidFill>
                  <a:srgbClr val="000000"/>
                </a:solidFill>
                <a:latin typeface="Calibri"/>
                <a:ea typeface="SimSun"/>
              </a:rPr>
              <a:t>easurable:</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What will we measure to see if we are moving into right direction? How will we know that we have achieved the goal?</a:t>
            </a: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u="sng">
                <a:solidFill>
                  <a:srgbClr val="002060"/>
                </a:solidFill>
                <a:uFillTx/>
                <a:latin typeface="Calibri"/>
                <a:ea typeface="SimSun"/>
              </a:rPr>
              <a:t>A</a:t>
            </a:r>
            <a:r>
              <a:rPr b="0" lang="en-US" sz="2000" spc="-1" strike="noStrike">
                <a:solidFill>
                  <a:srgbClr val="000000"/>
                </a:solidFill>
                <a:latin typeface="Calibri"/>
                <a:ea typeface="SimSun"/>
              </a:rPr>
              <a:t>chievable:</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Is this realistic plan and goal?</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How much influence do you have on the outcome.</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Weigh the effort, time and other costs against the profits, obligations and priorities.</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SMART- Criteria</a:t>
            </a:r>
            <a:br/>
            <a:endParaRPr b="0" lang="en-US" sz="3200" spc="-1" strike="noStrike">
              <a:solidFill>
                <a:srgbClr val="000000"/>
              </a:solidFill>
              <a:latin typeface="Times New Roman"/>
            </a:endParaRPr>
          </a:p>
        </p:txBody>
      </p:sp>
      <p:sp>
        <p:nvSpPr>
          <p:cNvPr id="494" name="Rectangle 2"/>
          <p:cNvSpPr/>
          <p:nvPr/>
        </p:nvSpPr>
        <p:spPr>
          <a:xfrm>
            <a:off x="685800" y="6248520"/>
            <a:ext cx="1904760" cy="456840"/>
          </a:xfrm>
          <a:prstGeom prst="rect">
            <a:avLst/>
          </a:prstGeom>
          <a:noFill/>
          <a:ln w="0">
            <a:noFill/>
          </a:ln>
        </p:spPr>
        <p:style>
          <a:lnRef idx="0"/>
          <a:fillRef idx="0"/>
          <a:effectRef idx="0"/>
          <a:fontRef idx="minor"/>
        </p:style>
      </p:sp>
      <p:sp>
        <p:nvSpPr>
          <p:cNvPr id="495" name="Rectangle 3"/>
          <p:cNvSpPr/>
          <p:nvPr/>
        </p:nvSpPr>
        <p:spPr>
          <a:xfrm>
            <a:off x="3124080" y="6248520"/>
            <a:ext cx="2895120" cy="456840"/>
          </a:xfrm>
          <a:prstGeom prst="rect">
            <a:avLst/>
          </a:prstGeom>
          <a:noFill/>
          <a:ln w="0">
            <a:noFill/>
          </a:ln>
        </p:spPr>
        <p:style>
          <a:lnRef idx="0"/>
          <a:fillRef idx="0"/>
          <a:effectRef idx="0"/>
          <a:fontRef idx="minor"/>
        </p:style>
      </p:sp>
      <p:sp>
        <p:nvSpPr>
          <p:cNvPr id="496" name="Rectangle 4"/>
          <p:cNvSpPr/>
          <p:nvPr/>
        </p:nvSpPr>
        <p:spPr>
          <a:xfrm>
            <a:off x="685800" y="6248520"/>
            <a:ext cx="1904760" cy="456840"/>
          </a:xfrm>
          <a:prstGeom prst="rect">
            <a:avLst/>
          </a:prstGeom>
          <a:noFill/>
          <a:ln w="0">
            <a:noFill/>
          </a:ln>
        </p:spPr>
        <p:style>
          <a:lnRef idx="0"/>
          <a:fillRef idx="0"/>
          <a:effectRef idx="0"/>
          <a:fontRef idx="minor"/>
        </p:style>
      </p:sp>
      <p:sp>
        <p:nvSpPr>
          <p:cNvPr id="497" name="Rectangle 5"/>
          <p:cNvSpPr/>
          <p:nvPr/>
        </p:nvSpPr>
        <p:spPr>
          <a:xfrm>
            <a:off x="3124080" y="6248520"/>
            <a:ext cx="2895120" cy="456840"/>
          </a:xfrm>
          <a:prstGeom prst="rect">
            <a:avLst/>
          </a:prstGeom>
          <a:noFill/>
          <a:ln w="0">
            <a:noFill/>
          </a:ln>
        </p:spPr>
        <p:style>
          <a:lnRef idx="0"/>
          <a:fillRef idx="0"/>
          <a:effectRef idx="0"/>
          <a:fontRef idx="minor"/>
        </p:style>
      </p:sp>
      <p:sp>
        <p:nvSpPr>
          <p:cNvPr id="498" name="Rectangle 6"/>
          <p:cNvSpPr/>
          <p:nvPr/>
        </p:nvSpPr>
        <p:spPr>
          <a:xfrm>
            <a:off x="685800" y="6248520"/>
            <a:ext cx="1904760" cy="456840"/>
          </a:xfrm>
          <a:prstGeom prst="rect">
            <a:avLst/>
          </a:prstGeom>
          <a:noFill/>
          <a:ln w="0">
            <a:noFill/>
          </a:ln>
        </p:spPr>
        <p:style>
          <a:lnRef idx="0"/>
          <a:fillRef idx="0"/>
          <a:effectRef idx="0"/>
          <a:fontRef idx="minor"/>
        </p:style>
      </p:sp>
      <p:sp>
        <p:nvSpPr>
          <p:cNvPr id="499" name="Rectangle 7"/>
          <p:cNvSpPr/>
          <p:nvPr/>
        </p:nvSpPr>
        <p:spPr>
          <a:xfrm>
            <a:off x="3124080" y="6248520"/>
            <a:ext cx="2895120" cy="456840"/>
          </a:xfrm>
          <a:prstGeom prst="rect">
            <a:avLst/>
          </a:prstGeom>
          <a:noFill/>
          <a:ln w="0">
            <a:noFill/>
          </a:ln>
        </p:spPr>
        <p:style>
          <a:lnRef idx="0"/>
          <a:fillRef idx="0"/>
          <a:effectRef idx="0"/>
          <a:fontRef idx="minor"/>
        </p:style>
      </p:sp>
      <p:sp>
        <p:nvSpPr>
          <p:cNvPr id="500" name="Rectangle 8"/>
          <p:cNvSpPr/>
          <p:nvPr/>
        </p:nvSpPr>
        <p:spPr>
          <a:xfrm>
            <a:off x="685800" y="6248520"/>
            <a:ext cx="1904760" cy="456840"/>
          </a:xfrm>
          <a:prstGeom prst="rect">
            <a:avLst/>
          </a:prstGeom>
          <a:noFill/>
          <a:ln w="0">
            <a:noFill/>
          </a:ln>
        </p:spPr>
        <p:style>
          <a:lnRef idx="0"/>
          <a:fillRef idx="0"/>
          <a:effectRef idx="0"/>
          <a:fontRef idx="minor"/>
        </p:style>
      </p:sp>
      <p:sp>
        <p:nvSpPr>
          <p:cNvPr id="501" name="Rectangle 9"/>
          <p:cNvSpPr/>
          <p:nvPr/>
        </p:nvSpPr>
        <p:spPr>
          <a:xfrm>
            <a:off x="3124080" y="6248520"/>
            <a:ext cx="2895120" cy="456840"/>
          </a:xfrm>
          <a:prstGeom prst="rect">
            <a:avLst/>
          </a:prstGeom>
          <a:noFill/>
          <a:ln w="0">
            <a:noFill/>
          </a:ln>
        </p:spPr>
        <p:style>
          <a:lnRef idx="0"/>
          <a:fillRef idx="0"/>
          <a:effectRef idx="0"/>
          <a:fontRef idx="minor"/>
        </p:style>
      </p:sp>
      <p:sp>
        <p:nvSpPr>
          <p:cNvPr id="502" name="Rectangle 10"/>
          <p:cNvSpPr/>
          <p:nvPr/>
        </p:nvSpPr>
        <p:spPr>
          <a:xfrm>
            <a:off x="685800" y="6248520"/>
            <a:ext cx="1904760" cy="456840"/>
          </a:xfrm>
          <a:prstGeom prst="rect">
            <a:avLst/>
          </a:prstGeom>
          <a:noFill/>
          <a:ln w="0">
            <a:noFill/>
          </a:ln>
        </p:spPr>
        <p:style>
          <a:lnRef idx="0"/>
          <a:fillRef idx="0"/>
          <a:effectRef idx="0"/>
          <a:fontRef idx="minor"/>
        </p:style>
      </p:sp>
      <p:sp>
        <p:nvSpPr>
          <p:cNvPr id="503" name="Rectangle 11"/>
          <p:cNvSpPr/>
          <p:nvPr/>
        </p:nvSpPr>
        <p:spPr>
          <a:xfrm>
            <a:off x="3124080" y="6248520"/>
            <a:ext cx="2895120" cy="456840"/>
          </a:xfrm>
          <a:prstGeom prst="rect">
            <a:avLst/>
          </a:prstGeom>
          <a:noFill/>
          <a:ln w="0">
            <a:noFill/>
          </a:ln>
        </p:spPr>
        <p:style>
          <a:lnRef idx="0"/>
          <a:fillRef idx="0"/>
          <a:effectRef idx="0"/>
          <a:fontRef idx="minor"/>
        </p:style>
      </p:sp>
      <p:sp>
        <p:nvSpPr>
          <p:cNvPr id="504" name="Rectangle 12"/>
          <p:cNvSpPr/>
          <p:nvPr/>
        </p:nvSpPr>
        <p:spPr>
          <a:xfrm>
            <a:off x="685800" y="6248520"/>
            <a:ext cx="1904760" cy="456840"/>
          </a:xfrm>
          <a:prstGeom prst="rect">
            <a:avLst/>
          </a:prstGeom>
          <a:noFill/>
          <a:ln w="0">
            <a:noFill/>
          </a:ln>
        </p:spPr>
        <p:style>
          <a:lnRef idx="0"/>
          <a:fillRef idx="0"/>
          <a:effectRef idx="0"/>
          <a:fontRef idx="minor"/>
        </p:style>
      </p:sp>
      <p:sp>
        <p:nvSpPr>
          <p:cNvPr id="505" name="Rectangle 13"/>
          <p:cNvSpPr/>
          <p:nvPr/>
        </p:nvSpPr>
        <p:spPr>
          <a:xfrm>
            <a:off x="3124080" y="6248520"/>
            <a:ext cx="2895120" cy="456840"/>
          </a:xfrm>
          <a:prstGeom prst="rect">
            <a:avLst/>
          </a:prstGeom>
          <a:noFill/>
          <a:ln w="0">
            <a:noFill/>
          </a:ln>
        </p:spPr>
        <p:style>
          <a:lnRef idx="0"/>
          <a:fillRef idx="0"/>
          <a:effectRef idx="0"/>
          <a:fontRef idx="minor"/>
        </p:style>
      </p:sp>
      <p:sp>
        <p:nvSpPr>
          <p:cNvPr id="506" name="Rectangle 14"/>
          <p:cNvSpPr/>
          <p:nvPr/>
        </p:nvSpPr>
        <p:spPr>
          <a:xfrm>
            <a:off x="685800" y="6248520"/>
            <a:ext cx="1904760" cy="456840"/>
          </a:xfrm>
          <a:prstGeom prst="rect">
            <a:avLst/>
          </a:prstGeom>
          <a:noFill/>
          <a:ln w="0">
            <a:noFill/>
          </a:ln>
        </p:spPr>
        <p:style>
          <a:lnRef idx="0"/>
          <a:fillRef idx="0"/>
          <a:effectRef idx="0"/>
          <a:fontRef idx="minor"/>
        </p:style>
      </p:sp>
      <p:sp>
        <p:nvSpPr>
          <p:cNvPr id="507" name="Rectangle 15"/>
          <p:cNvSpPr/>
          <p:nvPr/>
        </p:nvSpPr>
        <p:spPr>
          <a:xfrm>
            <a:off x="3124080" y="6248520"/>
            <a:ext cx="2895120" cy="456840"/>
          </a:xfrm>
          <a:prstGeom prst="rect">
            <a:avLst/>
          </a:prstGeom>
          <a:noFill/>
          <a:ln w="0">
            <a:noFill/>
          </a:ln>
        </p:spPr>
        <p:style>
          <a:lnRef idx="0"/>
          <a:fillRef idx="0"/>
          <a:effectRef idx="0"/>
          <a:fontRef idx="minor"/>
        </p:style>
      </p:sp>
      <p:sp>
        <p:nvSpPr>
          <p:cNvPr id="508" name="PlaceHolder 2"/>
          <p:cNvSpPr>
            <a:spLocks noGrp="1"/>
          </p:cNvSpPr>
          <p:nvPr>
            <p:ph/>
          </p:nvPr>
        </p:nvSpPr>
        <p:spPr>
          <a:xfrm>
            <a:off x="414360" y="990720"/>
            <a:ext cx="8043480" cy="5409720"/>
          </a:xfrm>
          <a:prstGeom prst="rect">
            <a:avLst/>
          </a:prstGeom>
          <a:noFill/>
          <a:ln w="0">
            <a:noFill/>
          </a:ln>
        </p:spPr>
        <p:txBody>
          <a:bodyPr numCol="1" spcCol="0" anchor="t">
            <a:noAutofit/>
          </a:bodyPr>
          <a:p>
            <a:pPr marL="128880" indent="-128880">
              <a:lnSpc>
                <a:spcPct val="100000"/>
              </a:lnSpc>
              <a:spcBef>
                <a:spcPts val="564"/>
              </a:spcBef>
              <a:buClr>
                <a:srgbClr val="002060"/>
              </a:buClr>
              <a:buFont typeface="Arial"/>
              <a:buChar char="•"/>
            </a:pPr>
            <a:r>
              <a:rPr b="1" lang="en-US" sz="2000" spc="-1" strike="noStrike" u="sng">
                <a:solidFill>
                  <a:srgbClr val="002060"/>
                </a:solidFill>
                <a:uFillTx/>
                <a:latin typeface="Calibri"/>
                <a:ea typeface="SimSun"/>
              </a:rPr>
              <a:t>R</a:t>
            </a:r>
            <a:r>
              <a:rPr b="0" lang="en-US" sz="2000" spc="-1" strike="noStrike">
                <a:solidFill>
                  <a:srgbClr val="000000"/>
                </a:solidFill>
                <a:latin typeface="Calibri"/>
                <a:ea typeface="SimSun"/>
              </a:rPr>
              <a:t>elevant:</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pPr>
            <a:r>
              <a:rPr b="0" lang="en-US" sz="2000" spc="-1" strike="noStrike">
                <a:solidFill>
                  <a:srgbClr val="000000"/>
                </a:solidFill>
                <a:latin typeface="Calibri"/>
                <a:ea typeface="SimSun"/>
              </a:rPr>
              <a:t>We’ve all got limited time and energy. Is this even important? Why are we doing it?</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pPr>
            <a:r>
              <a:rPr b="0" lang="en-US" sz="2000" spc="-1" strike="noStrike">
                <a:solidFill>
                  <a:srgbClr val="000000"/>
                </a:solidFill>
                <a:latin typeface="Calibri"/>
                <a:ea typeface="SimSun"/>
              </a:rPr>
              <a:t>Decide If your team has the bandwidth, skills, training, resources and plan.</a:t>
            </a:r>
            <a:endParaRPr b="0" lang="en-US" sz="2000" spc="-1" strike="noStrike">
              <a:solidFill>
                <a:srgbClr val="000000"/>
              </a:solidFill>
              <a:latin typeface="Arial"/>
            </a:endParaRPr>
          </a:p>
          <a:p>
            <a:pPr>
              <a:lnSpc>
                <a:spcPct val="100000"/>
              </a:lnSpc>
              <a:spcBef>
                <a:spcPts val="564"/>
              </a:spcBef>
            </a:pPr>
            <a:endParaRPr b="0" lang="en-US" sz="2000" spc="-1" strike="noStrike">
              <a:solidFill>
                <a:srgbClr val="000000"/>
              </a:solidFill>
              <a:latin typeface="Arial"/>
            </a:endParaRPr>
          </a:p>
          <a:p>
            <a:pPr marL="128880" indent="-128880">
              <a:lnSpc>
                <a:spcPct val="100000"/>
              </a:lnSpc>
              <a:spcBef>
                <a:spcPts val="564"/>
              </a:spcBef>
              <a:buClr>
                <a:srgbClr val="002060"/>
              </a:buClr>
              <a:buFont typeface="Arial"/>
              <a:buChar char="•"/>
            </a:pPr>
            <a:r>
              <a:rPr b="1" lang="en-US" sz="2000" spc="-1" strike="noStrike" u="sng">
                <a:solidFill>
                  <a:srgbClr val="002060"/>
                </a:solidFill>
                <a:uFillTx/>
                <a:latin typeface="Calibri"/>
                <a:ea typeface="SimSun"/>
              </a:rPr>
              <a:t>T</a:t>
            </a:r>
            <a:r>
              <a:rPr b="0" lang="en-US" sz="2000" spc="-1" strike="noStrike">
                <a:solidFill>
                  <a:srgbClr val="000000"/>
                </a:solidFill>
                <a:latin typeface="Calibri"/>
                <a:ea typeface="SimSun"/>
              </a:rPr>
              <a:t>imely:</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When will it be done? When will we check progress? Prefer closer dates so that you have a short feedback loop.</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INVEST- Criteria</a:t>
            </a:r>
            <a:br/>
            <a:endParaRPr b="0" lang="en-US" sz="3200" spc="-1" strike="noStrike">
              <a:solidFill>
                <a:srgbClr val="000000"/>
              </a:solidFill>
              <a:latin typeface="Times New Roman"/>
            </a:endParaRPr>
          </a:p>
        </p:txBody>
      </p:sp>
      <p:sp>
        <p:nvSpPr>
          <p:cNvPr id="510" name="Rectangle 2"/>
          <p:cNvSpPr/>
          <p:nvPr/>
        </p:nvSpPr>
        <p:spPr>
          <a:xfrm>
            <a:off x="685800" y="6248520"/>
            <a:ext cx="1904760" cy="456840"/>
          </a:xfrm>
          <a:prstGeom prst="rect">
            <a:avLst/>
          </a:prstGeom>
          <a:noFill/>
          <a:ln w="0">
            <a:noFill/>
          </a:ln>
        </p:spPr>
        <p:style>
          <a:lnRef idx="0"/>
          <a:fillRef idx="0"/>
          <a:effectRef idx="0"/>
          <a:fontRef idx="minor"/>
        </p:style>
      </p:sp>
      <p:sp>
        <p:nvSpPr>
          <p:cNvPr id="511" name="Rectangle 3"/>
          <p:cNvSpPr/>
          <p:nvPr/>
        </p:nvSpPr>
        <p:spPr>
          <a:xfrm>
            <a:off x="3124080" y="6248520"/>
            <a:ext cx="2895120" cy="456840"/>
          </a:xfrm>
          <a:prstGeom prst="rect">
            <a:avLst/>
          </a:prstGeom>
          <a:noFill/>
          <a:ln w="0">
            <a:noFill/>
          </a:ln>
        </p:spPr>
        <p:style>
          <a:lnRef idx="0"/>
          <a:fillRef idx="0"/>
          <a:effectRef idx="0"/>
          <a:fontRef idx="minor"/>
        </p:style>
      </p:sp>
      <p:sp>
        <p:nvSpPr>
          <p:cNvPr id="512" name="Rectangle 4"/>
          <p:cNvSpPr/>
          <p:nvPr/>
        </p:nvSpPr>
        <p:spPr>
          <a:xfrm>
            <a:off x="685800" y="6248520"/>
            <a:ext cx="1904760" cy="456840"/>
          </a:xfrm>
          <a:prstGeom prst="rect">
            <a:avLst/>
          </a:prstGeom>
          <a:noFill/>
          <a:ln w="0">
            <a:noFill/>
          </a:ln>
        </p:spPr>
        <p:style>
          <a:lnRef idx="0"/>
          <a:fillRef idx="0"/>
          <a:effectRef idx="0"/>
          <a:fontRef idx="minor"/>
        </p:style>
      </p:sp>
      <p:sp>
        <p:nvSpPr>
          <p:cNvPr id="513" name="Rectangle 5"/>
          <p:cNvSpPr/>
          <p:nvPr/>
        </p:nvSpPr>
        <p:spPr>
          <a:xfrm>
            <a:off x="3124080" y="6248520"/>
            <a:ext cx="2895120" cy="456840"/>
          </a:xfrm>
          <a:prstGeom prst="rect">
            <a:avLst/>
          </a:prstGeom>
          <a:noFill/>
          <a:ln w="0">
            <a:noFill/>
          </a:ln>
        </p:spPr>
        <p:style>
          <a:lnRef idx="0"/>
          <a:fillRef idx="0"/>
          <a:effectRef idx="0"/>
          <a:fontRef idx="minor"/>
        </p:style>
      </p:sp>
      <p:sp>
        <p:nvSpPr>
          <p:cNvPr id="514" name="Rectangle 6"/>
          <p:cNvSpPr/>
          <p:nvPr/>
        </p:nvSpPr>
        <p:spPr>
          <a:xfrm>
            <a:off x="685800" y="6248520"/>
            <a:ext cx="1904760" cy="456840"/>
          </a:xfrm>
          <a:prstGeom prst="rect">
            <a:avLst/>
          </a:prstGeom>
          <a:noFill/>
          <a:ln w="0">
            <a:noFill/>
          </a:ln>
        </p:spPr>
        <p:style>
          <a:lnRef idx="0"/>
          <a:fillRef idx="0"/>
          <a:effectRef idx="0"/>
          <a:fontRef idx="minor"/>
        </p:style>
      </p:sp>
      <p:sp>
        <p:nvSpPr>
          <p:cNvPr id="515" name="Rectangle 7"/>
          <p:cNvSpPr/>
          <p:nvPr/>
        </p:nvSpPr>
        <p:spPr>
          <a:xfrm>
            <a:off x="3124080" y="6248520"/>
            <a:ext cx="2895120" cy="456840"/>
          </a:xfrm>
          <a:prstGeom prst="rect">
            <a:avLst/>
          </a:prstGeom>
          <a:noFill/>
          <a:ln w="0">
            <a:noFill/>
          </a:ln>
        </p:spPr>
        <p:style>
          <a:lnRef idx="0"/>
          <a:fillRef idx="0"/>
          <a:effectRef idx="0"/>
          <a:fontRef idx="minor"/>
        </p:style>
      </p:sp>
      <p:sp>
        <p:nvSpPr>
          <p:cNvPr id="516" name="Rectangle 8"/>
          <p:cNvSpPr/>
          <p:nvPr/>
        </p:nvSpPr>
        <p:spPr>
          <a:xfrm>
            <a:off x="685800" y="6248520"/>
            <a:ext cx="1904760" cy="456840"/>
          </a:xfrm>
          <a:prstGeom prst="rect">
            <a:avLst/>
          </a:prstGeom>
          <a:noFill/>
          <a:ln w="0">
            <a:noFill/>
          </a:ln>
        </p:spPr>
        <p:style>
          <a:lnRef idx="0"/>
          <a:fillRef idx="0"/>
          <a:effectRef idx="0"/>
          <a:fontRef idx="minor"/>
        </p:style>
      </p:sp>
      <p:sp>
        <p:nvSpPr>
          <p:cNvPr id="517" name="Rectangle 9"/>
          <p:cNvSpPr/>
          <p:nvPr/>
        </p:nvSpPr>
        <p:spPr>
          <a:xfrm>
            <a:off x="3124080" y="6248520"/>
            <a:ext cx="2895120" cy="456840"/>
          </a:xfrm>
          <a:prstGeom prst="rect">
            <a:avLst/>
          </a:prstGeom>
          <a:noFill/>
          <a:ln w="0">
            <a:noFill/>
          </a:ln>
        </p:spPr>
        <p:style>
          <a:lnRef idx="0"/>
          <a:fillRef idx="0"/>
          <a:effectRef idx="0"/>
          <a:fontRef idx="minor"/>
        </p:style>
      </p:sp>
      <p:sp>
        <p:nvSpPr>
          <p:cNvPr id="518" name="Rectangle 10"/>
          <p:cNvSpPr/>
          <p:nvPr/>
        </p:nvSpPr>
        <p:spPr>
          <a:xfrm>
            <a:off x="685800" y="6248520"/>
            <a:ext cx="1904760" cy="456840"/>
          </a:xfrm>
          <a:prstGeom prst="rect">
            <a:avLst/>
          </a:prstGeom>
          <a:noFill/>
          <a:ln w="0">
            <a:noFill/>
          </a:ln>
        </p:spPr>
        <p:style>
          <a:lnRef idx="0"/>
          <a:fillRef idx="0"/>
          <a:effectRef idx="0"/>
          <a:fontRef idx="minor"/>
        </p:style>
      </p:sp>
      <p:sp>
        <p:nvSpPr>
          <p:cNvPr id="519" name="Rectangle 11"/>
          <p:cNvSpPr/>
          <p:nvPr/>
        </p:nvSpPr>
        <p:spPr>
          <a:xfrm>
            <a:off x="3124080" y="6248520"/>
            <a:ext cx="2895120" cy="456840"/>
          </a:xfrm>
          <a:prstGeom prst="rect">
            <a:avLst/>
          </a:prstGeom>
          <a:noFill/>
          <a:ln w="0">
            <a:noFill/>
          </a:ln>
        </p:spPr>
        <p:style>
          <a:lnRef idx="0"/>
          <a:fillRef idx="0"/>
          <a:effectRef idx="0"/>
          <a:fontRef idx="minor"/>
        </p:style>
      </p:sp>
      <p:sp>
        <p:nvSpPr>
          <p:cNvPr id="520" name="Rectangle 12"/>
          <p:cNvSpPr/>
          <p:nvPr/>
        </p:nvSpPr>
        <p:spPr>
          <a:xfrm>
            <a:off x="685800" y="6248520"/>
            <a:ext cx="1904760" cy="456840"/>
          </a:xfrm>
          <a:prstGeom prst="rect">
            <a:avLst/>
          </a:prstGeom>
          <a:noFill/>
          <a:ln w="0">
            <a:noFill/>
          </a:ln>
        </p:spPr>
        <p:style>
          <a:lnRef idx="0"/>
          <a:fillRef idx="0"/>
          <a:effectRef idx="0"/>
          <a:fontRef idx="minor"/>
        </p:style>
      </p:sp>
      <p:sp>
        <p:nvSpPr>
          <p:cNvPr id="521" name="Rectangle 13"/>
          <p:cNvSpPr/>
          <p:nvPr/>
        </p:nvSpPr>
        <p:spPr>
          <a:xfrm>
            <a:off x="3124080" y="6248520"/>
            <a:ext cx="2895120" cy="456840"/>
          </a:xfrm>
          <a:prstGeom prst="rect">
            <a:avLst/>
          </a:prstGeom>
          <a:noFill/>
          <a:ln w="0">
            <a:noFill/>
          </a:ln>
        </p:spPr>
        <p:style>
          <a:lnRef idx="0"/>
          <a:fillRef idx="0"/>
          <a:effectRef idx="0"/>
          <a:fontRef idx="minor"/>
        </p:style>
      </p:sp>
      <p:sp>
        <p:nvSpPr>
          <p:cNvPr id="522" name="Rectangle 14"/>
          <p:cNvSpPr/>
          <p:nvPr/>
        </p:nvSpPr>
        <p:spPr>
          <a:xfrm>
            <a:off x="685800" y="6248520"/>
            <a:ext cx="1904760" cy="456840"/>
          </a:xfrm>
          <a:prstGeom prst="rect">
            <a:avLst/>
          </a:prstGeom>
          <a:noFill/>
          <a:ln w="0">
            <a:noFill/>
          </a:ln>
        </p:spPr>
        <p:style>
          <a:lnRef idx="0"/>
          <a:fillRef idx="0"/>
          <a:effectRef idx="0"/>
          <a:fontRef idx="minor"/>
        </p:style>
      </p:sp>
      <p:sp>
        <p:nvSpPr>
          <p:cNvPr id="523" name="Rectangle 15"/>
          <p:cNvSpPr/>
          <p:nvPr/>
        </p:nvSpPr>
        <p:spPr>
          <a:xfrm>
            <a:off x="3124080" y="6248520"/>
            <a:ext cx="2895120" cy="456840"/>
          </a:xfrm>
          <a:prstGeom prst="rect">
            <a:avLst/>
          </a:prstGeom>
          <a:noFill/>
          <a:ln w="0">
            <a:noFill/>
          </a:ln>
        </p:spPr>
        <p:style>
          <a:lnRef idx="0"/>
          <a:fillRef idx="0"/>
          <a:effectRef idx="0"/>
          <a:fontRef idx="minor"/>
        </p:style>
      </p:sp>
      <p:sp>
        <p:nvSpPr>
          <p:cNvPr id="524" name="PlaceHolder 2"/>
          <p:cNvSpPr>
            <a:spLocks noGrp="1"/>
          </p:cNvSpPr>
          <p:nvPr>
            <p:ph/>
          </p:nvPr>
        </p:nvSpPr>
        <p:spPr>
          <a:xfrm>
            <a:off x="414360" y="762120"/>
            <a:ext cx="8729280" cy="5787720"/>
          </a:xfrm>
          <a:prstGeom prst="rect">
            <a:avLst/>
          </a:prstGeom>
          <a:noFill/>
          <a:ln w="0">
            <a:noFill/>
          </a:ln>
        </p:spPr>
        <p:txBody>
          <a:bodyPr numCol="1" spcCol="0" anchor="t">
            <a:noAutofit/>
          </a:bodyPr>
          <a:p>
            <a:pPr>
              <a:lnSpc>
                <a:spcPct val="100000"/>
              </a:lnSpc>
              <a:spcBef>
                <a:spcPts val="564"/>
              </a:spcBef>
              <a:tabLst>
                <a:tab algn="l" pos="0"/>
              </a:tabLst>
            </a:pPr>
            <a:r>
              <a:rPr b="0" lang="en-US" sz="2000" spc="-1" strike="noStrike">
                <a:solidFill>
                  <a:srgbClr val="000000"/>
                </a:solidFill>
                <a:latin typeface="Calibri"/>
              </a:rPr>
              <a:t>A well-formed user story needs to meet the INVEST criteria.</a:t>
            </a: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u="sng">
                <a:solidFill>
                  <a:srgbClr val="002060"/>
                </a:solidFill>
                <a:uFillTx/>
                <a:latin typeface="Calibri"/>
                <a:ea typeface="SimSun"/>
              </a:rPr>
              <a:t>I</a:t>
            </a:r>
            <a:r>
              <a:rPr b="0" lang="en-US" sz="2000" spc="-1" strike="noStrike">
                <a:solidFill>
                  <a:srgbClr val="000000"/>
                </a:solidFill>
                <a:latin typeface="Calibri"/>
                <a:ea typeface="SimSun"/>
              </a:rPr>
              <a:t>ndependent:</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The user story should be self-contained, in a way that there is no inherent dependency on another user story.</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Stories Ideally describe non-overlapping bits of functionality, possible to implement in any order, we can develop in any sequence.</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There should be no dependencies between stories.</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u="sng">
                <a:solidFill>
                  <a:srgbClr val="002060"/>
                </a:solidFill>
                <a:uFillTx/>
                <a:latin typeface="Calibri"/>
                <a:ea typeface="SimSun"/>
              </a:rPr>
              <a:t>N</a:t>
            </a:r>
            <a:r>
              <a:rPr b="0" lang="en-US" sz="2000" spc="-1" strike="noStrike">
                <a:solidFill>
                  <a:srgbClr val="000000"/>
                </a:solidFill>
                <a:latin typeface="Calibri"/>
                <a:ea typeface="SimSun"/>
              </a:rPr>
              <a:t>egotiable: </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User Stories are not explicit contract and should leave space for discussion.</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User stories can always be changed or rewritten up until the point of coding.</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Avoid to much details keep them flexible so the team can adjust how much of the story to implement.</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pic>
        <p:nvPicPr>
          <p:cNvPr id="525" name="Picture 4" descr=""/>
          <p:cNvPicPr/>
          <p:nvPr/>
        </p:nvPicPr>
        <p:blipFill>
          <a:blip r:embed="rId1"/>
          <a:stretch/>
        </p:blipFill>
        <p:spPr>
          <a:xfrm>
            <a:off x="2169360" y="3505320"/>
            <a:ext cx="2266560" cy="837720"/>
          </a:xfrm>
          <a:prstGeom prst="rect">
            <a:avLst/>
          </a:prstGeom>
          <a:ln w="0">
            <a:noFill/>
          </a:ln>
        </p:spPr>
      </p:pic>
      <p:pic>
        <p:nvPicPr>
          <p:cNvPr id="526" name="Picture 5" descr=""/>
          <p:cNvPicPr/>
          <p:nvPr/>
        </p:nvPicPr>
        <p:blipFill>
          <a:blip r:embed="rId2"/>
          <a:stretch/>
        </p:blipFill>
        <p:spPr>
          <a:xfrm>
            <a:off x="2514600" y="5553000"/>
            <a:ext cx="2866680" cy="77112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INVEST- Criteria</a:t>
            </a:r>
            <a:br/>
            <a:endParaRPr b="0" lang="en-US" sz="3200" spc="-1" strike="noStrike">
              <a:solidFill>
                <a:srgbClr val="000000"/>
              </a:solidFill>
              <a:latin typeface="Times New Roman"/>
            </a:endParaRPr>
          </a:p>
        </p:txBody>
      </p:sp>
      <p:sp>
        <p:nvSpPr>
          <p:cNvPr id="528" name="Rectangle 2"/>
          <p:cNvSpPr/>
          <p:nvPr/>
        </p:nvSpPr>
        <p:spPr>
          <a:xfrm>
            <a:off x="685800" y="6248520"/>
            <a:ext cx="1904760" cy="456840"/>
          </a:xfrm>
          <a:prstGeom prst="rect">
            <a:avLst/>
          </a:prstGeom>
          <a:noFill/>
          <a:ln w="0">
            <a:noFill/>
          </a:ln>
        </p:spPr>
        <p:style>
          <a:lnRef idx="0"/>
          <a:fillRef idx="0"/>
          <a:effectRef idx="0"/>
          <a:fontRef idx="minor"/>
        </p:style>
      </p:sp>
      <p:sp>
        <p:nvSpPr>
          <p:cNvPr id="529" name="Rectangle 3"/>
          <p:cNvSpPr/>
          <p:nvPr/>
        </p:nvSpPr>
        <p:spPr>
          <a:xfrm>
            <a:off x="3124080" y="6248520"/>
            <a:ext cx="2895120" cy="456840"/>
          </a:xfrm>
          <a:prstGeom prst="rect">
            <a:avLst/>
          </a:prstGeom>
          <a:noFill/>
          <a:ln w="0">
            <a:noFill/>
          </a:ln>
        </p:spPr>
        <p:style>
          <a:lnRef idx="0"/>
          <a:fillRef idx="0"/>
          <a:effectRef idx="0"/>
          <a:fontRef idx="minor"/>
        </p:style>
      </p:sp>
      <p:sp>
        <p:nvSpPr>
          <p:cNvPr id="530" name="Rectangle 4"/>
          <p:cNvSpPr/>
          <p:nvPr/>
        </p:nvSpPr>
        <p:spPr>
          <a:xfrm>
            <a:off x="685800" y="6248520"/>
            <a:ext cx="1904760" cy="456840"/>
          </a:xfrm>
          <a:prstGeom prst="rect">
            <a:avLst/>
          </a:prstGeom>
          <a:noFill/>
          <a:ln w="0">
            <a:noFill/>
          </a:ln>
        </p:spPr>
        <p:style>
          <a:lnRef idx="0"/>
          <a:fillRef idx="0"/>
          <a:effectRef idx="0"/>
          <a:fontRef idx="minor"/>
        </p:style>
      </p:sp>
      <p:sp>
        <p:nvSpPr>
          <p:cNvPr id="531" name="Rectangle 5"/>
          <p:cNvSpPr/>
          <p:nvPr/>
        </p:nvSpPr>
        <p:spPr>
          <a:xfrm>
            <a:off x="3124080" y="6248520"/>
            <a:ext cx="2895120" cy="456840"/>
          </a:xfrm>
          <a:prstGeom prst="rect">
            <a:avLst/>
          </a:prstGeom>
          <a:noFill/>
          <a:ln w="0">
            <a:noFill/>
          </a:ln>
        </p:spPr>
        <p:style>
          <a:lnRef idx="0"/>
          <a:fillRef idx="0"/>
          <a:effectRef idx="0"/>
          <a:fontRef idx="minor"/>
        </p:style>
      </p:sp>
      <p:sp>
        <p:nvSpPr>
          <p:cNvPr id="532" name="Rectangle 6"/>
          <p:cNvSpPr/>
          <p:nvPr/>
        </p:nvSpPr>
        <p:spPr>
          <a:xfrm>
            <a:off x="685800" y="6248520"/>
            <a:ext cx="1904760" cy="456840"/>
          </a:xfrm>
          <a:prstGeom prst="rect">
            <a:avLst/>
          </a:prstGeom>
          <a:noFill/>
          <a:ln w="0">
            <a:noFill/>
          </a:ln>
        </p:spPr>
        <p:style>
          <a:lnRef idx="0"/>
          <a:fillRef idx="0"/>
          <a:effectRef idx="0"/>
          <a:fontRef idx="minor"/>
        </p:style>
      </p:sp>
      <p:sp>
        <p:nvSpPr>
          <p:cNvPr id="533" name="Rectangle 7"/>
          <p:cNvSpPr/>
          <p:nvPr/>
        </p:nvSpPr>
        <p:spPr>
          <a:xfrm>
            <a:off x="3124080" y="6248520"/>
            <a:ext cx="2895120" cy="456840"/>
          </a:xfrm>
          <a:prstGeom prst="rect">
            <a:avLst/>
          </a:prstGeom>
          <a:noFill/>
          <a:ln w="0">
            <a:noFill/>
          </a:ln>
        </p:spPr>
        <p:style>
          <a:lnRef idx="0"/>
          <a:fillRef idx="0"/>
          <a:effectRef idx="0"/>
          <a:fontRef idx="minor"/>
        </p:style>
      </p:sp>
      <p:sp>
        <p:nvSpPr>
          <p:cNvPr id="534" name="Rectangle 8"/>
          <p:cNvSpPr/>
          <p:nvPr/>
        </p:nvSpPr>
        <p:spPr>
          <a:xfrm>
            <a:off x="685800" y="6248520"/>
            <a:ext cx="1904760" cy="456840"/>
          </a:xfrm>
          <a:prstGeom prst="rect">
            <a:avLst/>
          </a:prstGeom>
          <a:noFill/>
          <a:ln w="0">
            <a:noFill/>
          </a:ln>
        </p:spPr>
        <p:style>
          <a:lnRef idx="0"/>
          <a:fillRef idx="0"/>
          <a:effectRef idx="0"/>
          <a:fontRef idx="minor"/>
        </p:style>
      </p:sp>
      <p:sp>
        <p:nvSpPr>
          <p:cNvPr id="535" name="Rectangle 9"/>
          <p:cNvSpPr/>
          <p:nvPr/>
        </p:nvSpPr>
        <p:spPr>
          <a:xfrm>
            <a:off x="3124080" y="6248520"/>
            <a:ext cx="2895120" cy="456840"/>
          </a:xfrm>
          <a:prstGeom prst="rect">
            <a:avLst/>
          </a:prstGeom>
          <a:noFill/>
          <a:ln w="0">
            <a:noFill/>
          </a:ln>
        </p:spPr>
        <p:style>
          <a:lnRef idx="0"/>
          <a:fillRef idx="0"/>
          <a:effectRef idx="0"/>
          <a:fontRef idx="minor"/>
        </p:style>
      </p:sp>
      <p:sp>
        <p:nvSpPr>
          <p:cNvPr id="536" name="Rectangle 10"/>
          <p:cNvSpPr/>
          <p:nvPr/>
        </p:nvSpPr>
        <p:spPr>
          <a:xfrm>
            <a:off x="685800" y="6248520"/>
            <a:ext cx="1904760" cy="456840"/>
          </a:xfrm>
          <a:prstGeom prst="rect">
            <a:avLst/>
          </a:prstGeom>
          <a:noFill/>
          <a:ln w="0">
            <a:noFill/>
          </a:ln>
        </p:spPr>
        <p:style>
          <a:lnRef idx="0"/>
          <a:fillRef idx="0"/>
          <a:effectRef idx="0"/>
          <a:fontRef idx="minor"/>
        </p:style>
      </p:sp>
      <p:sp>
        <p:nvSpPr>
          <p:cNvPr id="537" name="Rectangle 11"/>
          <p:cNvSpPr/>
          <p:nvPr/>
        </p:nvSpPr>
        <p:spPr>
          <a:xfrm>
            <a:off x="3124080" y="6248520"/>
            <a:ext cx="2895120" cy="456840"/>
          </a:xfrm>
          <a:prstGeom prst="rect">
            <a:avLst/>
          </a:prstGeom>
          <a:noFill/>
          <a:ln w="0">
            <a:noFill/>
          </a:ln>
        </p:spPr>
        <p:style>
          <a:lnRef idx="0"/>
          <a:fillRef idx="0"/>
          <a:effectRef idx="0"/>
          <a:fontRef idx="minor"/>
        </p:style>
      </p:sp>
      <p:sp>
        <p:nvSpPr>
          <p:cNvPr id="538" name="Rectangle 12"/>
          <p:cNvSpPr/>
          <p:nvPr/>
        </p:nvSpPr>
        <p:spPr>
          <a:xfrm>
            <a:off x="685800" y="6248520"/>
            <a:ext cx="1904760" cy="456840"/>
          </a:xfrm>
          <a:prstGeom prst="rect">
            <a:avLst/>
          </a:prstGeom>
          <a:noFill/>
          <a:ln w="0">
            <a:noFill/>
          </a:ln>
        </p:spPr>
        <p:style>
          <a:lnRef idx="0"/>
          <a:fillRef idx="0"/>
          <a:effectRef idx="0"/>
          <a:fontRef idx="minor"/>
        </p:style>
      </p:sp>
      <p:sp>
        <p:nvSpPr>
          <p:cNvPr id="539" name="Rectangle 13"/>
          <p:cNvSpPr/>
          <p:nvPr/>
        </p:nvSpPr>
        <p:spPr>
          <a:xfrm>
            <a:off x="3124080" y="6248520"/>
            <a:ext cx="2895120" cy="456840"/>
          </a:xfrm>
          <a:prstGeom prst="rect">
            <a:avLst/>
          </a:prstGeom>
          <a:noFill/>
          <a:ln w="0">
            <a:noFill/>
          </a:ln>
        </p:spPr>
        <p:style>
          <a:lnRef idx="0"/>
          <a:fillRef idx="0"/>
          <a:effectRef idx="0"/>
          <a:fontRef idx="minor"/>
        </p:style>
      </p:sp>
      <p:sp>
        <p:nvSpPr>
          <p:cNvPr id="540" name="Rectangle 14"/>
          <p:cNvSpPr/>
          <p:nvPr/>
        </p:nvSpPr>
        <p:spPr>
          <a:xfrm>
            <a:off x="685800" y="6248520"/>
            <a:ext cx="1904760" cy="456840"/>
          </a:xfrm>
          <a:prstGeom prst="rect">
            <a:avLst/>
          </a:prstGeom>
          <a:noFill/>
          <a:ln w="0">
            <a:noFill/>
          </a:ln>
        </p:spPr>
        <p:style>
          <a:lnRef idx="0"/>
          <a:fillRef idx="0"/>
          <a:effectRef idx="0"/>
          <a:fontRef idx="minor"/>
        </p:style>
      </p:sp>
      <p:sp>
        <p:nvSpPr>
          <p:cNvPr id="541" name="Rectangle 15"/>
          <p:cNvSpPr/>
          <p:nvPr/>
        </p:nvSpPr>
        <p:spPr>
          <a:xfrm>
            <a:off x="3124080" y="6248520"/>
            <a:ext cx="2895120" cy="456840"/>
          </a:xfrm>
          <a:prstGeom prst="rect">
            <a:avLst/>
          </a:prstGeom>
          <a:noFill/>
          <a:ln w="0">
            <a:noFill/>
          </a:ln>
        </p:spPr>
        <p:style>
          <a:lnRef idx="0"/>
          <a:fillRef idx="0"/>
          <a:effectRef idx="0"/>
          <a:fontRef idx="minor"/>
        </p:style>
      </p:sp>
      <p:sp>
        <p:nvSpPr>
          <p:cNvPr id="542" name="PlaceHolder 2"/>
          <p:cNvSpPr>
            <a:spLocks noGrp="1"/>
          </p:cNvSpPr>
          <p:nvPr>
            <p:ph/>
          </p:nvPr>
        </p:nvSpPr>
        <p:spPr>
          <a:xfrm>
            <a:off x="414360" y="990720"/>
            <a:ext cx="8043480" cy="5409720"/>
          </a:xfrm>
          <a:prstGeom prst="rect">
            <a:avLst/>
          </a:prstGeom>
          <a:noFill/>
          <a:ln w="0">
            <a:noFill/>
          </a:ln>
        </p:spPr>
        <p:txBody>
          <a:bodyPr numCol="1" spcCol="0" anchor="t">
            <a:noAutofit/>
          </a:bodyPr>
          <a:p>
            <a:pPr>
              <a:lnSpc>
                <a:spcPct val="100000"/>
              </a:lnSpc>
              <a:spcBef>
                <a:spcPts val="564"/>
              </a:spcBef>
              <a:tabLst>
                <a:tab algn="l" pos="0"/>
              </a:tabLst>
            </a:pPr>
            <a:r>
              <a:rPr b="1" lang="en-US" sz="2000" spc="-1" strike="noStrike" u="sng">
                <a:solidFill>
                  <a:srgbClr val="002060"/>
                </a:solidFill>
                <a:uFillTx/>
                <a:latin typeface="Calibri"/>
                <a:ea typeface="SimSun"/>
              </a:rPr>
              <a:t>V</a:t>
            </a:r>
            <a:r>
              <a:rPr b="0" lang="en-US" sz="2000" spc="-1" strike="noStrike">
                <a:solidFill>
                  <a:srgbClr val="000000"/>
                </a:solidFill>
                <a:latin typeface="Calibri"/>
                <a:ea typeface="SimSun"/>
              </a:rPr>
              <a:t>aluable:</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A user story must deliver value to the stakeholders or business.</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Stories value makes sense from a customer or end user’s perspective . They are not described in terms of a developer’s tasks.</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u="sng">
                <a:solidFill>
                  <a:srgbClr val="002060"/>
                </a:solidFill>
                <a:uFillTx/>
                <a:latin typeface="Calibri"/>
                <a:ea typeface="SimSun"/>
              </a:rPr>
              <a:t>E</a:t>
            </a:r>
            <a:r>
              <a:rPr b="0" lang="en-US" sz="2000" spc="-1" strike="noStrike">
                <a:solidFill>
                  <a:srgbClr val="000000"/>
                </a:solidFill>
                <a:latin typeface="Calibri"/>
                <a:ea typeface="SimSun"/>
              </a:rPr>
              <a:t>stimatable: </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The team can estimate the difficulty of the story( at least to a rough level).</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The Team must be able to use them for planning purpose.</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A  story must be understood well enough to be estimated.</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pic>
        <p:nvPicPr>
          <p:cNvPr id="543" name="Picture 4" descr=""/>
          <p:cNvPicPr/>
          <p:nvPr/>
        </p:nvPicPr>
        <p:blipFill>
          <a:blip r:embed="rId1"/>
          <a:stretch/>
        </p:blipFill>
        <p:spPr>
          <a:xfrm>
            <a:off x="2743200" y="2698200"/>
            <a:ext cx="2657160" cy="713880"/>
          </a:xfrm>
          <a:prstGeom prst="rect">
            <a:avLst/>
          </a:prstGeom>
          <a:ln w="0">
            <a:noFill/>
          </a:ln>
        </p:spPr>
      </p:pic>
      <p:pic>
        <p:nvPicPr>
          <p:cNvPr id="544" name="Picture 5" descr=""/>
          <p:cNvPicPr/>
          <p:nvPr/>
        </p:nvPicPr>
        <p:blipFill>
          <a:blip r:embed="rId2"/>
          <a:stretch/>
        </p:blipFill>
        <p:spPr>
          <a:xfrm>
            <a:off x="2743200" y="5181480"/>
            <a:ext cx="2657160" cy="76176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INVEST- Criteria</a:t>
            </a:r>
            <a:br/>
            <a:endParaRPr b="0" lang="en-US" sz="3200" spc="-1" strike="noStrike">
              <a:solidFill>
                <a:srgbClr val="000000"/>
              </a:solidFill>
              <a:latin typeface="Times New Roman"/>
            </a:endParaRPr>
          </a:p>
        </p:txBody>
      </p:sp>
      <p:sp>
        <p:nvSpPr>
          <p:cNvPr id="546" name="Rectangle 2"/>
          <p:cNvSpPr/>
          <p:nvPr/>
        </p:nvSpPr>
        <p:spPr>
          <a:xfrm>
            <a:off x="685800" y="6248520"/>
            <a:ext cx="1904760" cy="456840"/>
          </a:xfrm>
          <a:prstGeom prst="rect">
            <a:avLst/>
          </a:prstGeom>
          <a:noFill/>
          <a:ln w="0">
            <a:noFill/>
          </a:ln>
        </p:spPr>
        <p:style>
          <a:lnRef idx="0"/>
          <a:fillRef idx="0"/>
          <a:effectRef idx="0"/>
          <a:fontRef idx="minor"/>
        </p:style>
      </p:sp>
      <p:sp>
        <p:nvSpPr>
          <p:cNvPr id="547" name="Rectangle 3"/>
          <p:cNvSpPr/>
          <p:nvPr/>
        </p:nvSpPr>
        <p:spPr>
          <a:xfrm>
            <a:off x="3124080" y="6248520"/>
            <a:ext cx="2895120" cy="456840"/>
          </a:xfrm>
          <a:prstGeom prst="rect">
            <a:avLst/>
          </a:prstGeom>
          <a:noFill/>
          <a:ln w="0">
            <a:noFill/>
          </a:ln>
        </p:spPr>
        <p:style>
          <a:lnRef idx="0"/>
          <a:fillRef idx="0"/>
          <a:effectRef idx="0"/>
          <a:fontRef idx="minor"/>
        </p:style>
      </p:sp>
      <p:sp>
        <p:nvSpPr>
          <p:cNvPr id="548" name="Rectangle 4"/>
          <p:cNvSpPr/>
          <p:nvPr/>
        </p:nvSpPr>
        <p:spPr>
          <a:xfrm>
            <a:off x="685800" y="6248520"/>
            <a:ext cx="1904760" cy="456840"/>
          </a:xfrm>
          <a:prstGeom prst="rect">
            <a:avLst/>
          </a:prstGeom>
          <a:noFill/>
          <a:ln w="0">
            <a:noFill/>
          </a:ln>
        </p:spPr>
        <p:style>
          <a:lnRef idx="0"/>
          <a:fillRef idx="0"/>
          <a:effectRef idx="0"/>
          <a:fontRef idx="minor"/>
        </p:style>
      </p:sp>
      <p:sp>
        <p:nvSpPr>
          <p:cNvPr id="549" name="Rectangle 5"/>
          <p:cNvSpPr/>
          <p:nvPr/>
        </p:nvSpPr>
        <p:spPr>
          <a:xfrm>
            <a:off x="3124080" y="6248520"/>
            <a:ext cx="2895120" cy="456840"/>
          </a:xfrm>
          <a:prstGeom prst="rect">
            <a:avLst/>
          </a:prstGeom>
          <a:noFill/>
          <a:ln w="0">
            <a:noFill/>
          </a:ln>
        </p:spPr>
        <p:style>
          <a:lnRef idx="0"/>
          <a:fillRef idx="0"/>
          <a:effectRef idx="0"/>
          <a:fontRef idx="minor"/>
        </p:style>
      </p:sp>
      <p:sp>
        <p:nvSpPr>
          <p:cNvPr id="550" name="Rectangle 6"/>
          <p:cNvSpPr/>
          <p:nvPr/>
        </p:nvSpPr>
        <p:spPr>
          <a:xfrm>
            <a:off x="685800" y="6248520"/>
            <a:ext cx="1904760" cy="456840"/>
          </a:xfrm>
          <a:prstGeom prst="rect">
            <a:avLst/>
          </a:prstGeom>
          <a:noFill/>
          <a:ln w="0">
            <a:noFill/>
          </a:ln>
        </p:spPr>
        <p:style>
          <a:lnRef idx="0"/>
          <a:fillRef idx="0"/>
          <a:effectRef idx="0"/>
          <a:fontRef idx="minor"/>
        </p:style>
      </p:sp>
      <p:sp>
        <p:nvSpPr>
          <p:cNvPr id="551" name="Rectangle 7"/>
          <p:cNvSpPr/>
          <p:nvPr/>
        </p:nvSpPr>
        <p:spPr>
          <a:xfrm>
            <a:off x="3124080" y="6248520"/>
            <a:ext cx="2895120" cy="456840"/>
          </a:xfrm>
          <a:prstGeom prst="rect">
            <a:avLst/>
          </a:prstGeom>
          <a:noFill/>
          <a:ln w="0">
            <a:noFill/>
          </a:ln>
        </p:spPr>
        <p:style>
          <a:lnRef idx="0"/>
          <a:fillRef idx="0"/>
          <a:effectRef idx="0"/>
          <a:fontRef idx="minor"/>
        </p:style>
      </p:sp>
      <p:sp>
        <p:nvSpPr>
          <p:cNvPr id="552" name="Rectangle 8"/>
          <p:cNvSpPr/>
          <p:nvPr/>
        </p:nvSpPr>
        <p:spPr>
          <a:xfrm>
            <a:off x="685800" y="6248520"/>
            <a:ext cx="1904760" cy="456840"/>
          </a:xfrm>
          <a:prstGeom prst="rect">
            <a:avLst/>
          </a:prstGeom>
          <a:noFill/>
          <a:ln w="0">
            <a:noFill/>
          </a:ln>
        </p:spPr>
        <p:style>
          <a:lnRef idx="0"/>
          <a:fillRef idx="0"/>
          <a:effectRef idx="0"/>
          <a:fontRef idx="minor"/>
        </p:style>
      </p:sp>
      <p:sp>
        <p:nvSpPr>
          <p:cNvPr id="553" name="Rectangle 9"/>
          <p:cNvSpPr/>
          <p:nvPr/>
        </p:nvSpPr>
        <p:spPr>
          <a:xfrm>
            <a:off x="3124080" y="6248520"/>
            <a:ext cx="2895120" cy="456840"/>
          </a:xfrm>
          <a:prstGeom prst="rect">
            <a:avLst/>
          </a:prstGeom>
          <a:noFill/>
          <a:ln w="0">
            <a:noFill/>
          </a:ln>
        </p:spPr>
        <p:style>
          <a:lnRef idx="0"/>
          <a:fillRef idx="0"/>
          <a:effectRef idx="0"/>
          <a:fontRef idx="minor"/>
        </p:style>
      </p:sp>
      <p:sp>
        <p:nvSpPr>
          <p:cNvPr id="554" name="Rectangle 10"/>
          <p:cNvSpPr/>
          <p:nvPr/>
        </p:nvSpPr>
        <p:spPr>
          <a:xfrm>
            <a:off x="685800" y="6248520"/>
            <a:ext cx="1904760" cy="456840"/>
          </a:xfrm>
          <a:prstGeom prst="rect">
            <a:avLst/>
          </a:prstGeom>
          <a:noFill/>
          <a:ln w="0">
            <a:noFill/>
          </a:ln>
        </p:spPr>
        <p:style>
          <a:lnRef idx="0"/>
          <a:fillRef idx="0"/>
          <a:effectRef idx="0"/>
          <a:fontRef idx="minor"/>
        </p:style>
      </p:sp>
      <p:sp>
        <p:nvSpPr>
          <p:cNvPr id="555" name="Rectangle 11"/>
          <p:cNvSpPr/>
          <p:nvPr/>
        </p:nvSpPr>
        <p:spPr>
          <a:xfrm>
            <a:off x="3124080" y="6248520"/>
            <a:ext cx="2895120" cy="456840"/>
          </a:xfrm>
          <a:prstGeom prst="rect">
            <a:avLst/>
          </a:prstGeom>
          <a:noFill/>
          <a:ln w="0">
            <a:noFill/>
          </a:ln>
        </p:spPr>
        <p:style>
          <a:lnRef idx="0"/>
          <a:fillRef idx="0"/>
          <a:effectRef idx="0"/>
          <a:fontRef idx="minor"/>
        </p:style>
      </p:sp>
      <p:sp>
        <p:nvSpPr>
          <p:cNvPr id="556" name="Rectangle 12"/>
          <p:cNvSpPr/>
          <p:nvPr/>
        </p:nvSpPr>
        <p:spPr>
          <a:xfrm>
            <a:off x="685800" y="6248520"/>
            <a:ext cx="1904760" cy="456840"/>
          </a:xfrm>
          <a:prstGeom prst="rect">
            <a:avLst/>
          </a:prstGeom>
          <a:noFill/>
          <a:ln w="0">
            <a:noFill/>
          </a:ln>
        </p:spPr>
        <p:style>
          <a:lnRef idx="0"/>
          <a:fillRef idx="0"/>
          <a:effectRef idx="0"/>
          <a:fontRef idx="minor"/>
        </p:style>
      </p:sp>
      <p:sp>
        <p:nvSpPr>
          <p:cNvPr id="557" name="Rectangle 13"/>
          <p:cNvSpPr/>
          <p:nvPr/>
        </p:nvSpPr>
        <p:spPr>
          <a:xfrm>
            <a:off x="3124080" y="6248520"/>
            <a:ext cx="2895120" cy="456840"/>
          </a:xfrm>
          <a:prstGeom prst="rect">
            <a:avLst/>
          </a:prstGeom>
          <a:noFill/>
          <a:ln w="0">
            <a:noFill/>
          </a:ln>
        </p:spPr>
        <p:style>
          <a:lnRef idx="0"/>
          <a:fillRef idx="0"/>
          <a:effectRef idx="0"/>
          <a:fontRef idx="minor"/>
        </p:style>
      </p:sp>
      <p:sp>
        <p:nvSpPr>
          <p:cNvPr id="558" name="Rectangle 14"/>
          <p:cNvSpPr/>
          <p:nvPr/>
        </p:nvSpPr>
        <p:spPr>
          <a:xfrm>
            <a:off x="685800" y="6248520"/>
            <a:ext cx="1904760" cy="456840"/>
          </a:xfrm>
          <a:prstGeom prst="rect">
            <a:avLst/>
          </a:prstGeom>
          <a:noFill/>
          <a:ln w="0">
            <a:noFill/>
          </a:ln>
        </p:spPr>
        <p:style>
          <a:lnRef idx="0"/>
          <a:fillRef idx="0"/>
          <a:effectRef idx="0"/>
          <a:fontRef idx="minor"/>
        </p:style>
      </p:sp>
      <p:sp>
        <p:nvSpPr>
          <p:cNvPr id="559" name="Rectangle 15"/>
          <p:cNvSpPr/>
          <p:nvPr/>
        </p:nvSpPr>
        <p:spPr>
          <a:xfrm>
            <a:off x="3124080" y="6248520"/>
            <a:ext cx="2895120" cy="456840"/>
          </a:xfrm>
          <a:prstGeom prst="rect">
            <a:avLst/>
          </a:prstGeom>
          <a:noFill/>
          <a:ln w="0">
            <a:noFill/>
          </a:ln>
        </p:spPr>
        <p:style>
          <a:lnRef idx="0"/>
          <a:fillRef idx="0"/>
          <a:effectRef idx="0"/>
          <a:fontRef idx="minor"/>
        </p:style>
      </p:sp>
      <p:sp>
        <p:nvSpPr>
          <p:cNvPr id="560" name="PlaceHolder 2"/>
          <p:cNvSpPr>
            <a:spLocks noGrp="1"/>
          </p:cNvSpPr>
          <p:nvPr>
            <p:ph/>
          </p:nvPr>
        </p:nvSpPr>
        <p:spPr>
          <a:xfrm>
            <a:off x="414360" y="990720"/>
            <a:ext cx="8043480" cy="5409720"/>
          </a:xfrm>
          <a:prstGeom prst="rect">
            <a:avLst/>
          </a:prstGeom>
          <a:noFill/>
          <a:ln w="0">
            <a:noFill/>
          </a:ln>
        </p:spPr>
        <p:txBody>
          <a:bodyPr numCol="1" spcCol="0" anchor="t">
            <a:noAutofit/>
          </a:bodyPr>
          <a:p>
            <a:pPr>
              <a:lnSpc>
                <a:spcPct val="100000"/>
              </a:lnSpc>
              <a:spcBef>
                <a:spcPts val="564"/>
              </a:spcBef>
              <a:tabLst>
                <a:tab algn="l" pos="0"/>
              </a:tabLst>
            </a:pPr>
            <a:r>
              <a:rPr b="1" lang="en-US" sz="2000" spc="-1" strike="noStrike" u="sng">
                <a:solidFill>
                  <a:srgbClr val="002060"/>
                </a:solidFill>
                <a:uFillTx/>
                <a:latin typeface="Calibri"/>
                <a:ea typeface="SimSun"/>
              </a:rPr>
              <a:t>S</a:t>
            </a:r>
            <a:r>
              <a:rPr b="0" lang="en-US" sz="2000" spc="-1" strike="noStrike">
                <a:solidFill>
                  <a:srgbClr val="000000"/>
                </a:solidFill>
                <a:latin typeface="Calibri"/>
                <a:ea typeface="SimSun"/>
              </a:rPr>
              <a:t>mall:</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User stories should not be too big or too small in the context of the deadline.</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The Story should be able to be designed, coded and tested with in the sprint.</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They should be small , one sprint or less.</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1" lang="en-US" sz="1800" spc="-1" strike="noStrike" u="sng">
                <a:solidFill>
                  <a:srgbClr val="002060"/>
                </a:solidFill>
                <a:uFillTx/>
                <a:latin typeface="Calibri"/>
                <a:ea typeface="SimSun"/>
              </a:rPr>
              <a:t>T</a:t>
            </a:r>
            <a:r>
              <a:rPr b="0" lang="en-US" sz="1800" spc="-1" strike="noStrike">
                <a:solidFill>
                  <a:srgbClr val="000000"/>
                </a:solidFill>
                <a:latin typeface="Calibri"/>
                <a:ea typeface="SimSun"/>
              </a:rPr>
              <a:t>estable: </a:t>
            </a:r>
            <a:endParaRPr b="0" lang="en-US" sz="18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Document acceptance criteria, or the definition of done for the story, which leads to test cases.</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pic>
        <p:nvPicPr>
          <p:cNvPr id="561" name="Picture 1" descr=""/>
          <p:cNvPicPr/>
          <p:nvPr/>
        </p:nvPicPr>
        <p:blipFill>
          <a:blip r:embed="rId1"/>
          <a:stretch/>
        </p:blipFill>
        <p:spPr>
          <a:xfrm>
            <a:off x="3481560" y="3286080"/>
            <a:ext cx="2180880" cy="818640"/>
          </a:xfrm>
          <a:prstGeom prst="rect">
            <a:avLst/>
          </a:prstGeom>
          <a:ln w="0">
            <a:noFill/>
          </a:ln>
        </p:spPr>
      </p:pic>
      <p:pic>
        <p:nvPicPr>
          <p:cNvPr id="562" name="Picture 3" descr=""/>
          <p:cNvPicPr/>
          <p:nvPr/>
        </p:nvPicPr>
        <p:blipFill>
          <a:blip r:embed="rId2"/>
          <a:stretch/>
        </p:blipFill>
        <p:spPr>
          <a:xfrm>
            <a:off x="3276720" y="5105520"/>
            <a:ext cx="2742840" cy="142848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r>
              <a:rPr b="1" lang="en-US" sz="3200" spc="-1" strike="noStrike">
                <a:solidFill>
                  <a:srgbClr val="0056a4"/>
                </a:solidFill>
                <a:latin typeface="Arial"/>
              </a:rPr>
              <a:t>SMART- INVEST</a:t>
            </a:r>
            <a:endParaRPr b="0" lang="en-US" sz="3200" spc="-1" strike="noStrike">
              <a:solidFill>
                <a:srgbClr val="000000"/>
              </a:solidFill>
              <a:latin typeface="Times New Roman"/>
            </a:endParaRPr>
          </a:p>
        </p:txBody>
      </p:sp>
      <p:sp>
        <p:nvSpPr>
          <p:cNvPr id="564" name="Rectangle 2"/>
          <p:cNvSpPr/>
          <p:nvPr/>
        </p:nvSpPr>
        <p:spPr>
          <a:xfrm>
            <a:off x="685800" y="6248520"/>
            <a:ext cx="1904760" cy="456840"/>
          </a:xfrm>
          <a:prstGeom prst="rect">
            <a:avLst/>
          </a:prstGeom>
          <a:noFill/>
          <a:ln w="0">
            <a:noFill/>
          </a:ln>
        </p:spPr>
        <p:style>
          <a:lnRef idx="0"/>
          <a:fillRef idx="0"/>
          <a:effectRef idx="0"/>
          <a:fontRef idx="minor"/>
        </p:style>
      </p:sp>
      <p:sp>
        <p:nvSpPr>
          <p:cNvPr id="565" name="Rectangle 3"/>
          <p:cNvSpPr/>
          <p:nvPr/>
        </p:nvSpPr>
        <p:spPr>
          <a:xfrm>
            <a:off x="3124080" y="6248520"/>
            <a:ext cx="2895120" cy="456840"/>
          </a:xfrm>
          <a:prstGeom prst="rect">
            <a:avLst/>
          </a:prstGeom>
          <a:noFill/>
          <a:ln w="0">
            <a:noFill/>
          </a:ln>
        </p:spPr>
        <p:style>
          <a:lnRef idx="0"/>
          <a:fillRef idx="0"/>
          <a:effectRef idx="0"/>
          <a:fontRef idx="minor"/>
        </p:style>
      </p:sp>
      <p:sp>
        <p:nvSpPr>
          <p:cNvPr id="566" name="Rectangle 4"/>
          <p:cNvSpPr/>
          <p:nvPr/>
        </p:nvSpPr>
        <p:spPr>
          <a:xfrm>
            <a:off x="685800" y="6248520"/>
            <a:ext cx="1904760" cy="456840"/>
          </a:xfrm>
          <a:prstGeom prst="rect">
            <a:avLst/>
          </a:prstGeom>
          <a:noFill/>
          <a:ln w="0">
            <a:noFill/>
          </a:ln>
        </p:spPr>
        <p:style>
          <a:lnRef idx="0"/>
          <a:fillRef idx="0"/>
          <a:effectRef idx="0"/>
          <a:fontRef idx="minor"/>
        </p:style>
      </p:sp>
      <p:sp>
        <p:nvSpPr>
          <p:cNvPr id="567" name="Rectangle 5"/>
          <p:cNvSpPr/>
          <p:nvPr/>
        </p:nvSpPr>
        <p:spPr>
          <a:xfrm>
            <a:off x="3124080" y="6248520"/>
            <a:ext cx="2895120" cy="456840"/>
          </a:xfrm>
          <a:prstGeom prst="rect">
            <a:avLst/>
          </a:prstGeom>
          <a:noFill/>
          <a:ln w="0">
            <a:noFill/>
          </a:ln>
        </p:spPr>
        <p:style>
          <a:lnRef idx="0"/>
          <a:fillRef idx="0"/>
          <a:effectRef idx="0"/>
          <a:fontRef idx="minor"/>
        </p:style>
      </p:sp>
      <p:sp>
        <p:nvSpPr>
          <p:cNvPr id="568" name="Rectangle 6"/>
          <p:cNvSpPr/>
          <p:nvPr/>
        </p:nvSpPr>
        <p:spPr>
          <a:xfrm>
            <a:off x="685800" y="6248520"/>
            <a:ext cx="1904760" cy="456840"/>
          </a:xfrm>
          <a:prstGeom prst="rect">
            <a:avLst/>
          </a:prstGeom>
          <a:noFill/>
          <a:ln w="0">
            <a:noFill/>
          </a:ln>
        </p:spPr>
        <p:style>
          <a:lnRef idx="0"/>
          <a:fillRef idx="0"/>
          <a:effectRef idx="0"/>
          <a:fontRef idx="minor"/>
        </p:style>
      </p:sp>
      <p:sp>
        <p:nvSpPr>
          <p:cNvPr id="569" name="Rectangle 7"/>
          <p:cNvSpPr/>
          <p:nvPr/>
        </p:nvSpPr>
        <p:spPr>
          <a:xfrm>
            <a:off x="3124080" y="6248520"/>
            <a:ext cx="2895120" cy="456840"/>
          </a:xfrm>
          <a:prstGeom prst="rect">
            <a:avLst/>
          </a:prstGeom>
          <a:noFill/>
          <a:ln w="0">
            <a:noFill/>
          </a:ln>
        </p:spPr>
        <p:style>
          <a:lnRef idx="0"/>
          <a:fillRef idx="0"/>
          <a:effectRef idx="0"/>
          <a:fontRef idx="minor"/>
        </p:style>
      </p:sp>
      <p:sp>
        <p:nvSpPr>
          <p:cNvPr id="570" name="Rectangle 8"/>
          <p:cNvSpPr/>
          <p:nvPr/>
        </p:nvSpPr>
        <p:spPr>
          <a:xfrm>
            <a:off x="685800" y="6248520"/>
            <a:ext cx="1904760" cy="456840"/>
          </a:xfrm>
          <a:prstGeom prst="rect">
            <a:avLst/>
          </a:prstGeom>
          <a:noFill/>
          <a:ln w="0">
            <a:noFill/>
          </a:ln>
        </p:spPr>
        <p:style>
          <a:lnRef idx="0"/>
          <a:fillRef idx="0"/>
          <a:effectRef idx="0"/>
          <a:fontRef idx="minor"/>
        </p:style>
      </p:sp>
      <p:sp>
        <p:nvSpPr>
          <p:cNvPr id="571" name="Rectangle 9"/>
          <p:cNvSpPr/>
          <p:nvPr/>
        </p:nvSpPr>
        <p:spPr>
          <a:xfrm>
            <a:off x="3124080" y="6248520"/>
            <a:ext cx="2895120" cy="456840"/>
          </a:xfrm>
          <a:prstGeom prst="rect">
            <a:avLst/>
          </a:prstGeom>
          <a:noFill/>
          <a:ln w="0">
            <a:noFill/>
          </a:ln>
        </p:spPr>
        <p:style>
          <a:lnRef idx="0"/>
          <a:fillRef idx="0"/>
          <a:effectRef idx="0"/>
          <a:fontRef idx="minor"/>
        </p:style>
      </p:sp>
      <p:sp>
        <p:nvSpPr>
          <p:cNvPr id="572" name="Rectangle 10"/>
          <p:cNvSpPr/>
          <p:nvPr/>
        </p:nvSpPr>
        <p:spPr>
          <a:xfrm>
            <a:off x="685800" y="6248520"/>
            <a:ext cx="1904760" cy="456840"/>
          </a:xfrm>
          <a:prstGeom prst="rect">
            <a:avLst/>
          </a:prstGeom>
          <a:noFill/>
          <a:ln w="0">
            <a:noFill/>
          </a:ln>
        </p:spPr>
        <p:style>
          <a:lnRef idx="0"/>
          <a:fillRef idx="0"/>
          <a:effectRef idx="0"/>
          <a:fontRef idx="minor"/>
        </p:style>
      </p:sp>
      <p:sp>
        <p:nvSpPr>
          <p:cNvPr id="573" name="Rectangle 11"/>
          <p:cNvSpPr/>
          <p:nvPr/>
        </p:nvSpPr>
        <p:spPr>
          <a:xfrm>
            <a:off x="3124080" y="6248520"/>
            <a:ext cx="2895120" cy="456840"/>
          </a:xfrm>
          <a:prstGeom prst="rect">
            <a:avLst/>
          </a:prstGeom>
          <a:noFill/>
          <a:ln w="0">
            <a:noFill/>
          </a:ln>
        </p:spPr>
        <p:style>
          <a:lnRef idx="0"/>
          <a:fillRef idx="0"/>
          <a:effectRef idx="0"/>
          <a:fontRef idx="minor"/>
        </p:style>
      </p:sp>
      <p:sp>
        <p:nvSpPr>
          <p:cNvPr id="574" name="Rectangle 12"/>
          <p:cNvSpPr/>
          <p:nvPr/>
        </p:nvSpPr>
        <p:spPr>
          <a:xfrm>
            <a:off x="685800" y="6248520"/>
            <a:ext cx="1904760" cy="456840"/>
          </a:xfrm>
          <a:prstGeom prst="rect">
            <a:avLst/>
          </a:prstGeom>
          <a:noFill/>
          <a:ln w="0">
            <a:noFill/>
          </a:ln>
        </p:spPr>
        <p:style>
          <a:lnRef idx="0"/>
          <a:fillRef idx="0"/>
          <a:effectRef idx="0"/>
          <a:fontRef idx="minor"/>
        </p:style>
      </p:sp>
      <p:sp>
        <p:nvSpPr>
          <p:cNvPr id="575" name="Rectangle 13"/>
          <p:cNvSpPr/>
          <p:nvPr/>
        </p:nvSpPr>
        <p:spPr>
          <a:xfrm>
            <a:off x="3124080" y="6248520"/>
            <a:ext cx="2895120" cy="456840"/>
          </a:xfrm>
          <a:prstGeom prst="rect">
            <a:avLst/>
          </a:prstGeom>
          <a:noFill/>
          <a:ln w="0">
            <a:noFill/>
          </a:ln>
        </p:spPr>
        <p:style>
          <a:lnRef idx="0"/>
          <a:fillRef idx="0"/>
          <a:effectRef idx="0"/>
          <a:fontRef idx="minor"/>
        </p:style>
      </p:sp>
      <p:sp>
        <p:nvSpPr>
          <p:cNvPr id="576" name="Rectangle 14"/>
          <p:cNvSpPr/>
          <p:nvPr/>
        </p:nvSpPr>
        <p:spPr>
          <a:xfrm>
            <a:off x="685800" y="6248520"/>
            <a:ext cx="1904760" cy="456840"/>
          </a:xfrm>
          <a:prstGeom prst="rect">
            <a:avLst/>
          </a:prstGeom>
          <a:noFill/>
          <a:ln w="0">
            <a:noFill/>
          </a:ln>
        </p:spPr>
        <p:style>
          <a:lnRef idx="0"/>
          <a:fillRef idx="0"/>
          <a:effectRef idx="0"/>
          <a:fontRef idx="minor"/>
        </p:style>
      </p:sp>
      <p:sp>
        <p:nvSpPr>
          <p:cNvPr id="577" name="Rectangle 15"/>
          <p:cNvSpPr/>
          <p:nvPr/>
        </p:nvSpPr>
        <p:spPr>
          <a:xfrm>
            <a:off x="3124080" y="6248520"/>
            <a:ext cx="2895120" cy="456840"/>
          </a:xfrm>
          <a:prstGeom prst="rect">
            <a:avLst/>
          </a:prstGeom>
          <a:noFill/>
          <a:ln w="0">
            <a:noFill/>
          </a:ln>
        </p:spPr>
        <p:style>
          <a:lnRef idx="0"/>
          <a:fillRef idx="0"/>
          <a:effectRef idx="0"/>
          <a:fontRef idx="minor"/>
        </p:style>
      </p:sp>
      <p:pic>
        <p:nvPicPr>
          <p:cNvPr id="578" name="Picture 3" descr=""/>
          <p:cNvPicPr/>
          <p:nvPr/>
        </p:nvPicPr>
        <p:blipFill>
          <a:blip r:embed="rId1"/>
          <a:stretch/>
        </p:blipFill>
        <p:spPr>
          <a:xfrm>
            <a:off x="457200" y="1011240"/>
            <a:ext cx="8523720" cy="500796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Timebox</a:t>
            </a:r>
            <a:br/>
            <a:endParaRPr b="0" lang="en-US" sz="2800" spc="-1" strike="noStrike">
              <a:solidFill>
                <a:srgbClr val="000000"/>
              </a:solidFill>
              <a:latin typeface="Times New Roman"/>
            </a:endParaRPr>
          </a:p>
        </p:txBody>
      </p:sp>
      <p:sp>
        <p:nvSpPr>
          <p:cNvPr id="580" name="Rectangle 2"/>
          <p:cNvSpPr/>
          <p:nvPr/>
        </p:nvSpPr>
        <p:spPr>
          <a:xfrm>
            <a:off x="685800" y="6248520"/>
            <a:ext cx="1904760" cy="456840"/>
          </a:xfrm>
          <a:prstGeom prst="rect">
            <a:avLst/>
          </a:prstGeom>
          <a:noFill/>
          <a:ln w="0">
            <a:noFill/>
          </a:ln>
        </p:spPr>
        <p:style>
          <a:lnRef idx="0"/>
          <a:fillRef idx="0"/>
          <a:effectRef idx="0"/>
          <a:fontRef idx="minor"/>
        </p:style>
      </p:sp>
      <p:sp>
        <p:nvSpPr>
          <p:cNvPr id="581" name="Rectangle 3"/>
          <p:cNvSpPr/>
          <p:nvPr/>
        </p:nvSpPr>
        <p:spPr>
          <a:xfrm>
            <a:off x="3124080" y="6248520"/>
            <a:ext cx="2895120" cy="456840"/>
          </a:xfrm>
          <a:prstGeom prst="rect">
            <a:avLst/>
          </a:prstGeom>
          <a:noFill/>
          <a:ln w="0">
            <a:noFill/>
          </a:ln>
        </p:spPr>
        <p:style>
          <a:lnRef idx="0"/>
          <a:fillRef idx="0"/>
          <a:effectRef idx="0"/>
          <a:fontRef idx="minor"/>
        </p:style>
      </p:sp>
      <p:sp>
        <p:nvSpPr>
          <p:cNvPr id="582" name="Rectangle 4"/>
          <p:cNvSpPr/>
          <p:nvPr/>
        </p:nvSpPr>
        <p:spPr>
          <a:xfrm>
            <a:off x="685800" y="6248520"/>
            <a:ext cx="1904760" cy="456840"/>
          </a:xfrm>
          <a:prstGeom prst="rect">
            <a:avLst/>
          </a:prstGeom>
          <a:noFill/>
          <a:ln w="0">
            <a:noFill/>
          </a:ln>
        </p:spPr>
        <p:style>
          <a:lnRef idx="0"/>
          <a:fillRef idx="0"/>
          <a:effectRef idx="0"/>
          <a:fontRef idx="minor"/>
        </p:style>
      </p:sp>
      <p:sp>
        <p:nvSpPr>
          <p:cNvPr id="583" name="Rectangle 5"/>
          <p:cNvSpPr/>
          <p:nvPr/>
        </p:nvSpPr>
        <p:spPr>
          <a:xfrm>
            <a:off x="3124080" y="6248520"/>
            <a:ext cx="2895120" cy="456840"/>
          </a:xfrm>
          <a:prstGeom prst="rect">
            <a:avLst/>
          </a:prstGeom>
          <a:noFill/>
          <a:ln w="0">
            <a:noFill/>
          </a:ln>
        </p:spPr>
        <p:style>
          <a:lnRef idx="0"/>
          <a:fillRef idx="0"/>
          <a:effectRef idx="0"/>
          <a:fontRef idx="minor"/>
        </p:style>
      </p:sp>
      <p:sp>
        <p:nvSpPr>
          <p:cNvPr id="584" name="Rectangle 6"/>
          <p:cNvSpPr/>
          <p:nvPr/>
        </p:nvSpPr>
        <p:spPr>
          <a:xfrm>
            <a:off x="685800" y="6248520"/>
            <a:ext cx="1904760" cy="456840"/>
          </a:xfrm>
          <a:prstGeom prst="rect">
            <a:avLst/>
          </a:prstGeom>
          <a:noFill/>
          <a:ln w="0">
            <a:noFill/>
          </a:ln>
        </p:spPr>
        <p:style>
          <a:lnRef idx="0"/>
          <a:fillRef idx="0"/>
          <a:effectRef idx="0"/>
          <a:fontRef idx="minor"/>
        </p:style>
      </p:sp>
      <p:sp>
        <p:nvSpPr>
          <p:cNvPr id="585" name="Rectangle 7"/>
          <p:cNvSpPr/>
          <p:nvPr/>
        </p:nvSpPr>
        <p:spPr>
          <a:xfrm>
            <a:off x="3124080" y="6248520"/>
            <a:ext cx="2895120" cy="456840"/>
          </a:xfrm>
          <a:prstGeom prst="rect">
            <a:avLst/>
          </a:prstGeom>
          <a:noFill/>
          <a:ln w="0">
            <a:noFill/>
          </a:ln>
        </p:spPr>
        <p:style>
          <a:lnRef idx="0"/>
          <a:fillRef idx="0"/>
          <a:effectRef idx="0"/>
          <a:fontRef idx="minor"/>
        </p:style>
      </p:sp>
      <p:sp>
        <p:nvSpPr>
          <p:cNvPr id="586" name="Rectangle 8"/>
          <p:cNvSpPr/>
          <p:nvPr/>
        </p:nvSpPr>
        <p:spPr>
          <a:xfrm>
            <a:off x="685800" y="6248520"/>
            <a:ext cx="1904760" cy="456840"/>
          </a:xfrm>
          <a:prstGeom prst="rect">
            <a:avLst/>
          </a:prstGeom>
          <a:noFill/>
          <a:ln w="0">
            <a:noFill/>
          </a:ln>
        </p:spPr>
        <p:style>
          <a:lnRef idx="0"/>
          <a:fillRef idx="0"/>
          <a:effectRef idx="0"/>
          <a:fontRef idx="minor"/>
        </p:style>
      </p:sp>
      <p:sp>
        <p:nvSpPr>
          <p:cNvPr id="587" name="Rectangle 9"/>
          <p:cNvSpPr/>
          <p:nvPr/>
        </p:nvSpPr>
        <p:spPr>
          <a:xfrm>
            <a:off x="3124080" y="6248520"/>
            <a:ext cx="2895120" cy="456840"/>
          </a:xfrm>
          <a:prstGeom prst="rect">
            <a:avLst/>
          </a:prstGeom>
          <a:noFill/>
          <a:ln w="0">
            <a:noFill/>
          </a:ln>
        </p:spPr>
        <p:style>
          <a:lnRef idx="0"/>
          <a:fillRef idx="0"/>
          <a:effectRef idx="0"/>
          <a:fontRef idx="minor"/>
        </p:style>
      </p:sp>
      <p:sp>
        <p:nvSpPr>
          <p:cNvPr id="588" name="Rectangle 10"/>
          <p:cNvSpPr/>
          <p:nvPr/>
        </p:nvSpPr>
        <p:spPr>
          <a:xfrm>
            <a:off x="685800" y="6248520"/>
            <a:ext cx="1904760" cy="456840"/>
          </a:xfrm>
          <a:prstGeom prst="rect">
            <a:avLst/>
          </a:prstGeom>
          <a:noFill/>
          <a:ln w="0">
            <a:noFill/>
          </a:ln>
        </p:spPr>
        <p:style>
          <a:lnRef idx="0"/>
          <a:fillRef idx="0"/>
          <a:effectRef idx="0"/>
          <a:fontRef idx="minor"/>
        </p:style>
      </p:sp>
      <p:sp>
        <p:nvSpPr>
          <p:cNvPr id="589" name="Rectangle 11"/>
          <p:cNvSpPr/>
          <p:nvPr/>
        </p:nvSpPr>
        <p:spPr>
          <a:xfrm>
            <a:off x="3124080" y="6248520"/>
            <a:ext cx="2895120" cy="456840"/>
          </a:xfrm>
          <a:prstGeom prst="rect">
            <a:avLst/>
          </a:prstGeom>
          <a:noFill/>
          <a:ln w="0">
            <a:noFill/>
          </a:ln>
        </p:spPr>
        <p:style>
          <a:lnRef idx="0"/>
          <a:fillRef idx="0"/>
          <a:effectRef idx="0"/>
          <a:fontRef idx="minor"/>
        </p:style>
      </p:sp>
      <p:sp>
        <p:nvSpPr>
          <p:cNvPr id="590" name="Rectangle 12"/>
          <p:cNvSpPr/>
          <p:nvPr/>
        </p:nvSpPr>
        <p:spPr>
          <a:xfrm>
            <a:off x="685800" y="6248520"/>
            <a:ext cx="1904760" cy="456840"/>
          </a:xfrm>
          <a:prstGeom prst="rect">
            <a:avLst/>
          </a:prstGeom>
          <a:noFill/>
          <a:ln w="0">
            <a:noFill/>
          </a:ln>
        </p:spPr>
        <p:style>
          <a:lnRef idx="0"/>
          <a:fillRef idx="0"/>
          <a:effectRef idx="0"/>
          <a:fontRef idx="minor"/>
        </p:style>
      </p:sp>
      <p:sp>
        <p:nvSpPr>
          <p:cNvPr id="591" name="Rectangle 13"/>
          <p:cNvSpPr/>
          <p:nvPr/>
        </p:nvSpPr>
        <p:spPr>
          <a:xfrm>
            <a:off x="3124080" y="6248520"/>
            <a:ext cx="2895120" cy="456840"/>
          </a:xfrm>
          <a:prstGeom prst="rect">
            <a:avLst/>
          </a:prstGeom>
          <a:noFill/>
          <a:ln w="0">
            <a:noFill/>
          </a:ln>
        </p:spPr>
        <p:style>
          <a:lnRef idx="0"/>
          <a:fillRef idx="0"/>
          <a:effectRef idx="0"/>
          <a:fontRef idx="minor"/>
        </p:style>
      </p:sp>
      <p:sp>
        <p:nvSpPr>
          <p:cNvPr id="592" name="Rectangle 14"/>
          <p:cNvSpPr/>
          <p:nvPr/>
        </p:nvSpPr>
        <p:spPr>
          <a:xfrm>
            <a:off x="685800" y="6248520"/>
            <a:ext cx="1904760" cy="456840"/>
          </a:xfrm>
          <a:prstGeom prst="rect">
            <a:avLst/>
          </a:prstGeom>
          <a:noFill/>
          <a:ln w="0">
            <a:noFill/>
          </a:ln>
        </p:spPr>
        <p:style>
          <a:lnRef idx="0"/>
          <a:fillRef idx="0"/>
          <a:effectRef idx="0"/>
          <a:fontRef idx="minor"/>
        </p:style>
      </p:sp>
      <p:sp>
        <p:nvSpPr>
          <p:cNvPr id="593" name="Rectangle 15"/>
          <p:cNvSpPr/>
          <p:nvPr/>
        </p:nvSpPr>
        <p:spPr>
          <a:xfrm>
            <a:off x="3124080" y="6248520"/>
            <a:ext cx="2895120" cy="456840"/>
          </a:xfrm>
          <a:prstGeom prst="rect">
            <a:avLst/>
          </a:prstGeom>
          <a:noFill/>
          <a:ln w="0">
            <a:noFill/>
          </a:ln>
        </p:spPr>
        <p:style>
          <a:lnRef idx="0"/>
          <a:fillRef idx="0"/>
          <a:effectRef idx="0"/>
          <a:fontRef idx="minor"/>
        </p:style>
      </p:sp>
      <p:sp>
        <p:nvSpPr>
          <p:cNvPr id="594" name="PlaceHolder 2"/>
          <p:cNvSpPr>
            <a:spLocks noGrp="1"/>
          </p:cNvSpPr>
          <p:nvPr>
            <p:ph/>
          </p:nvPr>
        </p:nvSpPr>
        <p:spPr>
          <a:xfrm>
            <a:off x="414360" y="762120"/>
            <a:ext cx="8424360" cy="5486040"/>
          </a:xfrm>
          <a:prstGeom prst="rect">
            <a:avLst/>
          </a:prstGeom>
          <a:noFill/>
          <a:ln w="0">
            <a:noFill/>
          </a:ln>
        </p:spPr>
        <p:txBody>
          <a:bodyPr numCol="1" spcCol="0" anchor="t">
            <a:noAutofit/>
          </a:bodyPr>
          <a:p>
            <a:pPr>
              <a:lnSpc>
                <a:spcPct val="100000"/>
              </a:lnSpc>
              <a:spcBef>
                <a:spcPts val="564"/>
              </a:spcBef>
              <a:tabLst>
                <a:tab algn="l" pos="0"/>
              </a:tabLst>
            </a:pPr>
            <a:r>
              <a:rPr b="0" lang="en-US" sz="2000" spc="-1" strike="noStrike">
                <a:solidFill>
                  <a:srgbClr val="000000"/>
                </a:solidFill>
                <a:latin typeface="Calibri"/>
                <a:ea typeface="SimSun"/>
              </a:rPr>
              <a:t>Under the Scrum Framework, all activities are time boxed, also known as “timeboxing” or timeboxed, is to give a “fixed length” time segment to a specific event or activity. That unit of time is called a time box. The goal of timeboxing is to define and limit the amount of time dedicated to an activity. Scrum uses timeboxing for all the Scrum events and as a tool for defining open-ended or ambiguous tasks.</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000000"/>
                </a:solidFill>
                <a:latin typeface="Calibri"/>
                <a:ea typeface="SimSun"/>
              </a:rPr>
              <a:t>The Following is a “time box” of the 5 events corresponding to a 1-week Sprint in Scrum</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a:solidFill>
                  <a:srgbClr val="002060"/>
                </a:solidFill>
                <a:latin typeface="Calibri"/>
                <a:ea typeface="SimSun"/>
              </a:rPr>
              <a:t>Sprint Planning</a:t>
            </a:r>
            <a:r>
              <a:rPr b="0" lang="en-US" sz="2000" spc="-1" strike="noStrike">
                <a:solidFill>
                  <a:srgbClr val="000000"/>
                </a:solidFill>
                <a:latin typeface="Calibri"/>
                <a:ea typeface="SimSun"/>
              </a:rPr>
              <a:t>: The timebox should not exceed 2 hours / Sprint length is 1 week.</a:t>
            </a: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a:solidFill>
                  <a:srgbClr val="002060"/>
                </a:solidFill>
                <a:latin typeface="Calibri"/>
                <a:ea typeface="SimSun"/>
              </a:rPr>
              <a:t>Daily Scrum:</a:t>
            </a:r>
            <a:r>
              <a:rPr b="0" lang="en-US" sz="2000" spc="-1" strike="noStrike">
                <a:solidFill>
                  <a:srgbClr val="000000"/>
                </a:solidFill>
                <a:latin typeface="Calibri"/>
                <a:ea typeface="SimSun"/>
              </a:rPr>
              <a:t> The timebox should not exceed 15 minutes.</a:t>
            </a: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a:solidFill>
                  <a:srgbClr val="002060"/>
                </a:solidFill>
                <a:latin typeface="Calibri"/>
                <a:ea typeface="SimSun"/>
              </a:rPr>
              <a:t>Sprint Review</a:t>
            </a:r>
            <a:r>
              <a:rPr b="0" lang="en-US" sz="2000" spc="-1" strike="noStrike">
                <a:solidFill>
                  <a:srgbClr val="000000"/>
                </a:solidFill>
                <a:latin typeface="Calibri"/>
                <a:ea typeface="SimSun"/>
              </a:rPr>
              <a:t>: The timebox should not exceed 1 hour / Sprint length for 1 week.</a:t>
            </a: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a:solidFill>
                  <a:srgbClr val="002060"/>
                </a:solidFill>
                <a:latin typeface="Calibri"/>
                <a:ea typeface="SimSun"/>
              </a:rPr>
              <a:t>Sprint Retrospective</a:t>
            </a:r>
            <a:r>
              <a:rPr b="0" lang="en-US" sz="2000" spc="-1" strike="noStrike">
                <a:solidFill>
                  <a:srgbClr val="000000"/>
                </a:solidFill>
                <a:latin typeface="Calibri"/>
                <a:ea typeface="SimSun"/>
              </a:rPr>
              <a:t>: The timebox should not exceed 1 hour / Sprint length for 1 week. </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Scrum </a:t>
            </a:r>
            <a:r>
              <a:rPr b="1" lang="en-US" sz="2800" spc="-1" strike="noStrike">
                <a:solidFill>
                  <a:srgbClr val="0056a4"/>
                </a:solidFill>
                <a:latin typeface="Arial"/>
              </a:rPr>
              <a:t>Sprint  Time Boxing</a:t>
            </a:r>
            <a:br/>
            <a:endParaRPr b="0" lang="en-US" sz="2800" spc="-1" strike="noStrike">
              <a:solidFill>
                <a:srgbClr val="000000"/>
              </a:solidFill>
              <a:latin typeface="Times New Roman"/>
            </a:endParaRPr>
          </a:p>
        </p:txBody>
      </p:sp>
      <p:sp>
        <p:nvSpPr>
          <p:cNvPr id="596" name="Rectangle 2"/>
          <p:cNvSpPr/>
          <p:nvPr/>
        </p:nvSpPr>
        <p:spPr>
          <a:xfrm>
            <a:off x="685800" y="6248520"/>
            <a:ext cx="1904760" cy="456840"/>
          </a:xfrm>
          <a:prstGeom prst="rect">
            <a:avLst/>
          </a:prstGeom>
          <a:noFill/>
          <a:ln w="0">
            <a:noFill/>
          </a:ln>
        </p:spPr>
        <p:style>
          <a:lnRef idx="0"/>
          <a:fillRef idx="0"/>
          <a:effectRef idx="0"/>
          <a:fontRef idx="minor"/>
        </p:style>
      </p:sp>
      <p:sp>
        <p:nvSpPr>
          <p:cNvPr id="597" name="Rectangle 3"/>
          <p:cNvSpPr/>
          <p:nvPr/>
        </p:nvSpPr>
        <p:spPr>
          <a:xfrm>
            <a:off x="3124080" y="6248520"/>
            <a:ext cx="2895120" cy="456840"/>
          </a:xfrm>
          <a:prstGeom prst="rect">
            <a:avLst/>
          </a:prstGeom>
          <a:noFill/>
          <a:ln w="0">
            <a:noFill/>
          </a:ln>
        </p:spPr>
        <p:style>
          <a:lnRef idx="0"/>
          <a:fillRef idx="0"/>
          <a:effectRef idx="0"/>
          <a:fontRef idx="minor"/>
        </p:style>
      </p:sp>
      <p:sp>
        <p:nvSpPr>
          <p:cNvPr id="598" name="Rectangle 4"/>
          <p:cNvSpPr/>
          <p:nvPr/>
        </p:nvSpPr>
        <p:spPr>
          <a:xfrm>
            <a:off x="685800" y="6248520"/>
            <a:ext cx="1904760" cy="456840"/>
          </a:xfrm>
          <a:prstGeom prst="rect">
            <a:avLst/>
          </a:prstGeom>
          <a:noFill/>
          <a:ln w="0">
            <a:noFill/>
          </a:ln>
        </p:spPr>
        <p:style>
          <a:lnRef idx="0"/>
          <a:fillRef idx="0"/>
          <a:effectRef idx="0"/>
          <a:fontRef idx="minor"/>
        </p:style>
      </p:sp>
      <p:sp>
        <p:nvSpPr>
          <p:cNvPr id="599" name="Rectangle 5"/>
          <p:cNvSpPr/>
          <p:nvPr/>
        </p:nvSpPr>
        <p:spPr>
          <a:xfrm>
            <a:off x="3124080" y="6248520"/>
            <a:ext cx="2895120" cy="456840"/>
          </a:xfrm>
          <a:prstGeom prst="rect">
            <a:avLst/>
          </a:prstGeom>
          <a:noFill/>
          <a:ln w="0">
            <a:noFill/>
          </a:ln>
        </p:spPr>
        <p:style>
          <a:lnRef idx="0"/>
          <a:fillRef idx="0"/>
          <a:effectRef idx="0"/>
          <a:fontRef idx="minor"/>
        </p:style>
      </p:sp>
      <p:sp>
        <p:nvSpPr>
          <p:cNvPr id="600" name="Rectangle 6"/>
          <p:cNvSpPr/>
          <p:nvPr/>
        </p:nvSpPr>
        <p:spPr>
          <a:xfrm>
            <a:off x="685800" y="6248520"/>
            <a:ext cx="1904760" cy="456840"/>
          </a:xfrm>
          <a:prstGeom prst="rect">
            <a:avLst/>
          </a:prstGeom>
          <a:noFill/>
          <a:ln w="0">
            <a:noFill/>
          </a:ln>
        </p:spPr>
        <p:style>
          <a:lnRef idx="0"/>
          <a:fillRef idx="0"/>
          <a:effectRef idx="0"/>
          <a:fontRef idx="minor"/>
        </p:style>
      </p:sp>
      <p:sp>
        <p:nvSpPr>
          <p:cNvPr id="601" name="Rectangle 7"/>
          <p:cNvSpPr/>
          <p:nvPr/>
        </p:nvSpPr>
        <p:spPr>
          <a:xfrm>
            <a:off x="3124080" y="6248520"/>
            <a:ext cx="2895120" cy="456840"/>
          </a:xfrm>
          <a:prstGeom prst="rect">
            <a:avLst/>
          </a:prstGeom>
          <a:noFill/>
          <a:ln w="0">
            <a:noFill/>
          </a:ln>
        </p:spPr>
        <p:style>
          <a:lnRef idx="0"/>
          <a:fillRef idx="0"/>
          <a:effectRef idx="0"/>
          <a:fontRef idx="minor"/>
        </p:style>
      </p:sp>
      <p:sp>
        <p:nvSpPr>
          <p:cNvPr id="602" name="Rectangle 8"/>
          <p:cNvSpPr/>
          <p:nvPr/>
        </p:nvSpPr>
        <p:spPr>
          <a:xfrm>
            <a:off x="685800" y="6248520"/>
            <a:ext cx="1904760" cy="456840"/>
          </a:xfrm>
          <a:prstGeom prst="rect">
            <a:avLst/>
          </a:prstGeom>
          <a:noFill/>
          <a:ln w="0">
            <a:noFill/>
          </a:ln>
        </p:spPr>
        <p:style>
          <a:lnRef idx="0"/>
          <a:fillRef idx="0"/>
          <a:effectRef idx="0"/>
          <a:fontRef idx="minor"/>
        </p:style>
      </p:sp>
      <p:sp>
        <p:nvSpPr>
          <p:cNvPr id="603" name="Rectangle 9"/>
          <p:cNvSpPr/>
          <p:nvPr/>
        </p:nvSpPr>
        <p:spPr>
          <a:xfrm>
            <a:off x="3124080" y="6248520"/>
            <a:ext cx="2895120" cy="456840"/>
          </a:xfrm>
          <a:prstGeom prst="rect">
            <a:avLst/>
          </a:prstGeom>
          <a:noFill/>
          <a:ln w="0">
            <a:noFill/>
          </a:ln>
        </p:spPr>
        <p:style>
          <a:lnRef idx="0"/>
          <a:fillRef idx="0"/>
          <a:effectRef idx="0"/>
          <a:fontRef idx="minor"/>
        </p:style>
      </p:sp>
      <p:sp>
        <p:nvSpPr>
          <p:cNvPr id="604" name="Rectangle 10"/>
          <p:cNvSpPr/>
          <p:nvPr/>
        </p:nvSpPr>
        <p:spPr>
          <a:xfrm>
            <a:off x="685800" y="6248520"/>
            <a:ext cx="1904760" cy="456840"/>
          </a:xfrm>
          <a:prstGeom prst="rect">
            <a:avLst/>
          </a:prstGeom>
          <a:noFill/>
          <a:ln w="0">
            <a:noFill/>
          </a:ln>
        </p:spPr>
        <p:style>
          <a:lnRef idx="0"/>
          <a:fillRef idx="0"/>
          <a:effectRef idx="0"/>
          <a:fontRef idx="minor"/>
        </p:style>
      </p:sp>
      <p:sp>
        <p:nvSpPr>
          <p:cNvPr id="605" name="Rectangle 11"/>
          <p:cNvSpPr/>
          <p:nvPr/>
        </p:nvSpPr>
        <p:spPr>
          <a:xfrm>
            <a:off x="3124080" y="6248520"/>
            <a:ext cx="2895120" cy="456840"/>
          </a:xfrm>
          <a:prstGeom prst="rect">
            <a:avLst/>
          </a:prstGeom>
          <a:noFill/>
          <a:ln w="0">
            <a:noFill/>
          </a:ln>
        </p:spPr>
        <p:style>
          <a:lnRef idx="0"/>
          <a:fillRef idx="0"/>
          <a:effectRef idx="0"/>
          <a:fontRef idx="minor"/>
        </p:style>
      </p:sp>
      <p:sp>
        <p:nvSpPr>
          <p:cNvPr id="606" name="Rectangle 12"/>
          <p:cNvSpPr/>
          <p:nvPr/>
        </p:nvSpPr>
        <p:spPr>
          <a:xfrm>
            <a:off x="685800" y="6248520"/>
            <a:ext cx="1904760" cy="456840"/>
          </a:xfrm>
          <a:prstGeom prst="rect">
            <a:avLst/>
          </a:prstGeom>
          <a:noFill/>
          <a:ln w="0">
            <a:noFill/>
          </a:ln>
        </p:spPr>
        <p:style>
          <a:lnRef idx="0"/>
          <a:fillRef idx="0"/>
          <a:effectRef idx="0"/>
          <a:fontRef idx="minor"/>
        </p:style>
      </p:sp>
      <p:sp>
        <p:nvSpPr>
          <p:cNvPr id="607" name="Rectangle 13"/>
          <p:cNvSpPr/>
          <p:nvPr/>
        </p:nvSpPr>
        <p:spPr>
          <a:xfrm>
            <a:off x="3124080" y="6248520"/>
            <a:ext cx="2895120" cy="456840"/>
          </a:xfrm>
          <a:prstGeom prst="rect">
            <a:avLst/>
          </a:prstGeom>
          <a:noFill/>
          <a:ln w="0">
            <a:noFill/>
          </a:ln>
        </p:spPr>
        <p:style>
          <a:lnRef idx="0"/>
          <a:fillRef idx="0"/>
          <a:effectRef idx="0"/>
          <a:fontRef idx="minor"/>
        </p:style>
      </p:sp>
      <p:sp>
        <p:nvSpPr>
          <p:cNvPr id="608" name="Rectangle 14"/>
          <p:cNvSpPr/>
          <p:nvPr/>
        </p:nvSpPr>
        <p:spPr>
          <a:xfrm>
            <a:off x="685800" y="6248520"/>
            <a:ext cx="1904760" cy="456840"/>
          </a:xfrm>
          <a:prstGeom prst="rect">
            <a:avLst/>
          </a:prstGeom>
          <a:noFill/>
          <a:ln w="0">
            <a:noFill/>
          </a:ln>
        </p:spPr>
        <p:style>
          <a:lnRef idx="0"/>
          <a:fillRef idx="0"/>
          <a:effectRef idx="0"/>
          <a:fontRef idx="minor"/>
        </p:style>
      </p:sp>
      <p:sp>
        <p:nvSpPr>
          <p:cNvPr id="609" name="Rectangle 15"/>
          <p:cNvSpPr/>
          <p:nvPr/>
        </p:nvSpPr>
        <p:spPr>
          <a:xfrm>
            <a:off x="3124080" y="6248520"/>
            <a:ext cx="2895120" cy="456840"/>
          </a:xfrm>
          <a:prstGeom prst="rect">
            <a:avLst/>
          </a:prstGeom>
          <a:noFill/>
          <a:ln w="0">
            <a:noFill/>
          </a:ln>
        </p:spPr>
        <p:style>
          <a:lnRef idx="0"/>
          <a:fillRef idx="0"/>
          <a:effectRef idx="0"/>
          <a:fontRef idx="minor"/>
        </p:style>
      </p:sp>
      <p:pic>
        <p:nvPicPr>
          <p:cNvPr id="610" name="Picture 3" descr=""/>
          <p:cNvPicPr/>
          <p:nvPr/>
        </p:nvPicPr>
        <p:blipFill>
          <a:blip r:embed="rId1"/>
          <a:stretch/>
        </p:blipFill>
        <p:spPr>
          <a:xfrm>
            <a:off x="1600200" y="841320"/>
            <a:ext cx="6552720" cy="551052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Scrum/</a:t>
            </a:r>
            <a:r>
              <a:rPr b="1" lang="en-US" sz="2800" spc="-1" strike="noStrike">
                <a:solidFill>
                  <a:srgbClr val="0056a4"/>
                </a:solidFill>
                <a:latin typeface="Arial"/>
              </a:rPr>
              <a:t>Sprint</a:t>
            </a:r>
            <a:br/>
            <a:endParaRPr b="0" lang="en-US" sz="2800" spc="-1" strike="noStrike">
              <a:solidFill>
                <a:srgbClr val="000000"/>
              </a:solidFill>
              <a:latin typeface="Times New Roman"/>
            </a:endParaRPr>
          </a:p>
        </p:txBody>
      </p:sp>
      <p:sp>
        <p:nvSpPr>
          <p:cNvPr id="612" name="Rectangle 2"/>
          <p:cNvSpPr/>
          <p:nvPr/>
        </p:nvSpPr>
        <p:spPr>
          <a:xfrm>
            <a:off x="685800" y="6248520"/>
            <a:ext cx="1904760" cy="456840"/>
          </a:xfrm>
          <a:prstGeom prst="rect">
            <a:avLst/>
          </a:prstGeom>
          <a:noFill/>
          <a:ln w="0">
            <a:noFill/>
          </a:ln>
        </p:spPr>
        <p:style>
          <a:lnRef idx="0"/>
          <a:fillRef idx="0"/>
          <a:effectRef idx="0"/>
          <a:fontRef idx="minor"/>
        </p:style>
      </p:sp>
      <p:sp>
        <p:nvSpPr>
          <p:cNvPr id="613" name="Rectangle 3"/>
          <p:cNvSpPr/>
          <p:nvPr/>
        </p:nvSpPr>
        <p:spPr>
          <a:xfrm>
            <a:off x="3124080" y="6248520"/>
            <a:ext cx="2895120" cy="456840"/>
          </a:xfrm>
          <a:prstGeom prst="rect">
            <a:avLst/>
          </a:prstGeom>
          <a:noFill/>
          <a:ln w="0">
            <a:noFill/>
          </a:ln>
        </p:spPr>
        <p:style>
          <a:lnRef idx="0"/>
          <a:fillRef idx="0"/>
          <a:effectRef idx="0"/>
          <a:fontRef idx="minor"/>
        </p:style>
      </p:sp>
      <p:sp>
        <p:nvSpPr>
          <p:cNvPr id="614" name="Rectangle 4"/>
          <p:cNvSpPr/>
          <p:nvPr/>
        </p:nvSpPr>
        <p:spPr>
          <a:xfrm>
            <a:off x="685800" y="6248520"/>
            <a:ext cx="1904760" cy="456840"/>
          </a:xfrm>
          <a:prstGeom prst="rect">
            <a:avLst/>
          </a:prstGeom>
          <a:noFill/>
          <a:ln w="0">
            <a:noFill/>
          </a:ln>
        </p:spPr>
        <p:style>
          <a:lnRef idx="0"/>
          <a:fillRef idx="0"/>
          <a:effectRef idx="0"/>
          <a:fontRef idx="minor"/>
        </p:style>
      </p:sp>
      <p:sp>
        <p:nvSpPr>
          <p:cNvPr id="615" name="Rectangle 5"/>
          <p:cNvSpPr/>
          <p:nvPr/>
        </p:nvSpPr>
        <p:spPr>
          <a:xfrm>
            <a:off x="3124080" y="6248520"/>
            <a:ext cx="2895120" cy="456840"/>
          </a:xfrm>
          <a:prstGeom prst="rect">
            <a:avLst/>
          </a:prstGeom>
          <a:noFill/>
          <a:ln w="0">
            <a:noFill/>
          </a:ln>
        </p:spPr>
        <p:style>
          <a:lnRef idx="0"/>
          <a:fillRef idx="0"/>
          <a:effectRef idx="0"/>
          <a:fontRef idx="minor"/>
        </p:style>
      </p:sp>
      <p:sp>
        <p:nvSpPr>
          <p:cNvPr id="616" name="Rectangle 6"/>
          <p:cNvSpPr/>
          <p:nvPr/>
        </p:nvSpPr>
        <p:spPr>
          <a:xfrm>
            <a:off x="685800" y="6248520"/>
            <a:ext cx="1904760" cy="456840"/>
          </a:xfrm>
          <a:prstGeom prst="rect">
            <a:avLst/>
          </a:prstGeom>
          <a:noFill/>
          <a:ln w="0">
            <a:noFill/>
          </a:ln>
        </p:spPr>
        <p:style>
          <a:lnRef idx="0"/>
          <a:fillRef idx="0"/>
          <a:effectRef idx="0"/>
          <a:fontRef idx="minor"/>
        </p:style>
      </p:sp>
      <p:sp>
        <p:nvSpPr>
          <p:cNvPr id="617" name="Rectangle 7"/>
          <p:cNvSpPr/>
          <p:nvPr/>
        </p:nvSpPr>
        <p:spPr>
          <a:xfrm>
            <a:off x="3124080" y="6248520"/>
            <a:ext cx="2895120" cy="456840"/>
          </a:xfrm>
          <a:prstGeom prst="rect">
            <a:avLst/>
          </a:prstGeom>
          <a:noFill/>
          <a:ln w="0">
            <a:noFill/>
          </a:ln>
        </p:spPr>
        <p:style>
          <a:lnRef idx="0"/>
          <a:fillRef idx="0"/>
          <a:effectRef idx="0"/>
          <a:fontRef idx="minor"/>
        </p:style>
      </p:sp>
      <p:sp>
        <p:nvSpPr>
          <p:cNvPr id="618" name="Rectangle 8"/>
          <p:cNvSpPr/>
          <p:nvPr/>
        </p:nvSpPr>
        <p:spPr>
          <a:xfrm>
            <a:off x="685800" y="6248520"/>
            <a:ext cx="1904760" cy="456840"/>
          </a:xfrm>
          <a:prstGeom prst="rect">
            <a:avLst/>
          </a:prstGeom>
          <a:noFill/>
          <a:ln w="0">
            <a:noFill/>
          </a:ln>
        </p:spPr>
        <p:style>
          <a:lnRef idx="0"/>
          <a:fillRef idx="0"/>
          <a:effectRef idx="0"/>
          <a:fontRef idx="minor"/>
        </p:style>
      </p:sp>
      <p:sp>
        <p:nvSpPr>
          <p:cNvPr id="619" name="Rectangle 9"/>
          <p:cNvSpPr/>
          <p:nvPr/>
        </p:nvSpPr>
        <p:spPr>
          <a:xfrm>
            <a:off x="3124080" y="6248520"/>
            <a:ext cx="2895120" cy="456840"/>
          </a:xfrm>
          <a:prstGeom prst="rect">
            <a:avLst/>
          </a:prstGeom>
          <a:noFill/>
          <a:ln w="0">
            <a:noFill/>
          </a:ln>
        </p:spPr>
        <p:style>
          <a:lnRef idx="0"/>
          <a:fillRef idx="0"/>
          <a:effectRef idx="0"/>
          <a:fontRef idx="minor"/>
        </p:style>
      </p:sp>
      <p:sp>
        <p:nvSpPr>
          <p:cNvPr id="620" name="Rectangle 10"/>
          <p:cNvSpPr/>
          <p:nvPr/>
        </p:nvSpPr>
        <p:spPr>
          <a:xfrm>
            <a:off x="685800" y="6248520"/>
            <a:ext cx="1904760" cy="456840"/>
          </a:xfrm>
          <a:prstGeom prst="rect">
            <a:avLst/>
          </a:prstGeom>
          <a:noFill/>
          <a:ln w="0">
            <a:noFill/>
          </a:ln>
        </p:spPr>
        <p:style>
          <a:lnRef idx="0"/>
          <a:fillRef idx="0"/>
          <a:effectRef idx="0"/>
          <a:fontRef idx="minor"/>
        </p:style>
      </p:sp>
      <p:sp>
        <p:nvSpPr>
          <p:cNvPr id="621" name="Rectangle 11"/>
          <p:cNvSpPr/>
          <p:nvPr/>
        </p:nvSpPr>
        <p:spPr>
          <a:xfrm>
            <a:off x="3124080" y="6248520"/>
            <a:ext cx="2895120" cy="456840"/>
          </a:xfrm>
          <a:prstGeom prst="rect">
            <a:avLst/>
          </a:prstGeom>
          <a:noFill/>
          <a:ln w="0">
            <a:noFill/>
          </a:ln>
        </p:spPr>
        <p:style>
          <a:lnRef idx="0"/>
          <a:fillRef idx="0"/>
          <a:effectRef idx="0"/>
          <a:fontRef idx="minor"/>
        </p:style>
      </p:sp>
      <p:sp>
        <p:nvSpPr>
          <p:cNvPr id="622" name="Rectangle 12"/>
          <p:cNvSpPr/>
          <p:nvPr/>
        </p:nvSpPr>
        <p:spPr>
          <a:xfrm>
            <a:off x="685800" y="6248520"/>
            <a:ext cx="1904760" cy="456840"/>
          </a:xfrm>
          <a:prstGeom prst="rect">
            <a:avLst/>
          </a:prstGeom>
          <a:noFill/>
          <a:ln w="0">
            <a:noFill/>
          </a:ln>
        </p:spPr>
        <p:style>
          <a:lnRef idx="0"/>
          <a:fillRef idx="0"/>
          <a:effectRef idx="0"/>
          <a:fontRef idx="minor"/>
        </p:style>
      </p:sp>
      <p:sp>
        <p:nvSpPr>
          <p:cNvPr id="623" name="Rectangle 13"/>
          <p:cNvSpPr/>
          <p:nvPr/>
        </p:nvSpPr>
        <p:spPr>
          <a:xfrm>
            <a:off x="3124080" y="6248520"/>
            <a:ext cx="2895120" cy="456840"/>
          </a:xfrm>
          <a:prstGeom prst="rect">
            <a:avLst/>
          </a:prstGeom>
          <a:noFill/>
          <a:ln w="0">
            <a:noFill/>
          </a:ln>
        </p:spPr>
        <p:style>
          <a:lnRef idx="0"/>
          <a:fillRef idx="0"/>
          <a:effectRef idx="0"/>
          <a:fontRef idx="minor"/>
        </p:style>
      </p:sp>
      <p:sp>
        <p:nvSpPr>
          <p:cNvPr id="624" name="Rectangle 14"/>
          <p:cNvSpPr/>
          <p:nvPr/>
        </p:nvSpPr>
        <p:spPr>
          <a:xfrm>
            <a:off x="685800" y="6248520"/>
            <a:ext cx="1904760" cy="456840"/>
          </a:xfrm>
          <a:prstGeom prst="rect">
            <a:avLst/>
          </a:prstGeom>
          <a:noFill/>
          <a:ln w="0">
            <a:noFill/>
          </a:ln>
        </p:spPr>
        <p:style>
          <a:lnRef idx="0"/>
          <a:fillRef idx="0"/>
          <a:effectRef idx="0"/>
          <a:fontRef idx="minor"/>
        </p:style>
      </p:sp>
      <p:sp>
        <p:nvSpPr>
          <p:cNvPr id="625" name="Rectangle 15"/>
          <p:cNvSpPr/>
          <p:nvPr/>
        </p:nvSpPr>
        <p:spPr>
          <a:xfrm>
            <a:off x="3124080" y="6248520"/>
            <a:ext cx="2895120" cy="456840"/>
          </a:xfrm>
          <a:prstGeom prst="rect">
            <a:avLst/>
          </a:prstGeom>
          <a:noFill/>
          <a:ln w="0">
            <a:noFill/>
          </a:ln>
        </p:spPr>
        <p:style>
          <a:lnRef idx="0"/>
          <a:fillRef idx="0"/>
          <a:effectRef idx="0"/>
          <a:fontRef idx="minor"/>
        </p:style>
      </p:sp>
      <p:sp>
        <p:nvSpPr>
          <p:cNvPr id="626" name="PlaceHolder 2"/>
          <p:cNvSpPr>
            <a:spLocks noGrp="1"/>
          </p:cNvSpPr>
          <p:nvPr>
            <p:ph/>
          </p:nvPr>
        </p:nvSpPr>
        <p:spPr>
          <a:xfrm>
            <a:off x="419040" y="1067040"/>
            <a:ext cx="8571960" cy="1066320"/>
          </a:xfrm>
          <a:prstGeom prst="rect">
            <a:avLst/>
          </a:prstGeom>
          <a:noFill/>
          <a:ln w="0">
            <a:noFill/>
          </a:ln>
        </p:spPr>
        <p:txBody>
          <a:bodyPr numCol="1" spcCol="0" anchor="t">
            <a:noAutofit/>
          </a:bodyPr>
          <a:p>
            <a:pPr>
              <a:lnSpc>
                <a:spcPct val="100000"/>
              </a:lnSpc>
              <a:spcBef>
                <a:spcPts val="564"/>
              </a:spcBef>
              <a:tabLst>
                <a:tab algn="l" pos="0"/>
              </a:tabLst>
            </a:pPr>
            <a:r>
              <a:rPr b="0" lang="en-US" sz="2000" spc="-1" strike="noStrike">
                <a:solidFill>
                  <a:srgbClr val="000000"/>
                </a:solidFill>
                <a:latin typeface="Calibri"/>
                <a:ea typeface="SimSun"/>
              </a:rPr>
              <a:t>The most popular of Agile methods today, Scrum is an project management framework that encourages teams to self organize and deliver functionality iteratively in two-week time boxes called sprints.</a:t>
            </a:r>
            <a:endParaRPr b="0" lang="en-US" sz="2000" spc="-1" strike="noStrike">
              <a:solidFill>
                <a:srgbClr val="000000"/>
              </a:solidFill>
              <a:latin typeface="Arial"/>
            </a:endParaRPr>
          </a:p>
        </p:txBody>
      </p:sp>
      <p:pic>
        <p:nvPicPr>
          <p:cNvPr id="627" name="Picture 17" descr=""/>
          <p:cNvPicPr/>
          <p:nvPr/>
        </p:nvPicPr>
        <p:blipFill>
          <a:blip r:embed="rId1"/>
          <a:stretch/>
        </p:blipFill>
        <p:spPr>
          <a:xfrm>
            <a:off x="604800" y="2362320"/>
            <a:ext cx="7886520" cy="365724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Sprint 0</a:t>
            </a:r>
            <a:br/>
            <a:endParaRPr b="0" lang="en-US" sz="2800" spc="-1" strike="noStrike">
              <a:solidFill>
                <a:srgbClr val="000000"/>
              </a:solidFill>
              <a:latin typeface="Times New Roman"/>
            </a:endParaRPr>
          </a:p>
        </p:txBody>
      </p:sp>
      <p:sp>
        <p:nvSpPr>
          <p:cNvPr id="629" name="Rectangle 2"/>
          <p:cNvSpPr/>
          <p:nvPr/>
        </p:nvSpPr>
        <p:spPr>
          <a:xfrm>
            <a:off x="685800" y="6248520"/>
            <a:ext cx="1904760" cy="456840"/>
          </a:xfrm>
          <a:prstGeom prst="rect">
            <a:avLst/>
          </a:prstGeom>
          <a:noFill/>
          <a:ln w="0">
            <a:noFill/>
          </a:ln>
        </p:spPr>
        <p:style>
          <a:lnRef idx="0"/>
          <a:fillRef idx="0"/>
          <a:effectRef idx="0"/>
          <a:fontRef idx="minor"/>
        </p:style>
      </p:sp>
      <p:sp>
        <p:nvSpPr>
          <p:cNvPr id="630" name="Rectangle 3"/>
          <p:cNvSpPr/>
          <p:nvPr/>
        </p:nvSpPr>
        <p:spPr>
          <a:xfrm>
            <a:off x="3124080" y="6248520"/>
            <a:ext cx="2895120" cy="456840"/>
          </a:xfrm>
          <a:prstGeom prst="rect">
            <a:avLst/>
          </a:prstGeom>
          <a:noFill/>
          <a:ln w="0">
            <a:noFill/>
          </a:ln>
        </p:spPr>
        <p:style>
          <a:lnRef idx="0"/>
          <a:fillRef idx="0"/>
          <a:effectRef idx="0"/>
          <a:fontRef idx="minor"/>
        </p:style>
      </p:sp>
      <p:sp>
        <p:nvSpPr>
          <p:cNvPr id="631" name="Rectangle 4"/>
          <p:cNvSpPr/>
          <p:nvPr/>
        </p:nvSpPr>
        <p:spPr>
          <a:xfrm>
            <a:off x="685800" y="6248520"/>
            <a:ext cx="1904760" cy="456840"/>
          </a:xfrm>
          <a:prstGeom prst="rect">
            <a:avLst/>
          </a:prstGeom>
          <a:noFill/>
          <a:ln w="0">
            <a:noFill/>
          </a:ln>
        </p:spPr>
        <p:style>
          <a:lnRef idx="0"/>
          <a:fillRef idx="0"/>
          <a:effectRef idx="0"/>
          <a:fontRef idx="minor"/>
        </p:style>
      </p:sp>
      <p:sp>
        <p:nvSpPr>
          <p:cNvPr id="632" name="Rectangle 5"/>
          <p:cNvSpPr/>
          <p:nvPr/>
        </p:nvSpPr>
        <p:spPr>
          <a:xfrm>
            <a:off x="3124080" y="6248520"/>
            <a:ext cx="2895120" cy="456840"/>
          </a:xfrm>
          <a:prstGeom prst="rect">
            <a:avLst/>
          </a:prstGeom>
          <a:noFill/>
          <a:ln w="0">
            <a:noFill/>
          </a:ln>
        </p:spPr>
        <p:style>
          <a:lnRef idx="0"/>
          <a:fillRef idx="0"/>
          <a:effectRef idx="0"/>
          <a:fontRef idx="minor"/>
        </p:style>
      </p:sp>
      <p:sp>
        <p:nvSpPr>
          <p:cNvPr id="633" name="Rectangle 6"/>
          <p:cNvSpPr/>
          <p:nvPr/>
        </p:nvSpPr>
        <p:spPr>
          <a:xfrm>
            <a:off x="685800" y="6248520"/>
            <a:ext cx="1904760" cy="456840"/>
          </a:xfrm>
          <a:prstGeom prst="rect">
            <a:avLst/>
          </a:prstGeom>
          <a:noFill/>
          <a:ln w="0">
            <a:noFill/>
          </a:ln>
        </p:spPr>
        <p:style>
          <a:lnRef idx="0"/>
          <a:fillRef idx="0"/>
          <a:effectRef idx="0"/>
          <a:fontRef idx="minor"/>
        </p:style>
      </p:sp>
      <p:sp>
        <p:nvSpPr>
          <p:cNvPr id="634" name="Rectangle 7"/>
          <p:cNvSpPr/>
          <p:nvPr/>
        </p:nvSpPr>
        <p:spPr>
          <a:xfrm>
            <a:off x="3124080" y="6248520"/>
            <a:ext cx="2895120" cy="456840"/>
          </a:xfrm>
          <a:prstGeom prst="rect">
            <a:avLst/>
          </a:prstGeom>
          <a:noFill/>
          <a:ln w="0">
            <a:noFill/>
          </a:ln>
        </p:spPr>
        <p:style>
          <a:lnRef idx="0"/>
          <a:fillRef idx="0"/>
          <a:effectRef idx="0"/>
          <a:fontRef idx="minor"/>
        </p:style>
      </p:sp>
      <p:sp>
        <p:nvSpPr>
          <p:cNvPr id="635" name="Rectangle 8"/>
          <p:cNvSpPr/>
          <p:nvPr/>
        </p:nvSpPr>
        <p:spPr>
          <a:xfrm>
            <a:off x="685800" y="6248520"/>
            <a:ext cx="1904760" cy="456840"/>
          </a:xfrm>
          <a:prstGeom prst="rect">
            <a:avLst/>
          </a:prstGeom>
          <a:noFill/>
          <a:ln w="0">
            <a:noFill/>
          </a:ln>
        </p:spPr>
        <p:style>
          <a:lnRef idx="0"/>
          <a:fillRef idx="0"/>
          <a:effectRef idx="0"/>
          <a:fontRef idx="minor"/>
        </p:style>
      </p:sp>
      <p:sp>
        <p:nvSpPr>
          <p:cNvPr id="636" name="Rectangle 9"/>
          <p:cNvSpPr/>
          <p:nvPr/>
        </p:nvSpPr>
        <p:spPr>
          <a:xfrm>
            <a:off x="3124080" y="6248520"/>
            <a:ext cx="2895120" cy="456840"/>
          </a:xfrm>
          <a:prstGeom prst="rect">
            <a:avLst/>
          </a:prstGeom>
          <a:noFill/>
          <a:ln w="0">
            <a:noFill/>
          </a:ln>
        </p:spPr>
        <p:style>
          <a:lnRef idx="0"/>
          <a:fillRef idx="0"/>
          <a:effectRef idx="0"/>
          <a:fontRef idx="minor"/>
        </p:style>
      </p:sp>
      <p:sp>
        <p:nvSpPr>
          <p:cNvPr id="637" name="Rectangle 10"/>
          <p:cNvSpPr/>
          <p:nvPr/>
        </p:nvSpPr>
        <p:spPr>
          <a:xfrm>
            <a:off x="685800" y="6248520"/>
            <a:ext cx="1904760" cy="456840"/>
          </a:xfrm>
          <a:prstGeom prst="rect">
            <a:avLst/>
          </a:prstGeom>
          <a:noFill/>
          <a:ln w="0">
            <a:noFill/>
          </a:ln>
        </p:spPr>
        <p:style>
          <a:lnRef idx="0"/>
          <a:fillRef idx="0"/>
          <a:effectRef idx="0"/>
          <a:fontRef idx="minor"/>
        </p:style>
      </p:sp>
      <p:sp>
        <p:nvSpPr>
          <p:cNvPr id="638" name="Rectangle 11"/>
          <p:cNvSpPr/>
          <p:nvPr/>
        </p:nvSpPr>
        <p:spPr>
          <a:xfrm>
            <a:off x="3124080" y="6248520"/>
            <a:ext cx="2895120" cy="456840"/>
          </a:xfrm>
          <a:prstGeom prst="rect">
            <a:avLst/>
          </a:prstGeom>
          <a:noFill/>
          <a:ln w="0">
            <a:noFill/>
          </a:ln>
        </p:spPr>
        <p:style>
          <a:lnRef idx="0"/>
          <a:fillRef idx="0"/>
          <a:effectRef idx="0"/>
          <a:fontRef idx="minor"/>
        </p:style>
      </p:sp>
      <p:sp>
        <p:nvSpPr>
          <p:cNvPr id="639" name="Rectangle 12"/>
          <p:cNvSpPr/>
          <p:nvPr/>
        </p:nvSpPr>
        <p:spPr>
          <a:xfrm>
            <a:off x="685800" y="6248520"/>
            <a:ext cx="1904760" cy="456840"/>
          </a:xfrm>
          <a:prstGeom prst="rect">
            <a:avLst/>
          </a:prstGeom>
          <a:noFill/>
          <a:ln w="0">
            <a:noFill/>
          </a:ln>
        </p:spPr>
        <p:style>
          <a:lnRef idx="0"/>
          <a:fillRef idx="0"/>
          <a:effectRef idx="0"/>
          <a:fontRef idx="minor"/>
        </p:style>
      </p:sp>
      <p:sp>
        <p:nvSpPr>
          <p:cNvPr id="640" name="Rectangle 13"/>
          <p:cNvSpPr/>
          <p:nvPr/>
        </p:nvSpPr>
        <p:spPr>
          <a:xfrm>
            <a:off x="3124080" y="6248520"/>
            <a:ext cx="2895120" cy="456840"/>
          </a:xfrm>
          <a:prstGeom prst="rect">
            <a:avLst/>
          </a:prstGeom>
          <a:noFill/>
          <a:ln w="0">
            <a:noFill/>
          </a:ln>
        </p:spPr>
        <p:style>
          <a:lnRef idx="0"/>
          <a:fillRef idx="0"/>
          <a:effectRef idx="0"/>
          <a:fontRef idx="minor"/>
        </p:style>
      </p:sp>
      <p:sp>
        <p:nvSpPr>
          <p:cNvPr id="641" name="Rectangle 14"/>
          <p:cNvSpPr/>
          <p:nvPr/>
        </p:nvSpPr>
        <p:spPr>
          <a:xfrm>
            <a:off x="685800" y="6248520"/>
            <a:ext cx="1904760" cy="456840"/>
          </a:xfrm>
          <a:prstGeom prst="rect">
            <a:avLst/>
          </a:prstGeom>
          <a:noFill/>
          <a:ln w="0">
            <a:noFill/>
          </a:ln>
        </p:spPr>
        <p:style>
          <a:lnRef idx="0"/>
          <a:fillRef idx="0"/>
          <a:effectRef idx="0"/>
          <a:fontRef idx="minor"/>
        </p:style>
      </p:sp>
      <p:sp>
        <p:nvSpPr>
          <p:cNvPr id="642" name="Rectangle 15"/>
          <p:cNvSpPr/>
          <p:nvPr/>
        </p:nvSpPr>
        <p:spPr>
          <a:xfrm>
            <a:off x="3124080" y="6248520"/>
            <a:ext cx="2895120" cy="456840"/>
          </a:xfrm>
          <a:prstGeom prst="rect">
            <a:avLst/>
          </a:prstGeom>
          <a:noFill/>
          <a:ln w="0">
            <a:noFill/>
          </a:ln>
        </p:spPr>
        <p:style>
          <a:lnRef idx="0"/>
          <a:fillRef idx="0"/>
          <a:effectRef idx="0"/>
          <a:fontRef idx="minor"/>
        </p:style>
      </p:sp>
      <p:sp>
        <p:nvSpPr>
          <p:cNvPr id="643" name="PlaceHolder 2"/>
          <p:cNvSpPr>
            <a:spLocks noGrp="1"/>
          </p:cNvSpPr>
          <p:nvPr>
            <p:ph/>
          </p:nvPr>
        </p:nvSpPr>
        <p:spPr>
          <a:xfrm>
            <a:off x="152640" y="1067040"/>
            <a:ext cx="8838720" cy="5181120"/>
          </a:xfrm>
          <a:prstGeom prst="rect">
            <a:avLst/>
          </a:prstGeom>
          <a:noFill/>
          <a:ln w="0">
            <a:noFill/>
          </a:ln>
        </p:spPr>
        <p:txBody>
          <a:bodyPr numCol="1" spcCol="0" anchor="t">
            <a:noAutofit/>
          </a:bodyPr>
          <a:p>
            <a:pPr>
              <a:lnSpc>
                <a:spcPct val="100000"/>
              </a:lnSpc>
              <a:spcBef>
                <a:spcPts val="564"/>
              </a:spcBef>
              <a:tabLst>
                <a:tab algn="l" pos="0"/>
              </a:tabLst>
            </a:pPr>
            <a:r>
              <a:rPr b="0" lang="en-US" sz="2000" spc="-1" strike="noStrike">
                <a:solidFill>
                  <a:srgbClr val="404040"/>
                </a:solidFill>
                <a:latin typeface="Calibri"/>
              </a:rPr>
              <a:t>Sprint Zero is the iteration that is used to get prepared for the project execution.</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404040"/>
                </a:solidFill>
                <a:latin typeface="Calibri"/>
              </a:rPr>
              <a:t>Everyone does not support sprint Zero. That’s because it does not produce any output, which is shippable. Sprints always target a shippable output.</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404040"/>
                </a:solidFill>
                <a:latin typeface="Calibri"/>
              </a:rPr>
              <a:t>Sprint Zero is used for the following reasons. This is just an indicative list.</a:t>
            </a:r>
            <a:endParaRPr b="0" lang="en-US" sz="2000" spc="-1" strike="noStrike">
              <a:solidFill>
                <a:srgbClr val="000000"/>
              </a:solidFill>
              <a:latin typeface="Arial"/>
            </a:endParaRPr>
          </a:p>
          <a:p>
            <a:pPr lvl="2" marL="643320" indent="-128880">
              <a:lnSpc>
                <a:spcPct val="100000"/>
              </a:lnSpc>
              <a:spcBef>
                <a:spcPts val="275"/>
              </a:spcBef>
              <a:buClr>
                <a:srgbClr val="404040"/>
              </a:buClr>
              <a:buFont typeface="Arial"/>
              <a:buChar char="•"/>
              <a:tabLst>
                <a:tab algn="l" pos="0"/>
              </a:tabLst>
            </a:pPr>
            <a:r>
              <a:rPr b="0" lang="en-US" sz="2000" spc="-1" strike="noStrike">
                <a:solidFill>
                  <a:srgbClr val="404040"/>
                </a:solidFill>
                <a:latin typeface="Calibri"/>
              </a:rPr>
              <a:t>Acquiring servers or hardware resources for the project</a:t>
            </a:r>
            <a:endParaRPr b="0" lang="en-US" sz="2000" spc="-1" strike="noStrike">
              <a:solidFill>
                <a:srgbClr val="000000"/>
              </a:solidFill>
              <a:latin typeface="Arial"/>
            </a:endParaRPr>
          </a:p>
          <a:p>
            <a:pPr lvl="2" marL="643320" indent="-128880">
              <a:lnSpc>
                <a:spcPct val="100000"/>
              </a:lnSpc>
              <a:spcBef>
                <a:spcPts val="275"/>
              </a:spcBef>
              <a:buClr>
                <a:srgbClr val="404040"/>
              </a:buClr>
              <a:buFont typeface="Arial"/>
              <a:buChar char="•"/>
              <a:tabLst>
                <a:tab algn="l" pos="0"/>
              </a:tabLst>
            </a:pPr>
            <a:r>
              <a:rPr b="0" lang="en-US" sz="2000" spc="-1" strike="noStrike">
                <a:solidFill>
                  <a:srgbClr val="404040"/>
                </a:solidFill>
                <a:latin typeface="Calibri"/>
              </a:rPr>
              <a:t>Assembling the team</a:t>
            </a:r>
            <a:endParaRPr b="0" lang="en-US" sz="2000" spc="-1" strike="noStrike">
              <a:solidFill>
                <a:srgbClr val="000000"/>
              </a:solidFill>
              <a:latin typeface="Arial"/>
            </a:endParaRPr>
          </a:p>
          <a:p>
            <a:pPr lvl="2" marL="643320" indent="-128880">
              <a:lnSpc>
                <a:spcPct val="100000"/>
              </a:lnSpc>
              <a:spcBef>
                <a:spcPts val="275"/>
              </a:spcBef>
              <a:buClr>
                <a:srgbClr val="404040"/>
              </a:buClr>
              <a:buFont typeface="Arial"/>
              <a:buChar char="•"/>
              <a:tabLst>
                <a:tab algn="l" pos="0"/>
              </a:tabLst>
            </a:pPr>
            <a:r>
              <a:rPr b="0" lang="en-US" sz="2000" spc="-1" strike="noStrike">
                <a:solidFill>
                  <a:srgbClr val="404040"/>
                </a:solidFill>
                <a:latin typeface="Calibri"/>
              </a:rPr>
              <a:t>Developing the initial backlog items (A few stories)</a:t>
            </a:r>
            <a:endParaRPr b="0" lang="en-US" sz="2000" spc="-1" strike="noStrike">
              <a:solidFill>
                <a:srgbClr val="000000"/>
              </a:solidFill>
              <a:latin typeface="Arial"/>
            </a:endParaRPr>
          </a:p>
          <a:p>
            <a:pPr lvl="2" marL="643320" indent="-128880">
              <a:lnSpc>
                <a:spcPct val="100000"/>
              </a:lnSpc>
              <a:spcBef>
                <a:spcPts val="275"/>
              </a:spcBef>
              <a:buClr>
                <a:srgbClr val="404040"/>
              </a:buClr>
              <a:buFont typeface="Arial"/>
              <a:buChar char="•"/>
              <a:tabLst>
                <a:tab algn="l" pos="0"/>
              </a:tabLst>
            </a:pPr>
            <a:r>
              <a:rPr b="0" lang="en-US" sz="2000" spc="-1" strike="noStrike">
                <a:solidFill>
                  <a:srgbClr val="404040"/>
                </a:solidFill>
                <a:latin typeface="Calibri"/>
              </a:rPr>
              <a:t>Application Architecture design</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Spike</a:t>
            </a:r>
            <a:br/>
            <a:endParaRPr b="0" lang="en-US" sz="2800" spc="-1" strike="noStrike">
              <a:solidFill>
                <a:srgbClr val="000000"/>
              </a:solidFill>
              <a:latin typeface="Times New Roman"/>
            </a:endParaRPr>
          </a:p>
        </p:txBody>
      </p:sp>
      <p:sp>
        <p:nvSpPr>
          <p:cNvPr id="645" name="Rectangle 2"/>
          <p:cNvSpPr/>
          <p:nvPr/>
        </p:nvSpPr>
        <p:spPr>
          <a:xfrm>
            <a:off x="685800" y="6248520"/>
            <a:ext cx="1904760" cy="456840"/>
          </a:xfrm>
          <a:prstGeom prst="rect">
            <a:avLst/>
          </a:prstGeom>
          <a:noFill/>
          <a:ln w="0">
            <a:noFill/>
          </a:ln>
        </p:spPr>
        <p:style>
          <a:lnRef idx="0"/>
          <a:fillRef idx="0"/>
          <a:effectRef idx="0"/>
          <a:fontRef idx="minor"/>
        </p:style>
      </p:sp>
      <p:sp>
        <p:nvSpPr>
          <p:cNvPr id="646" name="Rectangle 3"/>
          <p:cNvSpPr/>
          <p:nvPr/>
        </p:nvSpPr>
        <p:spPr>
          <a:xfrm>
            <a:off x="3124080" y="6248520"/>
            <a:ext cx="2895120" cy="456840"/>
          </a:xfrm>
          <a:prstGeom prst="rect">
            <a:avLst/>
          </a:prstGeom>
          <a:noFill/>
          <a:ln w="0">
            <a:noFill/>
          </a:ln>
        </p:spPr>
        <p:style>
          <a:lnRef idx="0"/>
          <a:fillRef idx="0"/>
          <a:effectRef idx="0"/>
          <a:fontRef idx="minor"/>
        </p:style>
      </p:sp>
      <p:sp>
        <p:nvSpPr>
          <p:cNvPr id="647" name="Rectangle 4"/>
          <p:cNvSpPr/>
          <p:nvPr/>
        </p:nvSpPr>
        <p:spPr>
          <a:xfrm>
            <a:off x="685800" y="6248520"/>
            <a:ext cx="1904760" cy="456840"/>
          </a:xfrm>
          <a:prstGeom prst="rect">
            <a:avLst/>
          </a:prstGeom>
          <a:noFill/>
          <a:ln w="0">
            <a:noFill/>
          </a:ln>
        </p:spPr>
        <p:style>
          <a:lnRef idx="0"/>
          <a:fillRef idx="0"/>
          <a:effectRef idx="0"/>
          <a:fontRef idx="minor"/>
        </p:style>
      </p:sp>
      <p:sp>
        <p:nvSpPr>
          <p:cNvPr id="648" name="Rectangle 5"/>
          <p:cNvSpPr/>
          <p:nvPr/>
        </p:nvSpPr>
        <p:spPr>
          <a:xfrm>
            <a:off x="3124080" y="6248520"/>
            <a:ext cx="2895120" cy="456840"/>
          </a:xfrm>
          <a:prstGeom prst="rect">
            <a:avLst/>
          </a:prstGeom>
          <a:noFill/>
          <a:ln w="0">
            <a:noFill/>
          </a:ln>
        </p:spPr>
        <p:style>
          <a:lnRef idx="0"/>
          <a:fillRef idx="0"/>
          <a:effectRef idx="0"/>
          <a:fontRef idx="minor"/>
        </p:style>
      </p:sp>
      <p:sp>
        <p:nvSpPr>
          <p:cNvPr id="649" name="Rectangle 6"/>
          <p:cNvSpPr/>
          <p:nvPr/>
        </p:nvSpPr>
        <p:spPr>
          <a:xfrm>
            <a:off x="685800" y="6248520"/>
            <a:ext cx="1904760" cy="456840"/>
          </a:xfrm>
          <a:prstGeom prst="rect">
            <a:avLst/>
          </a:prstGeom>
          <a:noFill/>
          <a:ln w="0">
            <a:noFill/>
          </a:ln>
        </p:spPr>
        <p:style>
          <a:lnRef idx="0"/>
          <a:fillRef idx="0"/>
          <a:effectRef idx="0"/>
          <a:fontRef idx="minor"/>
        </p:style>
      </p:sp>
      <p:sp>
        <p:nvSpPr>
          <p:cNvPr id="650" name="Rectangle 7"/>
          <p:cNvSpPr/>
          <p:nvPr/>
        </p:nvSpPr>
        <p:spPr>
          <a:xfrm>
            <a:off x="3124080" y="6248520"/>
            <a:ext cx="2895120" cy="456840"/>
          </a:xfrm>
          <a:prstGeom prst="rect">
            <a:avLst/>
          </a:prstGeom>
          <a:noFill/>
          <a:ln w="0">
            <a:noFill/>
          </a:ln>
        </p:spPr>
        <p:style>
          <a:lnRef idx="0"/>
          <a:fillRef idx="0"/>
          <a:effectRef idx="0"/>
          <a:fontRef idx="minor"/>
        </p:style>
      </p:sp>
      <p:sp>
        <p:nvSpPr>
          <p:cNvPr id="651" name="Rectangle 8"/>
          <p:cNvSpPr/>
          <p:nvPr/>
        </p:nvSpPr>
        <p:spPr>
          <a:xfrm>
            <a:off x="685800" y="6248520"/>
            <a:ext cx="1904760" cy="456840"/>
          </a:xfrm>
          <a:prstGeom prst="rect">
            <a:avLst/>
          </a:prstGeom>
          <a:noFill/>
          <a:ln w="0">
            <a:noFill/>
          </a:ln>
        </p:spPr>
        <p:style>
          <a:lnRef idx="0"/>
          <a:fillRef idx="0"/>
          <a:effectRef idx="0"/>
          <a:fontRef idx="minor"/>
        </p:style>
      </p:sp>
      <p:sp>
        <p:nvSpPr>
          <p:cNvPr id="652" name="Rectangle 9"/>
          <p:cNvSpPr/>
          <p:nvPr/>
        </p:nvSpPr>
        <p:spPr>
          <a:xfrm>
            <a:off x="3124080" y="6248520"/>
            <a:ext cx="2895120" cy="456840"/>
          </a:xfrm>
          <a:prstGeom prst="rect">
            <a:avLst/>
          </a:prstGeom>
          <a:noFill/>
          <a:ln w="0">
            <a:noFill/>
          </a:ln>
        </p:spPr>
        <p:style>
          <a:lnRef idx="0"/>
          <a:fillRef idx="0"/>
          <a:effectRef idx="0"/>
          <a:fontRef idx="minor"/>
        </p:style>
      </p:sp>
      <p:sp>
        <p:nvSpPr>
          <p:cNvPr id="653" name="Rectangle 10"/>
          <p:cNvSpPr/>
          <p:nvPr/>
        </p:nvSpPr>
        <p:spPr>
          <a:xfrm>
            <a:off x="685800" y="6248520"/>
            <a:ext cx="1904760" cy="456840"/>
          </a:xfrm>
          <a:prstGeom prst="rect">
            <a:avLst/>
          </a:prstGeom>
          <a:noFill/>
          <a:ln w="0">
            <a:noFill/>
          </a:ln>
        </p:spPr>
        <p:style>
          <a:lnRef idx="0"/>
          <a:fillRef idx="0"/>
          <a:effectRef idx="0"/>
          <a:fontRef idx="minor"/>
        </p:style>
      </p:sp>
      <p:sp>
        <p:nvSpPr>
          <p:cNvPr id="654" name="Rectangle 11"/>
          <p:cNvSpPr/>
          <p:nvPr/>
        </p:nvSpPr>
        <p:spPr>
          <a:xfrm>
            <a:off x="3124080" y="6248520"/>
            <a:ext cx="2895120" cy="456840"/>
          </a:xfrm>
          <a:prstGeom prst="rect">
            <a:avLst/>
          </a:prstGeom>
          <a:noFill/>
          <a:ln w="0">
            <a:noFill/>
          </a:ln>
        </p:spPr>
        <p:style>
          <a:lnRef idx="0"/>
          <a:fillRef idx="0"/>
          <a:effectRef idx="0"/>
          <a:fontRef idx="minor"/>
        </p:style>
      </p:sp>
      <p:sp>
        <p:nvSpPr>
          <p:cNvPr id="655" name="Rectangle 12"/>
          <p:cNvSpPr/>
          <p:nvPr/>
        </p:nvSpPr>
        <p:spPr>
          <a:xfrm>
            <a:off x="685800" y="6248520"/>
            <a:ext cx="1904760" cy="456840"/>
          </a:xfrm>
          <a:prstGeom prst="rect">
            <a:avLst/>
          </a:prstGeom>
          <a:noFill/>
          <a:ln w="0">
            <a:noFill/>
          </a:ln>
        </p:spPr>
        <p:style>
          <a:lnRef idx="0"/>
          <a:fillRef idx="0"/>
          <a:effectRef idx="0"/>
          <a:fontRef idx="minor"/>
        </p:style>
      </p:sp>
      <p:sp>
        <p:nvSpPr>
          <p:cNvPr id="656" name="Rectangle 13"/>
          <p:cNvSpPr/>
          <p:nvPr/>
        </p:nvSpPr>
        <p:spPr>
          <a:xfrm>
            <a:off x="3124080" y="6248520"/>
            <a:ext cx="2895120" cy="456840"/>
          </a:xfrm>
          <a:prstGeom prst="rect">
            <a:avLst/>
          </a:prstGeom>
          <a:noFill/>
          <a:ln w="0">
            <a:noFill/>
          </a:ln>
        </p:spPr>
        <p:style>
          <a:lnRef idx="0"/>
          <a:fillRef idx="0"/>
          <a:effectRef idx="0"/>
          <a:fontRef idx="minor"/>
        </p:style>
      </p:sp>
      <p:sp>
        <p:nvSpPr>
          <p:cNvPr id="657" name="Rectangle 14"/>
          <p:cNvSpPr/>
          <p:nvPr/>
        </p:nvSpPr>
        <p:spPr>
          <a:xfrm>
            <a:off x="685800" y="6248520"/>
            <a:ext cx="1904760" cy="456840"/>
          </a:xfrm>
          <a:prstGeom prst="rect">
            <a:avLst/>
          </a:prstGeom>
          <a:noFill/>
          <a:ln w="0">
            <a:noFill/>
          </a:ln>
        </p:spPr>
        <p:style>
          <a:lnRef idx="0"/>
          <a:fillRef idx="0"/>
          <a:effectRef idx="0"/>
          <a:fontRef idx="minor"/>
        </p:style>
      </p:sp>
      <p:sp>
        <p:nvSpPr>
          <p:cNvPr id="658" name="Rectangle 15"/>
          <p:cNvSpPr/>
          <p:nvPr/>
        </p:nvSpPr>
        <p:spPr>
          <a:xfrm>
            <a:off x="3124080" y="6248520"/>
            <a:ext cx="2895120" cy="456840"/>
          </a:xfrm>
          <a:prstGeom prst="rect">
            <a:avLst/>
          </a:prstGeom>
          <a:noFill/>
          <a:ln w="0">
            <a:noFill/>
          </a:ln>
        </p:spPr>
        <p:style>
          <a:lnRef idx="0"/>
          <a:fillRef idx="0"/>
          <a:effectRef idx="0"/>
          <a:fontRef idx="minor"/>
        </p:style>
      </p:sp>
      <p:sp>
        <p:nvSpPr>
          <p:cNvPr id="659" name="PlaceHolder 2"/>
          <p:cNvSpPr>
            <a:spLocks noGrp="1"/>
          </p:cNvSpPr>
          <p:nvPr>
            <p:ph/>
          </p:nvPr>
        </p:nvSpPr>
        <p:spPr>
          <a:xfrm>
            <a:off x="381240" y="857160"/>
            <a:ext cx="8457480" cy="5390640"/>
          </a:xfrm>
          <a:prstGeom prst="rect">
            <a:avLst/>
          </a:prstGeom>
          <a:noFill/>
          <a:ln w="0">
            <a:noFill/>
          </a:ln>
        </p:spPr>
        <p:txBody>
          <a:bodyPr numCol="1" spcCol="0" anchor="t">
            <a:noAutofit/>
          </a:bodyPr>
          <a:p>
            <a:pPr>
              <a:lnSpc>
                <a:spcPct val="100000"/>
              </a:lnSpc>
              <a:spcBef>
                <a:spcPts val="564"/>
              </a:spcBef>
              <a:tabLst>
                <a:tab algn="l" pos="0"/>
              </a:tabLst>
            </a:pPr>
            <a:r>
              <a:rPr b="0" lang="en-US" sz="2000" spc="-1" strike="noStrike">
                <a:solidFill>
                  <a:srgbClr val="404040"/>
                </a:solidFill>
                <a:latin typeface="Calibri"/>
              </a:rPr>
              <a:t>A task aimed at answering a question or gathering information, rather than at producing shippable product.</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404040"/>
                </a:solidFill>
                <a:latin typeface="Calibri"/>
              </a:rPr>
              <a:t>It is not uncommon to create proof of concept (POC) or feasibility study or even research to estimate a user story correctly. A spike is created to conduct the task so that we can do the estimation correctly.</a:t>
            </a:r>
            <a:endParaRPr b="0" lang="en-US" sz="2000" spc="-1" strike="noStrike">
              <a:solidFill>
                <a:srgbClr val="000000"/>
              </a:solidFill>
              <a:latin typeface="Arial"/>
            </a:endParaRPr>
          </a:p>
          <a:p>
            <a:pPr>
              <a:lnSpc>
                <a:spcPct val="100000"/>
              </a:lnSpc>
              <a:spcBef>
                <a:spcPts val="564"/>
              </a:spcBef>
              <a:tabLst>
                <a:tab algn="l" pos="0"/>
              </a:tabLst>
            </a:pPr>
            <a:r>
              <a:rPr b="0" lang="en-US" sz="2000" spc="-1" strike="noStrike">
                <a:solidFill>
                  <a:srgbClr val="404040"/>
                </a:solidFill>
                <a:latin typeface="Calibri"/>
              </a:rPr>
              <a:t>Spikes can be of three types:</a:t>
            </a:r>
            <a:endParaRPr b="0" lang="en-US" sz="2000" spc="-1" strike="noStrike">
              <a:solidFill>
                <a:srgbClr val="000000"/>
              </a:solidFill>
              <a:latin typeface="Arial"/>
            </a:endParaRPr>
          </a:p>
          <a:p>
            <a:pPr lvl="1" marL="385920" indent="-128880">
              <a:lnSpc>
                <a:spcPct val="100000"/>
              </a:lnSpc>
              <a:spcBef>
                <a:spcPts val="275"/>
              </a:spcBef>
              <a:buClr>
                <a:srgbClr val="404040"/>
              </a:buClr>
              <a:buFont typeface="Arial"/>
              <a:buChar char="•"/>
              <a:tabLst>
                <a:tab algn="l" pos="0"/>
              </a:tabLst>
            </a:pPr>
            <a:r>
              <a:rPr b="0" lang="en-US" sz="2000" spc="-1" strike="noStrike">
                <a:solidFill>
                  <a:srgbClr val="404040"/>
                </a:solidFill>
                <a:latin typeface="Calibri"/>
              </a:rPr>
              <a:t>Functional: Analyses a story by decomposing it and identifying risks</a:t>
            </a:r>
            <a:endParaRPr b="0" lang="en-US" sz="2000" spc="-1" strike="noStrike">
              <a:solidFill>
                <a:srgbClr val="000000"/>
              </a:solidFill>
              <a:latin typeface="Arial"/>
            </a:endParaRPr>
          </a:p>
          <a:p>
            <a:pPr lvl="1" marL="385920" indent="-128880">
              <a:lnSpc>
                <a:spcPct val="100000"/>
              </a:lnSpc>
              <a:spcBef>
                <a:spcPts val="275"/>
              </a:spcBef>
              <a:buClr>
                <a:srgbClr val="404040"/>
              </a:buClr>
              <a:buFont typeface="Arial"/>
              <a:buChar char="•"/>
              <a:tabLst>
                <a:tab algn="l" pos="0"/>
              </a:tabLst>
            </a:pPr>
            <a:r>
              <a:rPr b="0" lang="en-US" sz="2000" spc="-1" strike="noStrike">
                <a:solidFill>
                  <a:srgbClr val="404040"/>
                </a:solidFill>
                <a:latin typeface="Calibri"/>
              </a:rPr>
              <a:t>Technical: determines the feasibility or impact of a story or task to understand the technical design necessary.</a:t>
            </a:r>
            <a:endParaRPr b="0" lang="en-US" sz="2000" spc="-1" strike="noStrike">
              <a:solidFill>
                <a:srgbClr val="000000"/>
              </a:solidFill>
              <a:latin typeface="Arial"/>
            </a:endParaRPr>
          </a:p>
          <a:p>
            <a:pPr lvl="1" marL="385920" indent="-128880">
              <a:lnSpc>
                <a:spcPct val="100000"/>
              </a:lnSpc>
              <a:spcBef>
                <a:spcPts val="275"/>
              </a:spcBef>
              <a:buClr>
                <a:srgbClr val="404040"/>
              </a:buClr>
              <a:buFont typeface="Arial"/>
              <a:buChar char="•"/>
              <a:tabLst>
                <a:tab algn="l" pos="0"/>
              </a:tabLst>
            </a:pPr>
            <a:r>
              <a:rPr b="0" lang="en-US" sz="2000" spc="-1" strike="noStrike">
                <a:solidFill>
                  <a:srgbClr val="404040"/>
                </a:solidFill>
                <a:latin typeface="Calibri"/>
              </a:rPr>
              <a:t>Exploratory: explores organizational risks or impacts for a particular story.</a:t>
            </a:r>
            <a:endParaRPr b="0" lang="en-US" sz="2000" spc="-1" strike="noStrike">
              <a:solidFill>
                <a:srgbClr val="000000"/>
              </a:solidFill>
              <a:latin typeface="Arial"/>
            </a:endParaRPr>
          </a:p>
          <a:p>
            <a:pPr>
              <a:lnSpc>
                <a:spcPct val="100000"/>
              </a:lnSpc>
              <a:spcBef>
                <a:spcPts val="564"/>
              </a:spcBef>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Technical Debt</a:t>
            </a:r>
            <a:br/>
            <a:endParaRPr b="0" lang="en-US" sz="2800" spc="-1" strike="noStrike">
              <a:solidFill>
                <a:srgbClr val="000000"/>
              </a:solidFill>
              <a:latin typeface="Times New Roman"/>
            </a:endParaRPr>
          </a:p>
        </p:txBody>
      </p:sp>
      <p:sp>
        <p:nvSpPr>
          <p:cNvPr id="661" name="Rectangle 2"/>
          <p:cNvSpPr/>
          <p:nvPr/>
        </p:nvSpPr>
        <p:spPr>
          <a:xfrm>
            <a:off x="685800" y="6248520"/>
            <a:ext cx="1904760" cy="456840"/>
          </a:xfrm>
          <a:prstGeom prst="rect">
            <a:avLst/>
          </a:prstGeom>
          <a:noFill/>
          <a:ln w="0">
            <a:noFill/>
          </a:ln>
        </p:spPr>
        <p:style>
          <a:lnRef idx="0"/>
          <a:fillRef idx="0"/>
          <a:effectRef idx="0"/>
          <a:fontRef idx="minor"/>
        </p:style>
      </p:sp>
      <p:sp>
        <p:nvSpPr>
          <p:cNvPr id="662" name="Rectangle 3"/>
          <p:cNvSpPr/>
          <p:nvPr/>
        </p:nvSpPr>
        <p:spPr>
          <a:xfrm>
            <a:off x="3124080" y="6248520"/>
            <a:ext cx="2895120" cy="456840"/>
          </a:xfrm>
          <a:prstGeom prst="rect">
            <a:avLst/>
          </a:prstGeom>
          <a:noFill/>
          <a:ln w="0">
            <a:noFill/>
          </a:ln>
        </p:spPr>
        <p:style>
          <a:lnRef idx="0"/>
          <a:fillRef idx="0"/>
          <a:effectRef idx="0"/>
          <a:fontRef idx="minor"/>
        </p:style>
      </p:sp>
      <p:sp>
        <p:nvSpPr>
          <p:cNvPr id="663" name="Rectangle 4"/>
          <p:cNvSpPr/>
          <p:nvPr/>
        </p:nvSpPr>
        <p:spPr>
          <a:xfrm>
            <a:off x="685800" y="6248520"/>
            <a:ext cx="1904760" cy="456840"/>
          </a:xfrm>
          <a:prstGeom prst="rect">
            <a:avLst/>
          </a:prstGeom>
          <a:noFill/>
          <a:ln w="0">
            <a:noFill/>
          </a:ln>
        </p:spPr>
        <p:style>
          <a:lnRef idx="0"/>
          <a:fillRef idx="0"/>
          <a:effectRef idx="0"/>
          <a:fontRef idx="minor"/>
        </p:style>
      </p:sp>
      <p:sp>
        <p:nvSpPr>
          <p:cNvPr id="664" name="Rectangle 5"/>
          <p:cNvSpPr/>
          <p:nvPr/>
        </p:nvSpPr>
        <p:spPr>
          <a:xfrm>
            <a:off x="3124080" y="6248520"/>
            <a:ext cx="2895120" cy="456840"/>
          </a:xfrm>
          <a:prstGeom prst="rect">
            <a:avLst/>
          </a:prstGeom>
          <a:noFill/>
          <a:ln w="0">
            <a:noFill/>
          </a:ln>
        </p:spPr>
        <p:style>
          <a:lnRef idx="0"/>
          <a:fillRef idx="0"/>
          <a:effectRef idx="0"/>
          <a:fontRef idx="minor"/>
        </p:style>
      </p:sp>
      <p:sp>
        <p:nvSpPr>
          <p:cNvPr id="665" name="Rectangle 6"/>
          <p:cNvSpPr/>
          <p:nvPr/>
        </p:nvSpPr>
        <p:spPr>
          <a:xfrm>
            <a:off x="685800" y="6248520"/>
            <a:ext cx="1904760" cy="456840"/>
          </a:xfrm>
          <a:prstGeom prst="rect">
            <a:avLst/>
          </a:prstGeom>
          <a:noFill/>
          <a:ln w="0">
            <a:noFill/>
          </a:ln>
        </p:spPr>
        <p:style>
          <a:lnRef idx="0"/>
          <a:fillRef idx="0"/>
          <a:effectRef idx="0"/>
          <a:fontRef idx="minor"/>
        </p:style>
      </p:sp>
      <p:sp>
        <p:nvSpPr>
          <p:cNvPr id="666" name="Rectangle 7"/>
          <p:cNvSpPr/>
          <p:nvPr/>
        </p:nvSpPr>
        <p:spPr>
          <a:xfrm>
            <a:off x="3124080" y="6248520"/>
            <a:ext cx="2895120" cy="456840"/>
          </a:xfrm>
          <a:prstGeom prst="rect">
            <a:avLst/>
          </a:prstGeom>
          <a:noFill/>
          <a:ln w="0">
            <a:noFill/>
          </a:ln>
        </p:spPr>
        <p:style>
          <a:lnRef idx="0"/>
          <a:fillRef idx="0"/>
          <a:effectRef idx="0"/>
          <a:fontRef idx="minor"/>
        </p:style>
      </p:sp>
      <p:sp>
        <p:nvSpPr>
          <p:cNvPr id="667" name="Rectangle 8"/>
          <p:cNvSpPr/>
          <p:nvPr/>
        </p:nvSpPr>
        <p:spPr>
          <a:xfrm>
            <a:off x="685800" y="6248520"/>
            <a:ext cx="1904760" cy="456840"/>
          </a:xfrm>
          <a:prstGeom prst="rect">
            <a:avLst/>
          </a:prstGeom>
          <a:noFill/>
          <a:ln w="0">
            <a:noFill/>
          </a:ln>
        </p:spPr>
        <p:style>
          <a:lnRef idx="0"/>
          <a:fillRef idx="0"/>
          <a:effectRef idx="0"/>
          <a:fontRef idx="minor"/>
        </p:style>
      </p:sp>
      <p:sp>
        <p:nvSpPr>
          <p:cNvPr id="668" name="Rectangle 9"/>
          <p:cNvSpPr/>
          <p:nvPr/>
        </p:nvSpPr>
        <p:spPr>
          <a:xfrm>
            <a:off x="3124080" y="6248520"/>
            <a:ext cx="2895120" cy="456840"/>
          </a:xfrm>
          <a:prstGeom prst="rect">
            <a:avLst/>
          </a:prstGeom>
          <a:noFill/>
          <a:ln w="0">
            <a:noFill/>
          </a:ln>
        </p:spPr>
        <p:style>
          <a:lnRef idx="0"/>
          <a:fillRef idx="0"/>
          <a:effectRef idx="0"/>
          <a:fontRef idx="minor"/>
        </p:style>
      </p:sp>
      <p:sp>
        <p:nvSpPr>
          <p:cNvPr id="669" name="Rectangle 10"/>
          <p:cNvSpPr/>
          <p:nvPr/>
        </p:nvSpPr>
        <p:spPr>
          <a:xfrm>
            <a:off x="685800" y="6248520"/>
            <a:ext cx="1904760" cy="456840"/>
          </a:xfrm>
          <a:prstGeom prst="rect">
            <a:avLst/>
          </a:prstGeom>
          <a:noFill/>
          <a:ln w="0">
            <a:noFill/>
          </a:ln>
        </p:spPr>
        <p:style>
          <a:lnRef idx="0"/>
          <a:fillRef idx="0"/>
          <a:effectRef idx="0"/>
          <a:fontRef idx="minor"/>
        </p:style>
      </p:sp>
      <p:sp>
        <p:nvSpPr>
          <p:cNvPr id="670" name="Rectangle 11"/>
          <p:cNvSpPr/>
          <p:nvPr/>
        </p:nvSpPr>
        <p:spPr>
          <a:xfrm>
            <a:off x="3124080" y="6248520"/>
            <a:ext cx="2895120" cy="456840"/>
          </a:xfrm>
          <a:prstGeom prst="rect">
            <a:avLst/>
          </a:prstGeom>
          <a:noFill/>
          <a:ln w="0">
            <a:noFill/>
          </a:ln>
        </p:spPr>
        <p:style>
          <a:lnRef idx="0"/>
          <a:fillRef idx="0"/>
          <a:effectRef idx="0"/>
          <a:fontRef idx="minor"/>
        </p:style>
      </p:sp>
      <p:sp>
        <p:nvSpPr>
          <p:cNvPr id="671" name="Rectangle 12"/>
          <p:cNvSpPr/>
          <p:nvPr/>
        </p:nvSpPr>
        <p:spPr>
          <a:xfrm>
            <a:off x="685800" y="6248520"/>
            <a:ext cx="1904760" cy="456840"/>
          </a:xfrm>
          <a:prstGeom prst="rect">
            <a:avLst/>
          </a:prstGeom>
          <a:noFill/>
          <a:ln w="0">
            <a:noFill/>
          </a:ln>
        </p:spPr>
        <p:style>
          <a:lnRef idx="0"/>
          <a:fillRef idx="0"/>
          <a:effectRef idx="0"/>
          <a:fontRef idx="minor"/>
        </p:style>
      </p:sp>
      <p:sp>
        <p:nvSpPr>
          <p:cNvPr id="672" name="Rectangle 13"/>
          <p:cNvSpPr/>
          <p:nvPr/>
        </p:nvSpPr>
        <p:spPr>
          <a:xfrm>
            <a:off x="3124080" y="6248520"/>
            <a:ext cx="2895120" cy="456840"/>
          </a:xfrm>
          <a:prstGeom prst="rect">
            <a:avLst/>
          </a:prstGeom>
          <a:noFill/>
          <a:ln w="0">
            <a:noFill/>
          </a:ln>
        </p:spPr>
        <p:style>
          <a:lnRef idx="0"/>
          <a:fillRef idx="0"/>
          <a:effectRef idx="0"/>
          <a:fontRef idx="minor"/>
        </p:style>
      </p:sp>
      <p:sp>
        <p:nvSpPr>
          <p:cNvPr id="673" name="Rectangle 14"/>
          <p:cNvSpPr/>
          <p:nvPr/>
        </p:nvSpPr>
        <p:spPr>
          <a:xfrm>
            <a:off x="685800" y="6248520"/>
            <a:ext cx="1904760" cy="456840"/>
          </a:xfrm>
          <a:prstGeom prst="rect">
            <a:avLst/>
          </a:prstGeom>
          <a:noFill/>
          <a:ln w="0">
            <a:noFill/>
          </a:ln>
        </p:spPr>
        <p:style>
          <a:lnRef idx="0"/>
          <a:fillRef idx="0"/>
          <a:effectRef idx="0"/>
          <a:fontRef idx="minor"/>
        </p:style>
      </p:sp>
      <p:sp>
        <p:nvSpPr>
          <p:cNvPr id="674" name="Rectangle 15"/>
          <p:cNvSpPr/>
          <p:nvPr/>
        </p:nvSpPr>
        <p:spPr>
          <a:xfrm>
            <a:off x="3124080" y="6248520"/>
            <a:ext cx="2895120" cy="456840"/>
          </a:xfrm>
          <a:prstGeom prst="rect">
            <a:avLst/>
          </a:prstGeom>
          <a:noFill/>
          <a:ln w="0">
            <a:noFill/>
          </a:ln>
        </p:spPr>
        <p:style>
          <a:lnRef idx="0"/>
          <a:fillRef idx="0"/>
          <a:effectRef idx="0"/>
          <a:fontRef idx="minor"/>
        </p:style>
      </p:sp>
      <p:sp>
        <p:nvSpPr>
          <p:cNvPr id="675" name="PlaceHolder 2"/>
          <p:cNvSpPr>
            <a:spLocks noGrp="1"/>
          </p:cNvSpPr>
          <p:nvPr>
            <p:ph/>
          </p:nvPr>
        </p:nvSpPr>
        <p:spPr>
          <a:xfrm>
            <a:off x="228600" y="990720"/>
            <a:ext cx="8610120" cy="5257440"/>
          </a:xfrm>
          <a:prstGeom prst="rect">
            <a:avLst/>
          </a:prstGeom>
          <a:noFill/>
          <a:ln w="0">
            <a:noFill/>
          </a:ln>
        </p:spPr>
        <p:txBody>
          <a:bodyPr numCol="1" spcCol="0" anchor="t">
            <a:noAutofit/>
          </a:bodyPr>
          <a:p>
            <a:pPr marL="128880" indent="-128880">
              <a:lnSpc>
                <a:spcPct val="100000"/>
              </a:lnSpc>
              <a:spcBef>
                <a:spcPts val="564"/>
              </a:spcBef>
              <a:buClr>
                <a:srgbClr val="000000"/>
              </a:buClr>
              <a:buFont typeface="Arial"/>
              <a:buChar char="•"/>
            </a:pPr>
            <a:r>
              <a:rPr b="0" lang="en-US" sz="2000" spc="-1" strike="noStrike">
                <a:solidFill>
                  <a:srgbClr val="000000"/>
                </a:solidFill>
                <a:latin typeface="Calibri"/>
                <a:ea typeface="SimSun"/>
              </a:rPr>
              <a:t>The Technical Debt concept is an effective way to communicate about the need for refactoring and improvement tasks related to the source code and its architecture.</a:t>
            </a:r>
            <a:endParaRPr b="0" lang="en-US" sz="2000" spc="-1" strike="noStrike">
              <a:solidFill>
                <a:srgbClr val="000000"/>
              </a:solidFill>
              <a:latin typeface="Arial"/>
            </a:endParaRPr>
          </a:p>
          <a:p>
            <a:pPr>
              <a:lnSpc>
                <a:spcPct val="100000"/>
              </a:lnSpc>
              <a:spcBef>
                <a:spcPts val="564"/>
              </a:spcBef>
            </a:pPr>
            <a:endParaRPr b="0" lang="en-US" sz="2000" spc="-1" strike="noStrike">
              <a:solidFill>
                <a:srgbClr val="000000"/>
              </a:solidFill>
              <a:latin typeface="Arial"/>
            </a:endParaRPr>
          </a:p>
          <a:p>
            <a:pPr>
              <a:lnSpc>
                <a:spcPct val="100000"/>
              </a:lnSpc>
              <a:spcBef>
                <a:spcPts val="564"/>
              </a:spcBef>
              <a:tabLst>
                <a:tab algn="l" pos="0"/>
              </a:tabLst>
            </a:pPr>
            <a:r>
              <a:rPr b="1" lang="en-US" sz="2000" spc="-1" strike="noStrike">
                <a:solidFill>
                  <a:srgbClr val="000000"/>
                </a:solidFill>
                <a:latin typeface="Calibri"/>
                <a:ea typeface="SimSun"/>
              </a:rPr>
              <a:t>What incurs Technical Debt?</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tabLst>
                <a:tab algn="l" pos="0"/>
              </a:tabLst>
            </a:pPr>
            <a:r>
              <a:rPr b="0" lang="en-US" sz="2000" spc="-1" strike="noStrike">
                <a:solidFill>
                  <a:srgbClr val="000000"/>
                </a:solidFill>
                <a:latin typeface="Calibri"/>
                <a:ea typeface="SimSun"/>
              </a:rPr>
              <a:t>Code that is not quite right may include many types of issues. These issues may be related to architecture, structure, duplication, test coverage, comments and documentation, potential bugs, complexity, code smells, coding practices and style. All these types of issues incur technical debt because they have a negative impact on productivity</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Impediments- Silent killer of agile teams</a:t>
            </a:r>
            <a:br/>
            <a:endParaRPr b="0" lang="en-US" sz="2800" spc="-1" strike="noStrike">
              <a:solidFill>
                <a:srgbClr val="000000"/>
              </a:solidFill>
              <a:latin typeface="Times New Roman"/>
            </a:endParaRPr>
          </a:p>
        </p:txBody>
      </p:sp>
      <p:sp>
        <p:nvSpPr>
          <p:cNvPr id="677" name="Rectangle 2"/>
          <p:cNvSpPr/>
          <p:nvPr/>
        </p:nvSpPr>
        <p:spPr>
          <a:xfrm>
            <a:off x="685800" y="6248520"/>
            <a:ext cx="1904760" cy="456840"/>
          </a:xfrm>
          <a:prstGeom prst="rect">
            <a:avLst/>
          </a:prstGeom>
          <a:noFill/>
          <a:ln w="0">
            <a:noFill/>
          </a:ln>
        </p:spPr>
        <p:style>
          <a:lnRef idx="0"/>
          <a:fillRef idx="0"/>
          <a:effectRef idx="0"/>
          <a:fontRef idx="minor"/>
        </p:style>
      </p:sp>
      <p:sp>
        <p:nvSpPr>
          <p:cNvPr id="678" name="Rectangle 3"/>
          <p:cNvSpPr/>
          <p:nvPr/>
        </p:nvSpPr>
        <p:spPr>
          <a:xfrm>
            <a:off x="3124080" y="6248520"/>
            <a:ext cx="2895120" cy="456840"/>
          </a:xfrm>
          <a:prstGeom prst="rect">
            <a:avLst/>
          </a:prstGeom>
          <a:noFill/>
          <a:ln w="0">
            <a:noFill/>
          </a:ln>
        </p:spPr>
        <p:style>
          <a:lnRef idx="0"/>
          <a:fillRef idx="0"/>
          <a:effectRef idx="0"/>
          <a:fontRef idx="minor"/>
        </p:style>
      </p:sp>
      <p:sp>
        <p:nvSpPr>
          <p:cNvPr id="679" name="Rectangle 4"/>
          <p:cNvSpPr/>
          <p:nvPr/>
        </p:nvSpPr>
        <p:spPr>
          <a:xfrm>
            <a:off x="685800" y="6248520"/>
            <a:ext cx="1904760" cy="456840"/>
          </a:xfrm>
          <a:prstGeom prst="rect">
            <a:avLst/>
          </a:prstGeom>
          <a:noFill/>
          <a:ln w="0">
            <a:noFill/>
          </a:ln>
        </p:spPr>
        <p:style>
          <a:lnRef idx="0"/>
          <a:fillRef idx="0"/>
          <a:effectRef idx="0"/>
          <a:fontRef idx="minor"/>
        </p:style>
      </p:sp>
      <p:sp>
        <p:nvSpPr>
          <p:cNvPr id="680" name="Rectangle 5"/>
          <p:cNvSpPr/>
          <p:nvPr/>
        </p:nvSpPr>
        <p:spPr>
          <a:xfrm>
            <a:off x="3124080" y="6248520"/>
            <a:ext cx="2895120" cy="456840"/>
          </a:xfrm>
          <a:prstGeom prst="rect">
            <a:avLst/>
          </a:prstGeom>
          <a:noFill/>
          <a:ln w="0">
            <a:noFill/>
          </a:ln>
        </p:spPr>
        <p:style>
          <a:lnRef idx="0"/>
          <a:fillRef idx="0"/>
          <a:effectRef idx="0"/>
          <a:fontRef idx="minor"/>
        </p:style>
      </p:sp>
      <p:sp>
        <p:nvSpPr>
          <p:cNvPr id="681" name="Rectangle 6"/>
          <p:cNvSpPr/>
          <p:nvPr/>
        </p:nvSpPr>
        <p:spPr>
          <a:xfrm>
            <a:off x="685800" y="6248520"/>
            <a:ext cx="1904760" cy="456840"/>
          </a:xfrm>
          <a:prstGeom prst="rect">
            <a:avLst/>
          </a:prstGeom>
          <a:noFill/>
          <a:ln w="0">
            <a:noFill/>
          </a:ln>
        </p:spPr>
        <p:style>
          <a:lnRef idx="0"/>
          <a:fillRef idx="0"/>
          <a:effectRef idx="0"/>
          <a:fontRef idx="minor"/>
        </p:style>
      </p:sp>
      <p:sp>
        <p:nvSpPr>
          <p:cNvPr id="682" name="Rectangle 7"/>
          <p:cNvSpPr/>
          <p:nvPr/>
        </p:nvSpPr>
        <p:spPr>
          <a:xfrm>
            <a:off x="3124080" y="6248520"/>
            <a:ext cx="2895120" cy="456840"/>
          </a:xfrm>
          <a:prstGeom prst="rect">
            <a:avLst/>
          </a:prstGeom>
          <a:noFill/>
          <a:ln w="0">
            <a:noFill/>
          </a:ln>
        </p:spPr>
        <p:style>
          <a:lnRef idx="0"/>
          <a:fillRef idx="0"/>
          <a:effectRef idx="0"/>
          <a:fontRef idx="minor"/>
        </p:style>
      </p:sp>
      <p:sp>
        <p:nvSpPr>
          <p:cNvPr id="683" name="Rectangle 8"/>
          <p:cNvSpPr/>
          <p:nvPr/>
        </p:nvSpPr>
        <p:spPr>
          <a:xfrm>
            <a:off x="685800" y="6248520"/>
            <a:ext cx="1904760" cy="456840"/>
          </a:xfrm>
          <a:prstGeom prst="rect">
            <a:avLst/>
          </a:prstGeom>
          <a:noFill/>
          <a:ln w="0">
            <a:noFill/>
          </a:ln>
        </p:spPr>
        <p:style>
          <a:lnRef idx="0"/>
          <a:fillRef idx="0"/>
          <a:effectRef idx="0"/>
          <a:fontRef idx="minor"/>
        </p:style>
      </p:sp>
      <p:sp>
        <p:nvSpPr>
          <p:cNvPr id="684" name="Rectangle 9"/>
          <p:cNvSpPr/>
          <p:nvPr/>
        </p:nvSpPr>
        <p:spPr>
          <a:xfrm>
            <a:off x="3124080" y="6248520"/>
            <a:ext cx="2895120" cy="456840"/>
          </a:xfrm>
          <a:prstGeom prst="rect">
            <a:avLst/>
          </a:prstGeom>
          <a:noFill/>
          <a:ln w="0">
            <a:noFill/>
          </a:ln>
        </p:spPr>
        <p:style>
          <a:lnRef idx="0"/>
          <a:fillRef idx="0"/>
          <a:effectRef idx="0"/>
          <a:fontRef idx="minor"/>
        </p:style>
      </p:sp>
      <p:sp>
        <p:nvSpPr>
          <p:cNvPr id="685" name="Rectangle 10"/>
          <p:cNvSpPr/>
          <p:nvPr/>
        </p:nvSpPr>
        <p:spPr>
          <a:xfrm>
            <a:off x="685800" y="6248520"/>
            <a:ext cx="1904760" cy="456840"/>
          </a:xfrm>
          <a:prstGeom prst="rect">
            <a:avLst/>
          </a:prstGeom>
          <a:noFill/>
          <a:ln w="0">
            <a:noFill/>
          </a:ln>
        </p:spPr>
        <p:style>
          <a:lnRef idx="0"/>
          <a:fillRef idx="0"/>
          <a:effectRef idx="0"/>
          <a:fontRef idx="minor"/>
        </p:style>
      </p:sp>
      <p:sp>
        <p:nvSpPr>
          <p:cNvPr id="686" name="Rectangle 11"/>
          <p:cNvSpPr/>
          <p:nvPr/>
        </p:nvSpPr>
        <p:spPr>
          <a:xfrm>
            <a:off x="3124080" y="6248520"/>
            <a:ext cx="2895120" cy="456840"/>
          </a:xfrm>
          <a:prstGeom prst="rect">
            <a:avLst/>
          </a:prstGeom>
          <a:noFill/>
          <a:ln w="0">
            <a:noFill/>
          </a:ln>
        </p:spPr>
        <p:style>
          <a:lnRef idx="0"/>
          <a:fillRef idx="0"/>
          <a:effectRef idx="0"/>
          <a:fontRef idx="minor"/>
        </p:style>
      </p:sp>
      <p:sp>
        <p:nvSpPr>
          <p:cNvPr id="687" name="Rectangle 12"/>
          <p:cNvSpPr/>
          <p:nvPr/>
        </p:nvSpPr>
        <p:spPr>
          <a:xfrm>
            <a:off x="685800" y="6248520"/>
            <a:ext cx="1904760" cy="456840"/>
          </a:xfrm>
          <a:prstGeom prst="rect">
            <a:avLst/>
          </a:prstGeom>
          <a:noFill/>
          <a:ln w="0">
            <a:noFill/>
          </a:ln>
        </p:spPr>
        <p:style>
          <a:lnRef idx="0"/>
          <a:fillRef idx="0"/>
          <a:effectRef idx="0"/>
          <a:fontRef idx="minor"/>
        </p:style>
      </p:sp>
      <p:sp>
        <p:nvSpPr>
          <p:cNvPr id="688" name="Rectangle 13"/>
          <p:cNvSpPr/>
          <p:nvPr/>
        </p:nvSpPr>
        <p:spPr>
          <a:xfrm>
            <a:off x="3124080" y="6248520"/>
            <a:ext cx="2895120" cy="456840"/>
          </a:xfrm>
          <a:prstGeom prst="rect">
            <a:avLst/>
          </a:prstGeom>
          <a:noFill/>
          <a:ln w="0">
            <a:noFill/>
          </a:ln>
        </p:spPr>
        <p:style>
          <a:lnRef idx="0"/>
          <a:fillRef idx="0"/>
          <a:effectRef idx="0"/>
          <a:fontRef idx="minor"/>
        </p:style>
      </p:sp>
      <p:sp>
        <p:nvSpPr>
          <p:cNvPr id="689" name="Rectangle 14"/>
          <p:cNvSpPr/>
          <p:nvPr/>
        </p:nvSpPr>
        <p:spPr>
          <a:xfrm>
            <a:off x="685800" y="6248520"/>
            <a:ext cx="1904760" cy="456840"/>
          </a:xfrm>
          <a:prstGeom prst="rect">
            <a:avLst/>
          </a:prstGeom>
          <a:noFill/>
          <a:ln w="0">
            <a:noFill/>
          </a:ln>
        </p:spPr>
        <p:style>
          <a:lnRef idx="0"/>
          <a:fillRef idx="0"/>
          <a:effectRef idx="0"/>
          <a:fontRef idx="minor"/>
        </p:style>
      </p:sp>
      <p:sp>
        <p:nvSpPr>
          <p:cNvPr id="690" name="Rectangle 15"/>
          <p:cNvSpPr/>
          <p:nvPr/>
        </p:nvSpPr>
        <p:spPr>
          <a:xfrm>
            <a:off x="3124080" y="6248520"/>
            <a:ext cx="2895120" cy="456840"/>
          </a:xfrm>
          <a:prstGeom prst="rect">
            <a:avLst/>
          </a:prstGeom>
          <a:noFill/>
          <a:ln w="0">
            <a:noFill/>
          </a:ln>
        </p:spPr>
        <p:style>
          <a:lnRef idx="0"/>
          <a:fillRef idx="0"/>
          <a:effectRef idx="0"/>
          <a:fontRef idx="minor"/>
        </p:style>
      </p:sp>
      <p:sp>
        <p:nvSpPr>
          <p:cNvPr id="691" name="PlaceHolder 2"/>
          <p:cNvSpPr>
            <a:spLocks noGrp="1"/>
          </p:cNvSpPr>
          <p:nvPr>
            <p:ph/>
          </p:nvPr>
        </p:nvSpPr>
        <p:spPr>
          <a:xfrm>
            <a:off x="414360" y="990720"/>
            <a:ext cx="7886520" cy="5257440"/>
          </a:xfrm>
          <a:prstGeom prst="rect">
            <a:avLst/>
          </a:prstGeom>
          <a:noFill/>
          <a:ln w="0">
            <a:noFill/>
          </a:ln>
        </p:spPr>
        <p:txBody>
          <a:bodyPr numCol="1" spcCol="0" anchor="t">
            <a:noAutofit/>
          </a:bodyPr>
          <a:p>
            <a:pPr>
              <a:lnSpc>
                <a:spcPct val="100000"/>
              </a:lnSpc>
              <a:spcBef>
                <a:spcPts val="564"/>
              </a:spcBef>
            </a:pPr>
            <a:endParaRPr b="0" lang="en-US" sz="1300" spc="-1" strike="noStrike">
              <a:solidFill>
                <a:srgbClr val="000000"/>
              </a:solidFill>
              <a:latin typeface="Arial"/>
            </a:endParaRPr>
          </a:p>
          <a:p>
            <a:pPr>
              <a:lnSpc>
                <a:spcPct val="100000"/>
              </a:lnSpc>
              <a:spcBef>
                <a:spcPts val="564"/>
              </a:spcBef>
            </a:pPr>
            <a:endParaRPr b="0" lang="en-US" sz="1300" spc="-1" strike="noStrike">
              <a:solidFill>
                <a:srgbClr val="000000"/>
              </a:solidFill>
              <a:latin typeface="Arial"/>
            </a:endParaRPr>
          </a:p>
        </p:txBody>
      </p:sp>
      <p:pic>
        <p:nvPicPr>
          <p:cNvPr id="692" name="Picture 1" descr=""/>
          <p:cNvPicPr/>
          <p:nvPr/>
        </p:nvPicPr>
        <p:blipFill>
          <a:blip r:embed="rId1"/>
          <a:stretch/>
        </p:blipFill>
        <p:spPr>
          <a:xfrm>
            <a:off x="228600" y="1130760"/>
            <a:ext cx="8807040" cy="466020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Types/Example of impediments</a:t>
            </a:r>
            <a:br/>
            <a:endParaRPr b="0" lang="en-US" sz="2800" spc="-1" strike="noStrike">
              <a:solidFill>
                <a:srgbClr val="000000"/>
              </a:solidFill>
              <a:latin typeface="Times New Roman"/>
            </a:endParaRPr>
          </a:p>
        </p:txBody>
      </p:sp>
      <p:sp>
        <p:nvSpPr>
          <p:cNvPr id="694" name="Rectangle 2"/>
          <p:cNvSpPr/>
          <p:nvPr/>
        </p:nvSpPr>
        <p:spPr>
          <a:xfrm>
            <a:off x="685800" y="6248520"/>
            <a:ext cx="1904760" cy="456840"/>
          </a:xfrm>
          <a:prstGeom prst="rect">
            <a:avLst/>
          </a:prstGeom>
          <a:noFill/>
          <a:ln w="0">
            <a:noFill/>
          </a:ln>
        </p:spPr>
        <p:style>
          <a:lnRef idx="0"/>
          <a:fillRef idx="0"/>
          <a:effectRef idx="0"/>
          <a:fontRef idx="minor"/>
        </p:style>
      </p:sp>
      <p:sp>
        <p:nvSpPr>
          <p:cNvPr id="695" name="Rectangle 3"/>
          <p:cNvSpPr/>
          <p:nvPr/>
        </p:nvSpPr>
        <p:spPr>
          <a:xfrm>
            <a:off x="3124080" y="6248520"/>
            <a:ext cx="2895120" cy="456840"/>
          </a:xfrm>
          <a:prstGeom prst="rect">
            <a:avLst/>
          </a:prstGeom>
          <a:noFill/>
          <a:ln w="0">
            <a:noFill/>
          </a:ln>
        </p:spPr>
        <p:style>
          <a:lnRef idx="0"/>
          <a:fillRef idx="0"/>
          <a:effectRef idx="0"/>
          <a:fontRef idx="minor"/>
        </p:style>
      </p:sp>
      <p:sp>
        <p:nvSpPr>
          <p:cNvPr id="696" name="Rectangle 4"/>
          <p:cNvSpPr/>
          <p:nvPr/>
        </p:nvSpPr>
        <p:spPr>
          <a:xfrm>
            <a:off x="685800" y="6248520"/>
            <a:ext cx="1904760" cy="456840"/>
          </a:xfrm>
          <a:prstGeom prst="rect">
            <a:avLst/>
          </a:prstGeom>
          <a:noFill/>
          <a:ln w="0">
            <a:noFill/>
          </a:ln>
        </p:spPr>
        <p:style>
          <a:lnRef idx="0"/>
          <a:fillRef idx="0"/>
          <a:effectRef idx="0"/>
          <a:fontRef idx="minor"/>
        </p:style>
      </p:sp>
      <p:sp>
        <p:nvSpPr>
          <p:cNvPr id="697" name="Rectangle 5"/>
          <p:cNvSpPr/>
          <p:nvPr/>
        </p:nvSpPr>
        <p:spPr>
          <a:xfrm>
            <a:off x="3124080" y="6248520"/>
            <a:ext cx="2895120" cy="456840"/>
          </a:xfrm>
          <a:prstGeom prst="rect">
            <a:avLst/>
          </a:prstGeom>
          <a:noFill/>
          <a:ln w="0">
            <a:noFill/>
          </a:ln>
        </p:spPr>
        <p:style>
          <a:lnRef idx="0"/>
          <a:fillRef idx="0"/>
          <a:effectRef idx="0"/>
          <a:fontRef idx="minor"/>
        </p:style>
      </p:sp>
      <p:sp>
        <p:nvSpPr>
          <p:cNvPr id="698" name="Rectangle 6"/>
          <p:cNvSpPr/>
          <p:nvPr/>
        </p:nvSpPr>
        <p:spPr>
          <a:xfrm>
            <a:off x="685800" y="6248520"/>
            <a:ext cx="1904760" cy="456840"/>
          </a:xfrm>
          <a:prstGeom prst="rect">
            <a:avLst/>
          </a:prstGeom>
          <a:noFill/>
          <a:ln w="0">
            <a:noFill/>
          </a:ln>
        </p:spPr>
        <p:style>
          <a:lnRef idx="0"/>
          <a:fillRef idx="0"/>
          <a:effectRef idx="0"/>
          <a:fontRef idx="minor"/>
        </p:style>
      </p:sp>
      <p:sp>
        <p:nvSpPr>
          <p:cNvPr id="699" name="Rectangle 7"/>
          <p:cNvSpPr/>
          <p:nvPr/>
        </p:nvSpPr>
        <p:spPr>
          <a:xfrm>
            <a:off x="3124080" y="6248520"/>
            <a:ext cx="2895120" cy="456840"/>
          </a:xfrm>
          <a:prstGeom prst="rect">
            <a:avLst/>
          </a:prstGeom>
          <a:noFill/>
          <a:ln w="0">
            <a:noFill/>
          </a:ln>
        </p:spPr>
        <p:style>
          <a:lnRef idx="0"/>
          <a:fillRef idx="0"/>
          <a:effectRef idx="0"/>
          <a:fontRef idx="minor"/>
        </p:style>
      </p:sp>
      <p:sp>
        <p:nvSpPr>
          <p:cNvPr id="700" name="Rectangle 8"/>
          <p:cNvSpPr/>
          <p:nvPr/>
        </p:nvSpPr>
        <p:spPr>
          <a:xfrm>
            <a:off x="685800" y="6248520"/>
            <a:ext cx="1904760" cy="456840"/>
          </a:xfrm>
          <a:prstGeom prst="rect">
            <a:avLst/>
          </a:prstGeom>
          <a:noFill/>
          <a:ln w="0">
            <a:noFill/>
          </a:ln>
        </p:spPr>
        <p:style>
          <a:lnRef idx="0"/>
          <a:fillRef idx="0"/>
          <a:effectRef idx="0"/>
          <a:fontRef idx="minor"/>
        </p:style>
      </p:sp>
      <p:sp>
        <p:nvSpPr>
          <p:cNvPr id="701" name="Rectangle 9"/>
          <p:cNvSpPr/>
          <p:nvPr/>
        </p:nvSpPr>
        <p:spPr>
          <a:xfrm>
            <a:off x="3124080" y="6248520"/>
            <a:ext cx="2895120" cy="456840"/>
          </a:xfrm>
          <a:prstGeom prst="rect">
            <a:avLst/>
          </a:prstGeom>
          <a:noFill/>
          <a:ln w="0">
            <a:noFill/>
          </a:ln>
        </p:spPr>
        <p:style>
          <a:lnRef idx="0"/>
          <a:fillRef idx="0"/>
          <a:effectRef idx="0"/>
          <a:fontRef idx="minor"/>
        </p:style>
      </p:sp>
      <p:sp>
        <p:nvSpPr>
          <p:cNvPr id="702" name="Rectangle 10"/>
          <p:cNvSpPr/>
          <p:nvPr/>
        </p:nvSpPr>
        <p:spPr>
          <a:xfrm>
            <a:off x="685800" y="6248520"/>
            <a:ext cx="1904760" cy="456840"/>
          </a:xfrm>
          <a:prstGeom prst="rect">
            <a:avLst/>
          </a:prstGeom>
          <a:noFill/>
          <a:ln w="0">
            <a:noFill/>
          </a:ln>
        </p:spPr>
        <p:style>
          <a:lnRef idx="0"/>
          <a:fillRef idx="0"/>
          <a:effectRef idx="0"/>
          <a:fontRef idx="minor"/>
        </p:style>
      </p:sp>
      <p:sp>
        <p:nvSpPr>
          <p:cNvPr id="703" name="Rectangle 11"/>
          <p:cNvSpPr/>
          <p:nvPr/>
        </p:nvSpPr>
        <p:spPr>
          <a:xfrm>
            <a:off x="3124080" y="6248520"/>
            <a:ext cx="2895120" cy="456840"/>
          </a:xfrm>
          <a:prstGeom prst="rect">
            <a:avLst/>
          </a:prstGeom>
          <a:noFill/>
          <a:ln w="0">
            <a:noFill/>
          </a:ln>
        </p:spPr>
        <p:style>
          <a:lnRef idx="0"/>
          <a:fillRef idx="0"/>
          <a:effectRef idx="0"/>
          <a:fontRef idx="minor"/>
        </p:style>
      </p:sp>
      <p:sp>
        <p:nvSpPr>
          <p:cNvPr id="704" name="Rectangle 12"/>
          <p:cNvSpPr/>
          <p:nvPr/>
        </p:nvSpPr>
        <p:spPr>
          <a:xfrm>
            <a:off x="685800" y="6248520"/>
            <a:ext cx="1904760" cy="456840"/>
          </a:xfrm>
          <a:prstGeom prst="rect">
            <a:avLst/>
          </a:prstGeom>
          <a:noFill/>
          <a:ln w="0">
            <a:noFill/>
          </a:ln>
        </p:spPr>
        <p:style>
          <a:lnRef idx="0"/>
          <a:fillRef idx="0"/>
          <a:effectRef idx="0"/>
          <a:fontRef idx="minor"/>
        </p:style>
      </p:sp>
      <p:sp>
        <p:nvSpPr>
          <p:cNvPr id="705" name="Rectangle 13"/>
          <p:cNvSpPr/>
          <p:nvPr/>
        </p:nvSpPr>
        <p:spPr>
          <a:xfrm>
            <a:off x="3124080" y="6248520"/>
            <a:ext cx="2895120" cy="456840"/>
          </a:xfrm>
          <a:prstGeom prst="rect">
            <a:avLst/>
          </a:prstGeom>
          <a:noFill/>
          <a:ln w="0">
            <a:noFill/>
          </a:ln>
        </p:spPr>
        <p:style>
          <a:lnRef idx="0"/>
          <a:fillRef idx="0"/>
          <a:effectRef idx="0"/>
          <a:fontRef idx="minor"/>
        </p:style>
      </p:sp>
      <p:sp>
        <p:nvSpPr>
          <p:cNvPr id="706" name="Rectangle 14"/>
          <p:cNvSpPr/>
          <p:nvPr/>
        </p:nvSpPr>
        <p:spPr>
          <a:xfrm>
            <a:off x="685800" y="6248520"/>
            <a:ext cx="1904760" cy="456840"/>
          </a:xfrm>
          <a:prstGeom prst="rect">
            <a:avLst/>
          </a:prstGeom>
          <a:noFill/>
          <a:ln w="0">
            <a:noFill/>
          </a:ln>
        </p:spPr>
        <p:style>
          <a:lnRef idx="0"/>
          <a:fillRef idx="0"/>
          <a:effectRef idx="0"/>
          <a:fontRef idx="minor"/>
        </p:style>
      </p:sp>
      <p:sp>
        <p:nvSpPr>
          <p:cNvPr id="707" name="Rectangle 15"/>
          <p:cNvSpPr/>
          <p:nvPr/>
        </p:nvSpPr>
        <p:spPr>
          <a:xfrm>
            <a:off x="3124080" y="6248520"/>
            <a:ext cx="2895120" cy="456840"/>
          </a:xfrm>
          <a:prstGeom prst="rect">
            <a:avLst/>
          </a:prstGeom>
          <a:noFill/>
          <a:ln w="0">
            <a:noFill/>
          </a:ln>
        </p:spPr>
        <p:style>
          <a:lnRef idx="0"/>
          <a:fillRef idx="0"/>
          <a:effectRef idx="0"/>
          <a:fontRef idx="minor"/>
        </p:style>
      </p:sp>
      <p:sp>
        <p:nvSpPr>
          <p:cNvPr id="708" name="PlaceHolder 2"/>
          <p:cNvSpPr>
            <a:spLocks noGrp="1"/>
          </p:cNvSpPr>
          <p:nvPr>
            <p:ph/>
          </p:nvPr>
        </p:nvSpPr>
        <p:spPr>
          <a:xfrm>
            <a:off x="414360" y="990720"/>
            <a:ext cx="7886520" cy="5257440"/>
          </a:xfrm>
          <a:prstGeom prst="rect">
            <a:avLst/>
          </a:prstGeom>
          <a:noFill/>
          <a:ln w="0">
            <a:noFill/>
          </a:ln>
        </p:spPr>
        <p:txBody>
          <a:bodyPr numCol="1" spcCol="0" anchor="t">
            <a:noAutofit/>
          </a:bodyPr>
          <a:p>
            <a:pPr>
              <a:lnSpc>
                <a:spcPct val="100000"/>
              </a:lnSpc>
              <a:spcBef>
                <a:spcPts val="564"/>
              </a:spcBef>
            </a:pPr>
            <a:endParaRPr b="0" lang="en-US" sz="1300" spc="-1" strike="noStrike">
              <a:solidFill>
                <a:srgbClr val="000000"/>
              </a:solidFill>
              <a:latin typeface="Arial"/>
            </a:endParaRPr>
          </a:p>
          <a:p>
            <a:pPr>
              <a:lnSpc>
                <a:spcPct val="100000"/>
              </a:lnSpc>
              <a:spcBef>
                <a:spcPts val="564"/>
              </a:spcBef>
            </a:pPr>
            <a:endParaRPr b="0" lang="en-US" sz="1300" spc="-1" strike="noStrike">
              <a:solidFill>
                <a:srgbClr val="000000"/>
              </a:solidFill>
              <a:latin typeface="Arial"/>
            </a:endParaRPr>
          </a:p>
        </p:txBody>
      </p:sp>
      <p:pic>
        <p:nvPicPr>
          <p:cNvPr id="709" name="Picture 3" descr=""/>
          <p:cNvPicPr/>
          <p:nvPr/>
        </p:nvPicPr>
        <p:blipFill>
          <a:blip r:embed="rId1"/>
          <a:stretch/>
        </p:blipFill>
        <p:spPr>
          <a:xfrm>
            <a:off x="228600" y="1270080"/>
            <a:ext cx="8803080" cy="459720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Where are impediments hidden?</a:t>
            </a:r>
            <a:br/>
            <a:endParaRPr b="0" lang="en-US" sz="2800" spc="-1" strike="noStrike">
              <a:solidFill>
                <a:srgbClr val="000000"/>
              </a:solidFill>
              <a:latin typeface="Times New Roman"/>
            </a:endParaRPr>
          </a:p>
        </p:txBody>
      </p:sp>
      <p:sp>
        <p:nvSpPr>
          <p:cNvPr id="711" name="Rectangle 2"/>
          <p:cNvSpPr/>
          <p:nvPr/>
        </p:nvSpPr>
        <p:spPr>
          <a:xfrm>
            <a:off x="685800" y="6248520"/>
            <a:ext cx="1904760" cy="456840"/>
          </a:xfrm>
          <a:prstGeom prst="rect">
            <a:avLst/>
          </a:prstGeom>
          <a:noFill/>
          <a:ln w="0">
            <a:noFill/>
          </a:ln>
        </p:spPr>
        <p:style>
          <a:lnRef idx="0"/>
          <a:fillRef idx="0"/>
          <a:effectRef idx="0"/>
          <a:fontRef idx="minor"/>
        </p:style>
      </p:sp>
      <p:sp>
        <p:nvSpPr>
          <p:cNvPr id="712" name="Rectangle 3"/>
          <p:cNvSpPr/>
          <p:nvPr/>
        </p:nvSpPr>
        <p:spPr>
          <a:xfrm>
            <a:off x="3124080" y="6248520"/>
            <a:ext cx="2895120" cy="456840"/>
          </a:xfrm>
          <a:prstGeom prst="rect">
            <a:avLst/>
          </a:prstGeom>
          <a:noFill/>
          <a:ln w="0">
            <a:noFill/>
          </a:ln>
        </p:spPr>
        <p:style>
          <a:lnRef idx="0"/>
          <a:fillRef idx="0"/>
          <a:effectRef idx="0"/>
          <a:fontRef idx="minor"/>
        </p:style>
      </p:sp>
      <p:sp>
        <p:nvSpPr>
          <p:cNvPr id="713" name="Rectangle 4"/>
          <p:cNvSpPr/>
          <p:nvPr/>
        </p:nvSpPr>
        <p:spPr>
          <a:xfrm>
            <a:off x="685800" y="6248520"/>
            <a:ext cx="1904760" cy="456840"/>
          </a:xfrm>
          <a:prstGeom prst="rect">
            <a:avLst/>
          </a:prstGeom>
          <a:noFill/>
          <a:ln w="0">
            <a:noFill/>
          </a:ln>
        </p:spPr>
        <p:style>
          <a:lnRef idx="0"/>
          <a:fillRef idx="0"/>
          <a:effectRef idx="0"/>
          <a:fontRef idx="minor"/>
        </p:style>
      </p:sp>
      <p:sp>
        <p:nvSpPr>
          <p:cNvPr id="714" name="Rectangle 5"/>
          <p:cNvSpPr/>
          <p:nvPr/>
        </p:nvSpPr>
        <p:spPr>
          <a:xfrm>
            <a:off x="3124080" y="6248520"/>
            <a:ext cx="2895120" cy="456840"/>
          </a:xfrm>
          <a:prstGeom prst="rect">
            <a:avLst/>
          </a:prstGeom>
          <a:noFill/>
          <a:ln w="0">
            <a:noFill/>
          </a:ln>
        </p:spPr>
        <p:style>
          <a:lnRef idx="0"/>
          <a:fillRef idx="0"/>
          <a:effectRef idx="0"/>
          <a:fontRef idx="minor"/>
        </p:style>
      </p:sp>
      <p:sp>
        <p:nvSpPr>
          <p:cNvPr id="715" name="Rectangle 6"/>
          <p:cNvSpPr/>
          <p:nvPr/>
        </p:nvSpPr>
        <p:spPr>
          <a:xfrm>
            <a:off x="685800" y="6248520"/>
            <a:ext cx="1904760" cy="456840"/>
          </a:xfrm>
          <a:prstGeom prst="rect">
            <a:avLst/>
          </a:prstGeom>
          <a:noFill/>
          <a:ln w="0">
            <a:noFill/>
          </a:ln>
        </p:spPr>
        <p:style>
          <a:lnRef idx="0"/>
          <a:fillRef idx="0"/>
          <a:effectRef idx="0"/>
          <a:fontRef idx="minor"/>
        </p:style>
      </p:sp>
      <p:sp>
        <p:nvSpPr>
          <p:cNvPr id="716" name="Rectangle 7"/>
          <p:cNvSpPr/>
          <p:nvPr/>
        </p:nvSpPr>
        <p:spPr>
          <a:xfrm>
            <a:off x="3124080" y="6248520"/>
            <a:ext cx="2895120" cy="456840"/>
          </a:xfrm>
          <a:prstGeom prst="rect">
            <a:avLst/>
          </a:prstGeom>
          <a:noFill/>
          <a:ln w="0">
            <a:noFill/>
          </a:ln>
        </p:spPr>
        <p:style>
          <a:lnRef idx="0"/>
          <a:fillRef idx="0"/>
          <a:effectRef idx="0"/>
          <a:fontRef idx="minor"/>
        </p:style>
      </p:sp>
      <p:sp>
        <p:nvSpPr>
          <p:cNvPr id="717" name="Rectangle 8"/>
          <p:cNvSpPr/>
          <p:nvPr/>
        </p:nvSpPr>
        <p:spPr>
          <a:xfrm>
            <a:off x="685800" y="6248520"/>
            <a:ext cx="1904760" cy="456840"/>
          </a:xfrm>
          <a:prstGeom prst="rect">
            <a:avLst/>
          </a:prstGeom>
          <a:noFill/>
          <a:ln w="0">
            <a:noFill/>
          </a:ln>
        </p:spPr>
        <p:style>
          <a:lnRef idx="0"/>
          <a:fillRef idx="0"/>
          <a:effectRef idx="0"/>
          <a:fontRef idx="minor"/>
        </p:style>
      </p:sp>
      <p:sp>
        <p:nvSpPr>
          <p:cNvPr id="718" name="Rectangle 9"/>
          <p:cNvSpPr/>
          <p:nvPr/>
        </p:nvSpPr>
        <p:spPr>
          <a:xfrm>
            <a:off x="3124080" y="6248520"/>
            <a:ext cx="2895120" cy="456840"/>
          </a:xfrm>
          <a:prstGeom prst="rect">
            <a:avLst/>
          </a:prstGeom>
          <a:noFill/>
          <a:ln w="0">
            <a:noFill/>
          </a:ln>
        </p:spPr>
        <p:style>
          <a:lnRef idx="0"/>
          <a:fillRef idx="0"/>
          <a:effectRef idx="0"/>
          <a:fontRef idx="minor"/>
        </p:style>
      </p:sp>
      <p:sp>
        <p:nvSpPr>
          <p:cNvPr id="719" name="Rectangle 10"/>
          <p:cNvSpPr/>
          <p:nvPr/>
        </p:nvSpPr>
        <p:spPr>
          <a:xfrm>
            <a:off x="685800" y="6248520"/>
            <a:ext cx="1904760" cy="456840"/>
          </a:xfrm>
          <a:prstGeom prst="rect">
            <a:avLst/>
          </a:prstGeom>
          <a:noFill/>
          <a:ln w="0">
            <a:noFill/>
          </a:ln>
        </p:spPr>
        <p:style>
          <a:lnRef idx="0"/>
          <a:fillRef idx="0"/>
          <a:effectRef idx="0"/>
          <a:fontRef idx="minor"/>
        </p:style>
      </p:sp>
      <p:sp>
        <p:nvSpPr>
          <p:cNvPr id="720" name="Rectangle 11"/>
          <p:cNvSpPr/>
          <p:nvPr/>
        </p:nvSpPr>
        <p:spPr>
          <a:xfrm>
            <a:off x="3124080" y="6248520"/>
            <a:ext cx="2895120" cy="456840"/>
          </a:xfrm>
          <a:prstGeom prst="rect">
            <a:avLst/>
          </a:prstGeom>
          <a:noFill/>
          <a:ln w="0">
            <a:noFill/>
          </a:ln>
        </p:spPr>
        <p:style>
          <a:lnRef idx="0"/>
          <a:fillRef idx="0"/>
          <a:effectRef idx="0"/>
          <a:fontRef idx="minor"/>
        </p:style>
      </p:sp>
      <p:sp>
        <p:nvSpPr>
          <p:cNvPr id="721" name="Rectangle 12"/>
          <p:cNvSpPr/>
          <p:nvPr/>
        </p:nvSpPr>
        <p:spPr>
          <a:xfrm>
            <a:off x="685800" y="6248520"/>
            <a:ext cx="1904760" cy="456840"/>
          </a:xfrm>
          <a:prstGeom prst="rect">
            <a:avLst/>
          </a:prstGeom>
          <a:noFill/>
          <a:ln w="0">
            <a:noFill/>
          </a:ln>
        </p:spPr>
        <p:style>
          <a:lnRef idx="0"/>
          <a:fillRef idx="0"/>
          <a:effectRef idx="0"/>
          <a:fontRef idx="minor"/>
        </p:style>
      </p:sp>
      <p:sp>
        <p:nvSpPr>
          <p:cNvPr id="722" name="Rectangle 13"/>
          <p:cNvSpPr/>
          <p:nvPr/>
        </p:nvSpPr>
        <p:spPr>
          <a:xfrm>
            <a:off x="3124080" y="6248520"/>
            <a:ext cx="2895120" cy="456840"/>
          </a:xfrm>
          <a:prstGeom prst="rect">
            <a:avLst/>
          </a:prstGeom>
          <a:noFill/>
          <a:ln w="0">
            <a:noFill/>
          </a:ln>
        </p:spPr>
        <p:style>
          <a:lnRef idx="0"/>
          <a:fillRef idx="0"/>
          <a:effectRef idx="0"/>
          <a:fontRef idx="minor"/>
        </p:style>
      </p:sp>
      <p:sp>
        <p:nvSpPr>
          <p:cNvPr id="723" name="Rectangle 14"/>
          <p:cNvSpPr/>
          <p:nvPr/>
        </p:nvSpPr>
        <p:spPr>
          <a:xfrm>
            <a:off x="685800" y="6248520"/>
            <a:ext cx="1904760" cy="456840"/>
          </a:xfrm>
          <a:prstGeom prst="rect">
            <a:avLst/>
          </a:prstGeom>
          <a:noFill/>
          <a:ln w="0">
            <a:noFill/>
          </a:ln>
        </p:spPr>
        <p:style>
          <a:lnRef idx="0"/>
          <a:fillRef idx="0"/>
          <a:effectRef idx="0"/>
          <a:fontRef idx="minor"/>
        </p:style>
      </p:sp>
      <p:sp>
        <p:nvSpPr>
          <p:cNvPr id="724" name="Rectangle 15"/>
          <p:cNvSpPr/>
          <p:nvPr/>
        </p:nvSpPr>
        <p:spPr>
          <a:xfrm>
            <a:off x="3124080" y="6248520"/>
            <a:ext cx="2895120" cy="456840"/>
          </a:xfrm>
          <a:prstGeom prst="rect">
            <a:avLst/>
          </a:prstGeom>
          <a:noFill/>
          <a:ln w="0">
            <a:noFill/>
          </a:ln>
        </p:spPr>
        <p:style>
          <a:lnRef idx="0"/>
          <a:fillRef idx="0"/>
          <a:effectRef idx="0"/>
          <a:fontRef idx="minor"/>
        </p:style>
      </p:sp>
      <p:sp>
        <p:nvSpPr>
          <p:cNvPr id="725" name="PlaceHolder 2"/>
          <p:cNvSpPr>
            <a:spLocks noGrp="1"/>
          </p:cNvSpPr>
          <p:nvPr>
            <p:ph/>
          </p:nvPr>
        </p:nvSpPr>
        <p:spPr>
          <a:xfrm>
            <a:off x="414360" y="990720"/>
            <a:ext cx="7886520" cy="5257440"/>
          </a:xfrm>
          <a:prstGeom prst="rect">
            <a:avLst/>
          </a:prstGeom>
          <a:noFill/>
          <a:ln w="0">
            <a:noFill/>
          </a:ln>
        </p:spPr>
        <p:txBody>
          <a:bodyPr numCol="1" spcCol="0" anchor="t">
            <a:noAutofit/>
          </a:bodyPr>
          <a:p>
            <a:pPr>
              <a:lnSpc>
                <a:spcPct val="100000"/>
              </a:lnSpc>
              <a:spcBef>
                <a:spcPts val="564"/>
              </a:spcBef>
            </a:pPr>
            <a:endParaRPr b="0" lang="en-US" sz="1300" spc="-1" strike="noStrike">
              <a:solidFill>
                <a:srgbClr val="000000"/>
              </a:solidFill>
              <a:latin typeface="Arial"/>
            </a:endParaRPr>
          </a:p>
          <a:p>
            <a:pPr>
              <a:lnSpc>
                <a:spcPct val="100000"/>
              </a:lnSpc>
              <a:spcBef>
                <a:spcPts val="564"/>
              </a:spcBef>
            </a:pPr>
            <a:endParaRPr b="0" lang="en-US" sz="1300" spc="-1" strike="noStrike">
              <a:solidFill>
                <a:srgbClr val="000000"/>
              </a:solidFill>
              <a:latin typeface="Arial"/>
            </a:endParaRPr>
          </a:p>
        </p:txBody>
      </p:sp>
      <p:pic>
        <p:nvPicPr>
          <p:cNvPr id="726" name="Picture 4" descr=""/>
          <p:cNvPicPr/>
          <p:nvPr/>
        </p:nvPicPr>
        <p:blipFill>
          <a:blip r:embed="rId1"/>
          <a:stretch/>
        </p:blipFill>
        <p:spPr>
          <a:xfrm>
            <a:off x="0" y="987120"/>
            <a:ext cx="9143640" cy="488340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2800" spc="-1" strike="noStrike">
                <a:solidFill>
                  <a:srgbClr val="0056a4"/>
                </a:solidFill>
                <a:latin typeface="Arial"/>
              </a:rPr>
              <a:t>Difficulty in raising impediments</a:t>
            </a:r>
            <a:br/>
            <a:endParaRPr b="0" lang="en-US" sz="2800" spc="-1" strike="noStrike">
              <a:solidFill>
                <a:srgbClr val="000000"/>
              </a:solidFill>
              <a:latin typeface="Times New Roman"/>
            </a:endParaRPr>
          </a:p>
        </p:txBody>
      </p:sp>
      <p:sp>
        <p:nvSpPr>
          <p:cNvPr id="728" name="Rectangle 2"/>
          <p:cNvSpPr/>
          <p:nvPr/>
        </p:nvSpPr>
        <p:spPr>
          <a:xfrm>
            <a:off x="685800" y="6248520"/>
            <a:ext cx="1904760" cy="456840"/>
          </a:xfrm>
          <a:prstGeom prst="rect">
            <a:avLst/>
          </a:prstGeom>
          <a:noFill/>
          <a:ln w="0">
            <a:noFill/>
          </a:ln>
        </p:spPr>
        <p:style>
          <a:lnRef idx="0"/>
          <a:fillRef idx="0"/>
          <a:effectRef idx="0"/>
          <a:fontRef idx="minor"/>
        </p:style>
      </p:sp>
      <p:sp>
        <p:nvSpPr>
          <p:cNvPr id="729" name="Rectangle 3"/>
          <p:cNvSpPr/>
          <p:nvPr/>
        </p:nvSpPr>
        <p:spPr>
          <a:xfrm>
            <a:off x="3124080" y="6248520"/>
            <a:ext cx="2895120" cy="456840"/>
          </a:xfrm>
          <a:prstGeom prst="rect">
            <a:avLst/>
          </a:prstGeom>
          <a:noFill/>
          <a:ln w="0">
            <a:noFill/>
          </a:ln>
        </p:spPr>
        <p:style>
          <a:lnRef idx="0"/>
          <a:fillRef idx="0"/>
          <a:effectRef idx="0"/>
          <a:fontRef idx="minor"/>
        </p:style>
      </p:sp>
      <p:sp>
        <p:nvSpPr>
          <p:cNvPr id="730" name="Rectangle 4"/>
          <p:cNvSpPr/>
          <p:nvPr/>
        </p:nvSpPr>
        <p:spPr>
          <a:xfrm>
            <a:off x="685800" y="6248520"/>
            <a:ext cx="1904760" cy="456840"/>
          </a:xfrm>
          <a:prstGeom prst="rect">
            <a:avLst/>
          </a:prstGeom>
          <a:noFill/>
          <a:ln w="0">
            <a:noFill/>
          </a:ln>
        </p:spPr>
        <p:style>
          <a:lnRef idx="0"/>
          <a:fillRef idx="0"/>
          <a:effectRef idx="0"/>
          <a:fontRef idx="minor"/>
        </p:style>
      </p:sp>
      <p:sp>
        <p:nvSpPr>
          <p:cNvPr id="731" name="Rectangle 5"/>
          <p:cNvSpPr/>
          <p:nvPr/>
        </p:nvSpPr>
        <p:spPr>
          <a:xfrm>
            <a:off x="3124080" y="6248520"/>
            <a:ext cx="2895120" cy="456840"/>
          </a:xfrm>
          <a:prstGeom prst="rect">
            <a:avLst/>
          </a:prstGeom>
          <a:noFill/>
          <a:ln w="0">
            <a:noFill/>
          </a:ln>
        </p:spPr>
        <p:style>
          <a:lnRef idx="0"/>
          <a:fillRef idx="0"/>
          <a:effectRef idx="0"/>
          <a:fontRef idx="minor"/>
        </p:style>
      </p:sp>
      <p:sp>
        <p:nvSpPr>
          <p:cNvPr id="732" name="Rectangle 6"/>
          <p:cNvSpPr/>
          <p:nvPr/>
        </p:nvSpPr>
        <p:spPr>
          <a:xfrm>
            <a:off x="685800" y="6248520"/>
            <a:ext cx="1904760" cy="456840"/>
          </a:xfrm>
          <a:prstGeom prst="rect">
            <a:avLst/>
          </a:prstGeom>
          <a:noFill/>
          <a:ln w="0">
            <a:noFill/>
          </a:ln>
        </p:spPr>
        <p:style>
          <a:lnRef idx="0"/>
          <a:fillRef idx="0"/>
          <a:effectRef idx="0"/>
          <a:fontRef idx="minor"/>
        </p:style>
      </p:sp>
      <p:sp>
        <p:nvSpPr>
          <p:cNvPr id="733" name="Rectangle 7"/>
          <p:cNvSpPr/>
          <p:nvPr/>
        </p:nvSpPr>
        <p:spPr>
          <a:xfrm>
            <a:off x="3124080" y="6248520"/>
            <a:ext cx="2895120" cy="456840"/>
          </a:xfrm>
          <a:prstGeom prst="rect">
            <a:avLst/>
          </a:prstGeom>
          <a:noFill/>
          <a:ln w="0">
            <a:noFill/>
          </a:ln>
        </p:spPr>
        <p:style>
          <a:lnRef idx="0"/>
          <a:fillRef idx="0"/>
          <a:effectRef idx="0"/>
          <a:fontRef idx="minor"/>
        </p:style>
      </p:sp>
      <p:sp>
        <p:nvSpPr>
          <p:cNvPr id="734" name="Rectangle 8"/>
          <p:cNvSpPr/>
          <p:nvPr/>
        </p:nvSpPr>
        <p:spPr>
          <a:xfrm>
            <a:off x="685800" y="6248520"/>
            <a:ext cx="1904760" cy="456840"/>
          </a:xfrm>
          <a:prstGeom prst="rect">
            <a:avLst/>
          </a:prstGeom>
          <a:noFill/>
          <a:ln w="0">
            <a:noFill/>
          </a:ln>
        </p:spPr>
        <p:style>
          <a:lnRef idx="0"/>
          <a:fillRef idx="0"/>
          <a:effectRef idx="0"/>
          <a:fontRef idx="minor"/>
        </p:style>
      </p:sp>
      <p:sp>
        <p:nvSpPr>
          <p:cNvPr id="735" name="Rectangle 9"/>
          <p:cNvSpPr/>
          <p:nvPr/>
        </p:nvSpPr>
        <p:spPr>
          <a:xfrm>
            <a:off x="3124080" y="6248520"/>
            <a:ext cx="2895120" cy="456840"/>
          </a:xfrm>
          <a:prstGeom prst="rect">
            <a:avLst/>
          </a:prstGeom>
          <a:noFill/>
          <a:ln w="0">
            <a:noFill/>
          </a:ln>
        </p:spPr>
        <p:style>
          <a:lnRef idx="0"/>
          <a:fillRef idx="0"/>
          <a:effectRef idx="0"/>
          <a:fontRef idx="minor"/>
        </p:style>
      </p:sp>
      <p:sp>
        <p:nvSpPr>
          <p:cNvPr id="736" name="Rectangle 10"/>
          <p:cNvSpPr/>
          <p:nvPr/>
        </p:nvSpPr>
        <p:spPr>
          <a:xfrm>
            <a:off x="685800" y="6248520"/>
            <a:ext cx="1904760" cy="456840"/>
          </a:xfrm>
          <a:prstGeom prst="rect">
            <a:avLst/>
          </a:prstGeom>
          <a:noFill/>
          <a:ln w="0">
            <a:noFill/>
          </a:ln>
        </p:spPr>
        <p:style>
          <a:lnRef idx="0"/>
          <a:fillRef idx="0"/>
          <a:effectRef idx="0"/>
          <a:fontRef idx="minor"/>
        </p:style>
      </p:sp>
      <p:sp>
        <p:nvSpPr>
          <p:cNvPr id="737" name="Rectangle 11"/>
          <p:cNvSpPr/>
          <p:nvPr/>
        </p:nvSpPr>
        <p:spPr>
          <a:xfrm>
            <a:off x="3124080" y="6248520"/>
            <a:ext cx="2895120" cy="456840"/>
          </a:xfrm>
          <a:prstGeom prst="rect">
            <a:avLst/>
          </a:prstGeom>
          <a:noFill/>
          <a:ln w="0">
            <a:noFill/>
          </a:ln>
        </p:spPr>
        <p:style>
          <a:lnRef idx="0"/>
          <a:fillRef idx="0"/>
          <a:effectRef idx="0"/>
          <a:fontRef idx="minor"/>
        </p:style>
      </p:sp>
      <p:sp>
        <p:nvSpPr>
          <p:cNvPr id="738" name="Rectangle 12"/>
          <p:cNvSpPr/>
          <p:nvPr/>
        </p:nvSpPr>
        <p:spPr>
          <a:xfrm>
            <a:off x="685800" y="6248520"/>
            <a:ext cx="1904760" cy="456840"/>
          </a:xfrm>
          <a:prstGeom prst="rect">
            <a:avLst/>
          </a:prstGeom>
          <a:noFill/>
          <a:ln w="0">
            <a:noFill/>
          </a:ln>
        </p:spPr>
        <p:style>
          <a:lnRef idx="0"/>
          <a:fillRef idx="0"/>
          <a:effectRef idx="0"/>
          <a:fontRef idx="minor"/>
        </p:style>
      </p:sp>
      <p:sp>
        <p:nvSpPr>
          <p:cNvPr id="739" name="Rectangle 13"/>
          <p:cNvSpPr/>
          <p:nvPr/>
        </p:nvSpPr>
        <p:spPr>
          <a:xfrm>
            <a:off x="3124080" y="6248520"/>
            <a:ext cx="2895120" cy="456840"/>
          </a:xfrm>
          <a:prstGeom prst="rect">
            <a:avLst/>
          </a:prstGeom>
          <a:noFill/>
          <a:ln w="0">
            <a:noFill/>
          </a:ln>
        </p:spPr>
        <p:style>
          <a:lnRef idx="0"/>
          <a:fillRef idx="0"/>
          <a:effectRef idx="0"/>
          <a:fontRef idx="minor"/>
        </p:style>
      </p:sp>
      <p:sp>
        <p:nvSpPr>
          <p:cNvPr id="740" name="Rectangle 14"/>
          <p:cNvSpPr/>
          <p:nvPr/>
        </p:nvSpPr>
        <p:spPr>
          <a:xfrm>
            <a:off x="685800" y="6248520"/>
            <a:ext cx="1904760" cy="456840"/>
          </a:xfrm>
          <a:prstGeom prst="rect">
            <a:avLst/>
          </a:prstGeom>
          <a:noFill/>
          <a:ln w="0">
            <a:noFill/>
          </a:ln>
        </p:spPr>
        <p:style>
          <a:lnRef idx="0"/>
          <a:fillRef idx="0"/>
          <a:effectRef idx="0"/>
          <a:fontRef idx="minor"/>
        </p:style>
      </p:sp>
      <p:sp>
        <p:nvSpPr>
          <p:cNvPr id="741" name="Rectangle 15"/>
          <p:cNvSpPr/>
          <p:nvPr/>
        </p:nvSpPr>
        <p:spPr>
          <a:xfrm>
            <a:off x="3124080" y="6248520"/>
            <a:ext cx="2895120" cy="456840"/>
          </a:xfrm>
          <a:prstGeom prst="rect">
            <a:avLst/>
          </a:prstGeom>
          <a:noFill/>
          <a:ln w="0">
            <a:noFill/>
          </a:ln>
        </p:spPr>
        <p:style>
          <a:lnRef idx="0"/>
          <a:fillRef idx="0"/>
          <a:effectRef idx="0"/>
          <a:fontRef idx="minor"/>
        </p:style>
      </p:sp>
      <p:sp>
        <p:nvSpPr>
          <p:cNvPr id="742" name="PlaceHolder 2"/>
          <p:cNvSpPr>
            <a:spLocks noGrp="1"/>
          </p:cNvSpPr>
          <p:nvPr>
            <p:ph/>
          </p:nvPr>
        </p:nvSpPr>
        <p:spPr>
          <a:xfrm>
            <a:off x="414360" y="990720"/>
            <a:ext cx="7886520" cy="5257440"/>
          </a:xfrm>
          <a:prstGeom prst="rect">
            <a:avLst/>
          </a:prstGeom>
          <a:noFill/>
          <a:ln w="0">
            <a:noFill/>
          </a:ln>
        </p:spPr>
        <p:txBody>
          <a:bodyPr numCol="1" spcCol="0" anchor="t">
            <a:noAutofit/>
          </a:bodyPr>
          <a:p>
            <a:pPr>
              <a:lnSpc>
                <a:spcPct val="100000"/>
              </a:lnSpc>
              <a:spcBef>
                <a:spcPts val="564"/>
              </a:spcBef>
            </a:pPr>
            <a:endParaRPr b="0" lang="en-US" sz="1300" spc="-1" strike="noStrike">
              <a:solidFill>
                <a:srgbClr val="000000"/>
              </a:solidFill>
              <a:latin typeface="Arial"/>
            </a:endParaRPr>
          </a:p>
          <a:p>
            <a:pPr>
              <a:lnSpc>
                <a:spcPct val="100000"/>
              </a:lnSpc>
              <a:spcBef>
                <a:spcPts val="564"/>
              </a:spcBef>
            </a:pPr>
            <a:endParaRPr b="0" lang="en-US" sz="1300" spc="-1" strike="noStrike">
              <a:solidFill>
                <a:srgbClr val="000000"/>
              </a:solidFill>
              <a:latin typeface="Arial"/>
            </a:endParaRPr>
          </a:p>
        </p:txBody>
      </p:sp>
      <p:pic>
        <p:nvPicPr>
          <p:cNvPr id="743" name="Picture 4" descr=""/>
          <p:cNvPicPr/>
          <p:nvPr/>
        </p:nvPicPr>
        <p:blipFill>
          <a:blip r:embed="rId1"/>
          <a:stretch/>
        </p:blipFill>
        <p:spPr>
          <a:xfrm>
            <a:off x="0" y="976320"/>
            <a:ext cx="9221760" cy="4281120"/>
          </a:xfrm>
          <a:prstGeom prst="rect">
            <a:avLst/>
          </a:prstGeom>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title"/>
          </p:nvPr>
        </p:nvSpPr>
        <p:spPr>
          <a:xfrm>
            <a:off x="1165320" y="228600"/>
            <a:ext cx="7326000" cy="549000"/>
          </a:xfrm>
          <a:prstGeom prst="rect">
            <a:avLst/>
          </a:prstGeom>
          <a:noFill/>
          <a:ln w="0">
            <a:noFill/>
          </a:ln>
        </p:spPr>
        <p:txBody>
          <a:bodyPr numCol="1" spcCol="0" lIns="90360" rIns="90360" tIns="44280" bIns="44280" anchor="ctr">
            <a:noAutofit/>
          </a:bodyPr>
          <a:p>
            <a:pPr algn="ctr">
              <a:lnSpc>
                <a:spcPct val="90000"/>
              </a:lnSpc>
            </a:pPr>
            <a:r>
              <a:rPr b="1" lang="en-US" sz="3200" spc="-1" strike="noStrike">
                <a:solidFill>
                  <a:srgbClr val="0056a4"/>
                </a:solidFill>
                <a:latin typeface="Arial"/>
              </a:rPr>
              <a:t>Hunting ground</a:t>
            </a:r>
            <a:endParaRPr b="0" lang="en-US" sz="3200" spc="-1" strike="noStrike">
              <a:solidFill>
                <a:srgbClr val="000000"/>
              </a:solidFill>
              <a:latin typeface="Times New Roman"/>
            </a:endParaRPr>
          </a:p>
        </p:txBody>
      </p:sp>
      <p:sp>
        <p:nvSpPr>
          <p:cNvPr id="745" name="Rectangle 2"/>
          <p:cNvSpPr/>
          <p:nvPr/>
        </p:nvSpPr>
        <p:spPr>
          <a:xfrm>
            <a:off x="685800" y="6248520"/>
            <a:ext cx="1904760" cy="456840"/>
          </a:xfrm>
          <a:prstGeom prst="rect">
            <a:avLst/>
          </a:prstGeom>
          <a:noFill/>
          <a:ln w="0">
            <a:noFill/>
          </a:ln>
        </p:spPr>
        <p:style>
          <a:lnRef idx="0"/>
          <a:fillRef idx="0"/>
          <a:effectRef idx="0"/>
          <a:fontRef idx="minor"/>
        </p:style>
      </p:sp>
      <p:sp>
        <p:nvSpPr>
          <p:cNvPr id="746" name="Rectangle 3"/>
          <p:cNvSpPr/>
          <p:nvPr/>
        </p:nvSpPr>
        <p:spPr>
          <a:xfrm>
            <a:off x="3124080" y="6248520"/>
            <a:ext cx="2895120" cy="456840"/>
          </a:xfrm>
          <a:prstGeom prst="rect">
            <a:avLst/>
          </a:prstGeom>
          <a:noFill/>
          <a:ln w="0">
            <a:noFill/>
          </a:ln>
        </p:spPr>
        <p:style>
          <a:lnRef idx="0"/>
          <a:fillRef idx="0"/>
          <a:effectRef idx="0"/>
          <a:fontRef idx="minor"/>
        </p:style>
      </p:sp>
      <p:sp>
        <p:nvSpPr>
          <p:cNvPr id="747" name="Rectangle 4"/>
          <p:cNvSpPr/>
          <p:nvPr/>
        </p:nvSpPr>
        <p:spPr>
          <a:xfrm>
            <a:off x="685800" y="6248520"/>
            <a:ext cx="1904760" cy="456840"/>
          </a:xfrm>
          <a:prstGeom prst="rect">
            <a:avLst/>
          </a:prstGeom>
          <a:noFill/>
          <a:ln w="0">
            <a:noFill/>
          </a:ln>
        </p:spPr>
        <p:style>
          <a:lnRef idx="0"/>
          <a:fillRef idx="0"/>
          <a:effectRef idx="0"/>
          <a:fontRef idx="minor"/>
        </p:style>
      </p:sp>
      <p:sp>
        <p:nvSpPr>
          <p:cNvPr id="748" name="Rectangle 5"/>
          <p:cNvSpPr/>
          <p:nvPr/>
        </p:nvSpPr>
        <p:spPr>
          <a:xfrm>
            <a:off x="3124080" y="6248520"/>
            <a:ext cx="2895120" cy="456840"/>
          </a:xfrm>
          <a:prstGeom prst="rect">
            <a:avLst/>
          </a:prstGeom>
          <a:noFill/>
          <a:ln w="0">
            <a:noFill/>
          </a:ln>
        </p:spPr>
        <p:style>
          <a:lnRef idx="0"/>
          <a:fillRef idx="0"/>
          <a:effectRef idx="0"/>
          <a:fontRef idx="minor"/>
        </p:style>
      </p:sp>
      <p:sp>
        <p:nvSpPr>
          <p:cNvPr id="749" name="Rectangle 6"/>
          <p:cNvSpPr/>
          <p:nvPr/>
        </p:nvSpPr>
        <p:spPr>
          <a:xfrm>
            <a:off x="685800" y="6248520"/>
            <a:ext cx="1904760" cy="456840"/>
          </a:xfrm>
          <a:prstGeom prst="rect">
            <a:avLst/>
          </a:prstGeom>
          <a:noFill/>
          <a:ln w="0">
            <a:noFill/>
          </a:ln>
        </p:spPr>
        <p:style>
          <a:lnRef idx="0"/>
          <a:fillRef idx="0"/>
          <a:effectRef idx="0"/>
          <a:fontRef idx="minor"/>
        </p:style>
      </p:sp>
      <p:sp>
        <p:nvSpPr>
          <p:cNvPr id="750" name="Rectangle 7"/>
          <p:cNvSpPr/>
          <p:nvPr/>
        </p:nvSpPr>
        <p:spPr>
          <a:xfrm>
            <a:off x="3124080" y="6248520"/>
            <a:ext cx="2895120" cy="456840"/>
          </a:xfrm>
          <a:prstGeom prst="rect">
            <a:avLst/>
          </a:prstGeom>
          <a:noFill/>
          <a:ln w="0">
            <a:noFill/>
          </a:ln>
        </p:spPr>
        <p:style>
          <a:lnRef idx="0"/>
          <a:fillRef idx="0"/>
          <a:effectRef idx="0"/>
          <a:fontRef idx="minor"/>
        </p:style>
      </p:sp>
      <p:sp>
        <p:nvSpPr>
          <p:cNvPr id="751" name="Rectangle 8"/>
          <p:cNvSpPr/>
          <p:nvPr/>
        </p:nvSpPr>
        <p:spPr>
          <a:xfrm>
            <a:off x="685800" y="6248520"/>
            <a:ext cx="1904760" cy="456840"/>
          </a:xfrm>
          <a:prstGeom prst="rect">
            <a:avLst/>
          </a:prstGeom>
          <a:noFill/>
          <a:ln w="0">
            <a:noFill/>
          </a:ln>
        </p:spPr>
        <p:style>
          <a:lnRef idx="0"/>
          <a:fillRef idx="0"/>
          <a:effectRef idx="0"/>
          <a:fontRef idx="minor"/>
        </p:style>
      </p:sp>
      <p:sp>
        <p:nvSpPr>
          <p:cNvPr id="752" name="Rectangle 9"/>
          <p:cNvSpPr/>
          <p:nvPr/>
        </p:nvSpPr>
        <p:spPr>
          <a:xfrm>
            <a:off x="3124080" y="6248520"/>
            <a:ext cx="2895120" cy="456840"/>
          </a:xfrm>
          <a:prstGeom prst="rect">
            <a:avLst/>
          </a:prstGeom>
          <a:noFill/>
          <a:ln w="0">
            <a:noFill/>
          </a:ln>
        </p:spPr>
        <p:style>
          <a:lnRef idx="0"/>
          <a:fillRef idx="0"/>
          <a:effectRef idx="0"/>
          <a:fontRef idx="minor"/>
        </p:style>
      </p:sp>
      <p:sp>
        <p:nvSpPr>
          <p:cNvPr id="753" name="Rectangle 10"/>
          <p:cNvSpPr/>
          <p:nvPr/>
        </p:nvSpPr>
        <p:spPr>
          <a:xfrm>
            <a:off x="685800" y="6248520"/>
            <a:ext cx="1904760" cy="456840"/>
          </a:xfrm>
          <a:prstGeom prst="rect">
            <a:avLst/>
          </a:prstGeom>
          <a:noFill/>
          <a:ln w="0">
            <a:noFill/>
          </a:ln>
        </p:spPr>
        <p:style>
          <a:lnRef idx="0"/>
          <a:fillRef idx="0"/>
          <a:effectRef idx="0"/>
          <a:fontRef idx="minor"/>
        </p:style>
      </p:sp>
      <p:sp>
        <p:nvSpPr>
          <p:cNvPr id="754" name="Rectangle 11"/>
          <p:cNvSpPr/>
          <p:nvPr/>
        </p:nvSpPr>
        <p:spPr>
          <a:xfrm>
            <a:off x="3124080" y="6248520"/>
            <a:ext cx="2895120" cy="456840"/>
          </a:xfrm>
          <a:prstGeom prst="rect">
            <a:avLst/>
          </a:prstGeom>
          <a:noFill/>
          <a:ln w="0">
            <a:noFill/>
          </a:ln>
        </p:spPr>
        <p:style>
          <a:lnRef idx="0"/>
          <a:fillRef idx="0"/>
          <a:effectRef idx="0"/>
          <a:fontRef idx="minor"/>
        </p:style>
      </p:sp>
      <p:sp>
        <p:nvSpPr>
          <p:cNvPr id="755" name="Rectangle 12"/>
          <p:cNvSpPr/>
          <p:nvPr/>
        </p:nvSpPr>
        <p:spPr>
          <a:xfrm>
            <a:off x="685800" y="6248520"/>
            <a:ext cx="1904760" cy="456840"/>
          </a:xfrm>
          <a:prstGeom prst="rect">
            <a:avLst/>
          </a:prstGeom>
          <a:noFill/>
          <a:ln w="0">
            <a:noFill/>
          </a:ln>
        </p:spPr>
        <p:style>
          <a:lnRef idx="0"/>
          <a:fillRef idx="0"/>
          <a:effectRef idx="0"/>
          <a:fontRef idx="minor"/>
        </p:style>
      </p:sp>
      <p:sp>
        <p:nvSpPr>
          <p:cNvPr id="756" name="Rectangle 13"/>
          <p:cNvSpPr/>
          <p:nvPr/>
        </p:nvSpPr>
        <p:spPr>
          <a:xfrm>
            <a:off x="3124080" y="6248520"/>
            <a:ext cx="2895120" cy="456840"/>
          </a:xfrm>
          <a:prstGeom prst="rect">
            <a:avLst/>
          </a:prstGeom>
          <a:noFill/>
          <a:ln w="0">
            <a:noFill/>
          </a:ln>
        </p:spPr>
        <p:style>
          <a:lnRef idx="0"/>
          <a:fillRef idx="0"/>
          <a:effectRef idx="0"/>
          <a:fontRef idx="minor"/>
        </p:style>
      </p:sp>
      <p:sp>
        <p:nvSpPr>
          <p:cNvPr id="757" name="Rectangle 14"/>
          <p:cNvSpPr/>
          <p:nvPr/>
        </p:nvSpPr>
        <p:spPr>
          <a:xfrm>
            <a:off x="685800" y="6248520"/>
            <a:ext cx="1904760" cy="456840"/>
          </a:xfrm>
          <a:prstGeom prst="rect">
            <a:avLst/>
          </a:prstGeom>
          <a:noFill/>
          <a:ln w="0">
            <a:noFill/>
          </a:ln>
        </p:spPr>
        <p:style>
          <a:lnRef idx="0"/>
          <a:fillRef idx="0"/>
          <a:effectRef idx="0"/>
          <a:fontRef idx="minor"/>
        </p:style>
      </p:sp>
      <p:sp>
        <p:nvSpPr>
          <p:cNvPr id="758" name="Rectangle 15"/>
          <p:cNvSpPr/>
          <p:nvPr/>
        </p:nvSpPr>
        <p:spPr>
          <a:xfrm>
            <a:off x="3124080" y="6248520"/>
            <a:ext cx="2895120" cy="456840"/>
          </a:xfrm>
          <a:prstGeom prst="rect">
            <a:avLst/>
          </a:prstGeom>
          <a:noFill/>
          <a:ln w="0">
            <a:noFill/>
          </a:ln>
        </p:spPr>
        <p:style>
          <a:lnRef idx="0"/>
          <a:fillRef idx="0"/>
          <a:effectRef idx="0"/>
          <a:fontRef idx="minor"/>
        </p:style>
      </p:sp>
      <p:pic>
        <p:nvPicPr>
          <p:cNvPr id="759" name="Picture 1" descr=""/>
          <p:cNvPicPr/>
          <p:nvPr/>
        </p:nvPicPr>
        <p:blipFill>
          <a:blip r:embed="rId1"/>
          <a:stretch/>
        </p:blipFill>
        <p:spPr>
          <a:xfrm>
            <a:off x="152280" y="1385280"/>
            <a:ext cx="8838720" cy="395064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0"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br/>
            <a:r>
              <a:rPr b="1" lang="en-US" sz="3200" spc="-1" strike="noStrike">
                <a:solidFill>
                  <a:srgbClr val="0056a4"/>
                </a:solidFill>
                <a:latin typeface="Arial"/>
              </a:rPr>
              <a:t>Levels of impediments management</a:t>
            </a:r>
            <a:br/>
            <a:endParaRPr b="0" lang="en-US" sz="3200" spc="-1" strike="noStrike">
              <a:solidFill>
                <a:srgbClr val="000000"/>
              </a:solidFill>
              <a:latin typeface="Times New Roman"/>
            </a:endParaRPr>
          </a:p>
        </p:txBody>
      </p:sp>
      <p:sp>
        <p:nvSpPr>
          <p:cNvPr id="761" name="Rectangle 2"/>
          <p:cNvSpPr/>
          <p:nvPr/>
        </p:nvSpPr>
        <p:spPr>
          <a:xfrm>
            <a:off x="685800" y="6248520"/>
            <a:ext cx="1904760" cy="456840"/>
          </a:xfrm>
          <a:prstGeom prst="rect">
            <a:avLst/>
          </a:prstGeom>
          <a:noFill/>
          <a:ln w="0">
            <a:noFill/>
          </a:ln>
        </p:spPr>
        <p:style>
          <a:lnRef idx="0"/>
          <a:fillRef idx="0"/>
          <a:effectRef idx="0"/>
          <a:fontRef idx="minor"/>
        </p:style>
      </p:sp>
      <p:sp>
        <p:nvSpPr>
          <p:cNvPr id="762" name="Rectangle 3"/>
          <p:cNvSpPr/>
          <p:nvPr/>
        </p:nvSpPr>
        <p:spPr>
          <a:xfrm>
            <a:off x="3124080" y="6248520"/>
            <a:ext cx="2895120" cy="456840"/>
          </a:xfrm>
          <a:prstGeom prst="rect">
            <a:avLst/>
          </a:prstGeom>
          <a:noFill/>
          <a:ln w="0">
            <a:noFill/>
          </a:ln>
        </p:spPr>
        <p:style>
          <a:lnRef idx="0"/>
          <a:fillRef idx="0"/>
          <a:effectRef idx="0"/>
          <a:fontRef idx="minor"/>
        </p:style>
      </p:sp>
      <p:sp>
        <p:nvSpPr>
          <p:cNvPr id="763" name="Rectangle 4"/>
          <p:cNvSpPr/>
          <p:nvPr/>
        </p:nvSpPr>
        <p:spPr>
          <a:xfrm>
            <a:off x="685800" y="6248520"/>
            <a:ext cx="1904760" cy="456840"/>
          </a:xfrm>
          <a:prstGeom prst="rect">
            <a:avLst/>
          </a:prstGeom>
          <a:noFill/>
          <a:ln w="0">
            <a:noFill/>
          </a:ln>
        </p:spPr>
        <p:style>
          <a:lnRef idx="0"/>
          <a:fillRef idx="0"/>
          <a:effectRef idx="0"/>
          <a:fontRef idx="minor"/>
        </p:style>
      </p:sp>
      <p:sp>
        <p:nvSpPr>
          <p:cNvPr id="764" name="Rectangle 5"/>
          <p:cNvSpPr/>
          <p:nvPr/>
        </p:nvSpPr>
        <p:spPr>
          <a:xfrm>
            <a:off x="3124080" y="6248520"/>
            <a:ext cx="2895120" cy="456840"/>
          </a:xfrm>
          <a:prstGeom prst="rect">
            <a:avLst/>
          </a:prstGeom>
          <a:noFill/>
          <a:ln w="0">
            <a:noFill/>
          </a:ln>
        </p:spPr>
        <p:style>
          <a:lnRef idx="0"/>
          <a:fillRef idx="0"/>
          <a:effectRef idx="0"/>
          <a:fontRef idx="minor"/>
        </p:style>
      </p:sp>
      <p:sp>
        <p:nvSpPr>
          <p:cNvPr id="765" name="Rectangle 6"/>
          <p:cNvSpPr/>
          <p:nvPr/>
        </p:nvSpPr>
        <p:spPr>
          <a:xfrm>
            <a:off x="685800" y="6248520"/>
            <a:ext cx="1904760" cy="456840"/>
          </a:xfrm>
          <a:prstGeom prst="rect">
            <a:avLst/>
          </a:prstGeom>
          <a:noFill/>
          <a:ln w="0">
            <a:noFill/>
          </a:ln>
        </p:spPr>
        <p:style>
          <a:lnRef idx="0"/>
          <a:fillRef idx="0"/>
          <a:effectRef idx="0"/>
          <a:fontRef idx="minor"/>
        </p:style>
      </p:sp>
      <p:sp>
        <p:nvSpPr>
          <p:cNvPr id="766" name="Rectangle 7"/>
          <p:cNvSpPr/>
          <p:nvPr/>
        </p:nvSpPr>
        <p:spPr>
          <a:xfrm>
            <a:off x="3124080" y="6248520"/>
            <a:ext cx="2895120" cy="456840"/>
          </a:xfrm>
          <a:prstGeom prst="rect">
            <a:avLst/>
          </a:prstGeom>
          <a:noFill/>
          <a:ln w="0">
            <a:noFill/>
          </a:ln>
        </p:spPr>
        <p:style>
          <a:lnRef idx="0"/>
          <a:fillRef idx="0"/>
          <a:effectRef idx="0"/>
          <a:fontRef idx="minor"/>
        </p:style>
      </p:sp>
      <p:sp>
        <p:nvSpPr>
          <p:cNvPr id="767" name="Rectangle 8"/>
          <p:cNvSpPr/>
          <p:nvPr/>
        </p:nvSpPr>
        <p:spPr>
          <a:xfrm>
            <a:off x="685800" y="6248520"/>
            <a:ext cx="1904760" cy="456840"/>
          </a:xfrm>
          <a:prstGeom prst="rect">
            <a:avLst/>
          </a:prstGeom>
          <a:noFill/>
          <a:ln w="0">
            <a:noFill/>
          </a:ln>
        </p:spPr>
        <p:style>
          <a:lnRef idx="0"/>
          <a:fillRef idx="0"/>
          <a:effectRef idx="0"/>
          <a:fontRef idx="minor"/>
        </p:style>
      </p:sp>
      <p:sp>
        <p:nvSpPr>
          <p:cNvPr id="768" name="Rectangle 9"/>
          <p:cNvSpPr/>
          <p:nvPr/>
        </p:nvSpPr>
        <p:spPr>
          <a:xfrm>
            <a:off x="3124080" y="6248520"/>
            <a:ext cx="2895120" cy="456840"/>
          </a:xfrm>
          <a:prstGeom prst="rect">
            <a:avLst/>
          </a:prstGeom>
          <a:noFill/>
          <a:ln w="0">
            <a:noFill/>
          </a:ln>
        </p:spPr>
        <p:style>
          <a:lnRef idx="0"/>
          <a:fillRef idx="0"/>
          <a:effectRef idx="0"/>
          <a:fontRef idx="minor"/>
        </p:style>
      </p:sp>
      <p:sp>
        <p:nvSpPr>
          <p:cNvPr id="769" name="Rectangle 10"/>
          <p:cNvSpPr/>
          <p:nvPr/>
        </p:nvSpPr>
        <p:spPr>
          <a:xfrm>
            <a:off x="685800" y="6248520"/>
            <a:ext cx="1904760" cy="456840"/>
          </a:xfrm>
          <a:prstGeom prst="rect">
            <a:avLst/>
          </a:prstGeom>
          <a:noFill/>
          <a:ln w="0">
            <a:noFill/>
          </a:ln>
        </p:spPr>
        <p:style>
          <a:lnRef idx="0"/>
          <a:fillRef idx="0"/>
          <a:effectRef idx="0"/>
          <a:fontRef idx="minor"/>
        </p:style>
      </p:sp>
      <p:sp>
        <p:nvSpPr>
          <p:cNvPr id="770" name="Rectangle 11"/>
          <p:cNvSpPr/>
          <p:nvPr/>
        </p:nvSpPr>
        <p:spPr>
          <a:xfrm>
            <a:off x="3124080" y="6248520"/>
            <a:ext cx="2895120" cy="456840"/>
          </a:xfrm>
          <a:prstGeom prst="rect">
            <a:avLst/>
          </a:prstGeom>
          <a:noFill/>
          <a:ln w="0">
            <a:noFill/>
          </a:ln>
        </p:spPr>
        <p:style>
          <a:lnRef idx="0"/>
          <a:fillRef idx="0"/>
          <a:effectRef idx="0"/>
          <a:fontRef idx="minor"/>
        </p:style>
      </p:sp>
      <p:sp>
        <p:nvSpPr>
          <p:cNvPr id="771" name="Rectangle 12"/>
          <p:cNvSpPr/>
          <p:nvPr/>
        </p:nvSpPr>
        <p:spPr>
          <a:xfrm>
            <a:off x="685800" y="6248520"/>
            <a:ext cx="1904760" cy="456840"/>
          </a:xfrm>
          <a:prstGeom prst="rect">
            <a:avLst/>
          </a:prstGeom>
          <a:noFill/>
          <a:ln w="0">
            <a:noFill/>
          </a:ln>
        </p:spPr>
        <p:style>
          <a:lnRef idx="0"/>
          <a:fillRef idx="0"/>
          <a:effectRef idx="0"/>
          <a:fontRef idx="minor"/>
        </p:style>
      </p:sp>
      <p:sp>
        <p:nvSpPr>
          <p:cNvPr id="772" name="Rectangle 13"/>
          <p:cNvSpPr/>
          <p:nvPr/>
        </p:nvSpPr>
        <p:spPr>
          <a:xfrm>
            <a:off x="3124080" y="6248520"/>
            <a:ext cx="2895120" cy="456840"/>
          </a:xfrm>
          <a:prstGeom prst="rect">
            <a:avLst/>
          </a:prstGeom>
          <a:noFill/>
          <a:ln w="0">
            <a:noFill/>
          </a:ln>
        </p:spPr>
        <p:style>
          <a:lnRef idx="0"/>
          <a:fillRef idx="0"/>
          <a:effectRef idx="0"/>
          <a:fontRef idx="minor"/>
        </p:style>
      </p:sp>
      <p:sp>
        <p:nvSpPr>
          <p:cNvPr id="773" name="Rectangle 14"/>
          <p:cNvSpPr/>
          <p:nvPr/>
        </p:nvSpPr>
        <p:spPr>
          <a:xfrm>
            <a:off x="685800" y="6248520"/>
            <a:ext cx="1904760" cy="456840"/>
          </a:xfrm>
          <a:prstGeom prst="rect">
            <a:avLst/>
          </a:prstGeom>
          <a:noFill/>
          <a:ln w="0">
            <a:noFill/>
          </a:ln>
        </p:spPr>
        <p:style>
          <a:lnRef idx="0"/>
          <a:fillRef idx="0"/>
          <a:effectRef idx="0"/>
          <a:fontRef idx="minor"/>
        </p:style>
      </p:sp>
      <p:sp>
        <p:nvSpPr>
          <p:cNvPr id="774" name="Rectangle 15"/>
          <p:cNvSpPr/>
          <p:nvPr/>
        </p:nvSpPr>
        <p:spPr>
          <a:xfrm>
            <a:off x="3124080" y="6248520"/>
            <a:ext cx="2895120" cy="456840"/>
          </a:xfrm>
          <a:prstGeom prst="rect">
            <a:avLst/>
          </a:prstGeom>
          <a:noFill/>
          <a:ln w="0">
            <a:noFill/>
          </a:ln>
        </p:spPr>
        <p:style>
          <a:lnRef idx="0"/>
          <a:fillRef idx="0"/>
          <a:effectRef idx="0"/>
          <a:fontRef idx="minor"/>
        </p:style>
      </p:sp>
      <p:pic>
        <p:nvPicPr>
          <p:cNvPr id="775" name="Picture 3" descr=""/>
          <p:cNvPicPr/>
          <p:nvPr/>
        </p:nvPicPr>
        <p:blipFill>
          <a:blip r:embed="rId1"/>
          <a:stretch/>
        </p:blipFill>
        <p:spPr>
          <a:xfrm>
            <a:off x="368280" y="1219320"/>
            <a:ext cx="8546760" cy="441252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r>
              <a:rPr b="1" lang="en-US" sz="3200" spc="-1" strike="noStrike">
                <a:solidFill>
                  <a:srgbClr val="0056a4"/>
                </a:solidFill>
                <a:latin typeface="Arial"/>
              </a:rPr>
              <a:t>Whose responsibility It is?</a:t>
            </a:r>
            <a:endParaRPr b="0" lang="en-US" sz="3200" spc="-1" strike="noStrike">
              <a:solidFill>
                <a:srgbClr val="000000"/>
              </a:solidFill>
              <a:latin typeface="Times New Roman"/>
            </a:endParaRPr>
          </a:p>
        </p:txBody>
      </p:sp>
      <p:sp>
        <p:nvSpPr>
          <p:cNvPr id="777" name="Rectangle 2"/>
          <p:cNvSpPr/>
          <p:nvPr/>
        </p:nvSpPr>
        <p:spPr>
          <a:xfrm>
            <a:off x="685800" y="6248520"/>
            <a:ext cx="1904760" cy="456840"/>
          </a:xfrm>
          <a:prstGeom prst="rect">
            <a:avLst/>
          </a:prstGeom>
          <a:noFill/>
          <a:ln w="0">
            <a:noFill/>
          </a:ln>
        </p:spPr>
        <p:style>
          <a:lnRef idx="0"/>
          <a:fillRef idx="0"/>
          <a:effectRef idx="0"/>
          <a:fontRef idx="minor"/>
        </p:style>
      </p:sp>
      <p:sp>
        <p:nvSpPr>
          <p:cNvPr id="778" name="Rectangle 3"/>
          <p:cNvSpPr/>
          <p:nvPr/>
        </p:nvSpPr>
        <p:spPr>
          <a:xfrm>
            <a:off x="3124080" y="6248520"/>
            <a:ext cx="2895120" cy="456840"/>
          </a:xfrm>
          <a:prstGeom prst="rect">
            <a:avLst/>
          </a:prstGeom>
          <a:noFill/>
          <a:ln w="0">
            <a:noFill/>
          </a:ln>
        </p:spPr>
        <p:style>
          <a:lnRef idx="0"/>
          <a:fillRef idx="0"/>
          <a:effectRef idx="0"/>
          <a:fontRef idx="minor"/>
        </p:style>
      </p:sp>
      <p:sp>
        <p:nvSpPr>
          <p:cNvPr id="779" name="Rectangle 4"/>
          <p:cNvSpPr/>
          <p:nvPr/>
        </p:nvSpPr>
        <p:spPr>
          <a:xfrm>
            <a:off x="685800" y="6248520"/>
            <a:ext cx="1904760" cy="456840"/>
          </a:xfrm>
          <a:prstGeom prst="rect">
            <a:avLst/>
          </a:prstGeom>
          <a:noFill/>
          <a:ln w="0">
            <a:noFill/>
          </a:ln>
        </p:spPr>
        <p:style>
          <a:lnRef idx="0"/>
          <a:fillRef idx="0"/>
          <a:effectRef idx="0"/>
          <a:fontRef idx="minor"/>
        </p:style>
      </p:sp>
      <p:sp>
        <p:nvSpPr>
          <p:cNvPr id="780" name="Rectangle 5"/>
          <p:cNvSpPr/>
          <p:nvPr/>
        </p:nvSpPr>
        <p:spPr>
          <a:xfrm>
            <a:off x="3124080" y="6248520"/>
            <a:ext cx="2895120" cy="456840"/>
          </a:xfrm>
          <a:prstGeom prst="rect">
            <a:avLst/>
          </a:prstGeom>
          <a:noFill/>
          <a:ln w="0">
            <a:noFill/>
          </a:ln>
        </p:spPr>
        <p:style>
          <a:lnRef idx="0"/>
          <a:fillRef idx="0"/>
          <a:effectRef idx="0"/>
          <a:fontRef idx="minor"/>
        </p:style>
      </p:sp>
      <p:sp>
        <p:nvSpPr>
          <p:cNvPr id="781" name="Rectangle 6"/>
          <p:cNvSpPr/>
          <p:nvPr/>
        </p:nvSpPr>
        <p:spPr>
          <a:xfrm>
            <a:off x="685800" y="6248520"/>
            <a:ext cx="1904760" cy="456840"/>
          </a:xfrm>
          <a:prstGeom prst="rect">
            <a:avLst/>
          </a:prstGeom>
          <a:noFill/>
          <a:ln w="0">
            <a:noFill/>
          </a:ln>
        </p:spPr>
        <p:style>
          <a:lnRef idx="0"/>
          <a:fillRef idx="0"/>
          <a:effectRef idx="0"/>
          <a:fontRef idx="minor"/>
        </p:style>
      </p:sp>
      <p:sp>
        <p:nvSpPr>
          <p:cNvPr id="782" name="Rectangle 7"/>
          <p:cNvSpPr/>
          <p:nvPr/>
        </p:nvSpPr>
        <p:spPr>
          <a:xfrm>
            <a:off x="3124080" y="6248520"/>
            <a:ext cx="2895120" cy="456840"/>
          </a:xfrm>
          <a:prstGeom prst="rect">
            <a:avLst/>
          </a:prstGeom>
          <a:noFill/>
          <a:ln w="0">
            <a:noFill/>
          </a:ln>
        </p:spPr>
        <p:style>
          <a:lnRef idx="0"/>
          <a:fillRef idx="0"/>
          <a:effectRef idx="0"/>
          <a:fontRef idx="minor"/>
        </p:style>
      </p:sp>
      <p:sp>
        <p:nvSpPr>
          <p:cNvPr id="783" name="Rectangle 8"/>
          <p:cNvSpPr/>
          <p:nvPr/>
        </p:nvSpPr>
        <p:spPr>
          <a:xfrm>
            <a:off x="685800" y="6248520"/>
            <a:ext cx="1904760" cy="456840"/>
          </a:xfrm>
          <a:prstGeom prst="rect">
            <a:avLst/>
          </a:prstGeom>
          <a:noFill/>
          <a:ln w="0">
            <a:noFill/>
          </a:ln>
        </p:spPr>
        <p:style>
          <a:lnRef idx="0"/>
          <a:fillRef idx="0"/>
          <a:effectRef idx="0"/>
          <a:fontRef idx="minor"/>
        </p:style>
      </p:sp>
      <p:sp>
        <p:nvSpPr>
          <p:cNvPr id="784" name="Rectangle 9"/>
          <p:cNvSpPr/>
          <p:nvPr/>
        </p:nvSpPr>
        <p:spPr>
          <a:xfrm>
            <a:off x="3124080" y="6248520"/>
            <a:ext cx="2895120" cy="456840"/>
          </a:xfrm>
          <a:prstGeom prst="rect">
            <a:avLst/>
          </a:prstGeom>
          <a:noFill/>
          <a:ln w="0">
            <a:noFill/>
          </a:ln>
        </p:spPr>
        <p:style>
          <a:lnRef idx="0"/>
          <a:fillRef idx="0"/>
          <a:effectRef idx="0"/>
          <a:fontRef idx="minor"/>
        </p:style>
      </p:sp>
      <p:sp>
        <p:nvSpPr>
          <p:cNvPr id="785" name="Rectangle 10"/>
          <p:cNvSpPr/>
          <p:nvPr/>
        </p:nvSpPr>
        <p:spPr>
          <a:xfrm>
            <a:off x="685800" y="6248520"/>
            <a:ext cx="1904760" cy="456840"/>
          </a:xfrm>
          <a:prstGeom prst="rect">
            <a:avLst/>
          </a:prstGeom>
          <a:noFill/>
          <a:ln w="0">
            <a:noFill/>
          </a:ln>
        </p:spPr>
        <p:style>
          <a:lnRef idx="0"/>
          <a:fillRef idx="0"/>
          <a:effectRef idx="0"/>
          <a:fontRef idx="minor"/>
        </p:style>
      </p:sp>
      <p:sp>
        <p:nvSpPr>
          <p:cNvPr id="786" name="Rectangle 11"/>
          <p:cNvSpPr/>
          <p:nvPr/>
        </p:nvSpPr>
        <p:spPr>
          <a:xfrm>
            <a:off x="3124080" y="6248520"/>
            <a:ext cx="2895120" cy="456840"/>
          </a:xfrm>
          <a:prstGeom prst="rect">
            <a:avLst/>
          </a:prstGeom>
          <a:noFill/>
          <a:ln w="0">
            <a:noFill/>
          </a:ln>
        </p:spPr>
        <p:style>
          <a:lnRef idx="0"/>
          <a:fillRef idx="0"/>
          <a:effectRef idx="0"/>
          <a:fontRef idx="minor"/>
        </p:style>
      </p:sp>
      <p:sp>
        <p:nvSpPr>
          <p:cNvPr id="787" name="Rectangle 12"/>
          <p:cNvSpPr/>
          <p:nvPr/>
        </p:nvSpPr>
        <p:spPr>
          <a:xfrm>
            <a:off x="685800" y="6248520"/>
            <a:ext cx="1904760" cy="456840"/>
          </a:xfrm>
          <a:prstGeom prst="rect">
            <a:avLst/>
          </a:prstGeom>
          <a:noFill/>
          <a:ln w="0">
            <a:noFill/>
          </a:ln>
        </p:spPr>
        <p:style>
          <a:lnRef idx="0"/>
          <a:fillRef idx="0"/>
          <a:effectRef idx="0"/>
          <a:fontRef idx="minor"/>
        </p:style>
      </p:sp>
      <p:sp>
        <p:nvSpPr>
          <p:cNvPr id="788" name="Rectangle 13"/>
          <p:cNvSpPr/>
          <p:nvPr/>
        </p:nvSpPr>
        <p:spPr>
          <a:xfrm>
            <a:off x="3124080" y="6248520"/>
            <a:ext cx="2895120" cy="456840"/>
          </a:xfrm>
          <a:prstGeom prst="rect">
            <a:avLst/>
          </a:prstGeom>
          <a:noFill/>
          <a:ln w="0">
            <a:noFill/>
          </a:ln>
        </p:spPr>
        <p:style>
          <a:lnRef idx="0"/>
          <a:fillRef idx="0"/>
          <a:effectRef idx="0"/>
          <a:fontRef idx="minor"/>
        </p:style>
      </p:sp>
      <p:sp>
        <p:nvSpPr>
          <p:cNvPr id="789" name="Rectangle 14"/>
          <p:cNvSpPr/>
          <p:nvPr/>
        </p:nvSpPr>
        <p:spPr>
          <a:xfrm>
            <a:off x="685800" y="6248520"/>
            <a:ext cx="1904760" cy="456840"/>
          </a:xfrm>
          <a:prstGeom prst="rect">
            <a:avLst/>
          </a:prstGeom>
          <a:noFill/>
          <a:ln w="0">
            <a:noFill/>
          </a:ln>
        </p:spPr>
        <p:style>
          <a:lnRef idx="0"/>
          <a:fillRef idx="0"/>
          <a:effectRef idx="0"/>
          <a:fontRef idx="minor"/>
        </p:style>
      </p:sp>
      <p:sp>
        <p:nvSpPr>
          <p:cNvPr id="790" name="Rectangle 15"/>
          <p:cNvSpPr/>
          <p:nvPr/>
        </p:nvSpPr>
        <p:spPr>
          <a:xfrm>
            <a:off x="3124080" y="6248520"/>
            <a:ext cx="2895120" cy="456840"/>
          </a:xfrm>
          <a:prstGeom prst="rect">
            <a:avLst/>
          </a:prstGeom>
          <a:noFill/>
          <a:ln w="0">
            <a:noFill/>
          </a:ln>
        </p:spPr>
        <p:style>
          <a:lnRef idx="0"/>
          <a:fillRef idx="0"/>
          <a:effectRef idx="0"/>
          <a:fontRef idx="minor"/>
        </p:style>
      </p:sp>
      <p:pic>
        <p:nvPicPr>
          <p:cNvPr id="791" name="Picture 1" descr=""/>
          <p:cNvPicPr/>
          <p:nvPr/>
        </p:nvPicPr>
        <p:blipFill>
          <a:blip r:embed="rId1"/>
          <a:stretch/>
        </p:blipFill>
        <p:spPr>
          <a:xfrm>
            <a:off x="152280" y="1406880"/>
            <a:ext cx="8838720" cy="390888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r>
              <a:rPr b="1" lang="en-US" sz="3200" spc="-1" strike="noStrike">
                <a:solidFill>
                  <a:srgbClr val="0056a4"/>
                </a:solidFill>
                <a:latin typeface="Arial"/>
              </a:rPr>
              <a:t>Lesson learned</a:t>
            </a:r>
            <a:endParaRPr b="0" lang="en-US" sz="3200" spc="-1" strike="noStrike">
              <a:solidFill>
                <a:srgbClr val="000000"/>
              </a:solidFill>
              <a:latin typeface="Times New Roman"/>
            </a:endParaRPr>
          </a:p>
        </p:txBody>
      </p:sp>
      <p:sp>
        <p:nvSpPr>
          <p:cNvPr id="793" name="Rectangle 2"/>
          <p:cNvSpPr/>
          <p:nvPr/>
        </p:nvSpPr>
        <p:spPr>
          <a:xfrm>
            <a:off x="685800" y="6248520"/>
            <a:ext cx="1904760" cy="456840"/>
          </a:xfrm>
          <a:prstGeom prst="rect">
            <a:avLst/>
          </a:prstGeom>
          <a:noFill/>
          <a:ln w="0">
            <a:noFill/>
          </a:ln>
        </p:spPr>
        <p:style>
          <a:lnRef idx="0"/>
          <a:fillRef idx="0"/>
          <a:effectRef idx="0"/>
          <a:fontRef idx="minor"/>
        </p:style>
      </p:sp>
      <p:sp>
        <p:nvSpPr>
          <p:cNvPr id="794" name="Rectangle 3"/>
          <p:cNvSpPr/>
          <p:nvPr/>
        </p:nvSpPr>
        <p:spPr>
          <a:xfrm>
            <a:off x="3124080" y="6248520"/>
            <a:ext cx="2895120" cy="456840"/>
          </a:xfrm>
          <a:prstGeom prst="rect">
            <a:avLst/>
          </a:prstGeom>
          <a:noFill/>
          <a:ln w="0">
            <a:noFill/>
          </a:ln>
        </p:spPr>
        <p:style>
          <a:lnRef idx="0"/>
          <a:fillRef idx="0"/>
          <a:effectRef idx="0"/>
          <a:fontRef idx="minor"/>
        </p:style>
      </p:sp>
      <p:sp>
        <p:nvSpPr>
          <p:cNvPr id="795" name="Rectangle 4"/>
          <p:cNvSpPr/>
          <p:nvPr/>
        </p:nvSpPr>
        <p:spPr>
          <a:xfrm>
            <a:off x="685800" y="6248520"/>
            <a:ext cx="1904760" cy="456840"/>
          </a:xfrm>
          <a:prstGeom prst="rect">
            <a:avLst/>
          </a:prstGeom>
          <a:noFill/>
          <a:ln w="0">
            <a:noFill/>
          </a:ln>
        </p:spPr>
        <p:style>
          <a:lnRef idx="0"/>
          <a:fillRef idx="0"/>
          <a:effectRef idx="0"/>
          <a:fontRef idx="minor"/>
        </p:style>
      </p:sp>
      <p:sp>
        <p:nvSpPr>
          <p:cNvPr id="796" name="Rectangle 5"/>
          <p:cNvSpPr/>
          <p:nvPr/>
        </p:nvSpPr>
        <p:spPr>
          <a:xfrm>
            <a:off x="3124080" y="6248520"/>
            <a:ext cx="2895120" cy="456840"/>
          </a:xfrm>
          <a:prstGeom prst="rect">
            <a:avLst/>
          </a:prstGeom>
          <a:noFill/>
          <a:ln w="0">
            <a:noFill/>
          </a:ln>
        </p:spPr>
        <p:style>
          <a:lnRef idx="0"/>
          <a:fillRef idx="0"/>
          <a:effectRef idx="0"/>
          <a:fontRef idx="minor"/>
        </p:style>
      </p:sp>
      <p:sp>
        <p:nvSpPr>
          <p:cNvPr id="797" name="Rectangle 6"/>
          <p:cNvSpPr/>
          <p:nvPr/>
        </p:nvSpPr>
        <p:spPr>
          <a:xfrm>
            <a:off x="685800" y="6248520"/>
            <a:ext cx="1904760" cy="456840"/>
          </a:xfrm>
          <a:prstGeom prst="rect">
            <a:avLst/>
          </a:prstGeom>
          <a:noFill/>
          <a:ln w="0">
            <a:noFill/>
          </a:ln>
        </p:spPr>
        <p:style>
          <a:lnRef idx="0"/>
          <a:fillRef idx="0"/>
          <a:effectRef idx="0"/>
          <a:fontRef idx="minor"/>
        </p:style>
      </p:sp>
      <p:sp>
        <p:nvSpPr>
          <p:cNvPr id="798" name="Rectangle 7"/>
          <p:cNvSpPr/>
          <p:nvPr/>
        </p:nvSpPr>
        <p:spPr>
          <a:xfrm>
            <a:off x="3124080" y="6248520"/>
            <a:ext cx="2895120" cy="456840"/>
          </a:xfrm>
          <a:prstGeom prst="rect">
            <a:avLst/>
          </a:prstGeom>
          <a:noFill/>
          <a:ln w="0">
            <a:noFill/>
          </a:ln>
        </p:spPr>
        <p:style>
          <a:lnRef idx="0"/>
          <a:fillRef idx="0"/>
          <a:effectRef idx="0"/>
          <a:fontRef idx="minor"/>
        </p:style>
      </p:sp>
      <p:sp>
        <p:nvSpPr>
          <p:cNvPr id="799" name="Rectangle 8"/>
          <p:cNvSpPr/>
          <p:nvPr/>
        </p:nvSpPr>
        <p:spPr>
          <a:xfrm>
            <a:off x="685800" y="6248520"/>
            <a:ext cx="1904760" cy="456840"/>
          </a:xfrm>
          <a:prstGeom prst="rect">
            <a:avLst/>
          </a:prstGeom>
          <a:noFill/>
          <a:ln w="0">
            <a:noFill/>
          </a:ln>
        </p:spPr>
        <p:style>
          <a:lnRef idx="0"/>
          <a:fillRef idx="0"/>
          <a:effectRef idx="0"/>
          <a:fontRef idx="minor"/>
        </p:style>
      </p:sp>
      <p:sp>
        <p:nvSpPr>
          <p:cNvPr id="800" name="Rectangle 9"/>
          <p:cNvSpPr/>
          <p:nvPr/>
        </p:nvSpPr>
        <p:spPr>
          <a:xfrm>
            <a:off x="3124080" y="6248520"/>
            <a:ext cx="2895120" cy="456840"/>
          </a:xfrm>
          <a:prstGeom prst="rect">
            <a:avLst/>
          </a:prstGeom>
          <a:noFill/>
          <a:ln w="0">
            <a:noFill/>
          </a:ln>
        </p:spPr>
        <p:style>
          <a:lnRef idx="0"/>
          <a:fillRef idx="0"/>
          <a:effectRef idx="0"/>
          <a:fontRef idx="minor"/>
        </p:style>
      </p:sp>
      <p:sp>
        <p:nvSpPr>
          <p:cNvPr id="801" name="Rectangle 10"/>
          <p:cNvSpPr/>
          <p:nvPr/>
        </p:nvSpPr>
        <p:spPr>
          <a:xfrm>
            <a:off x="685800" y="6248520"/>
            <a:ext cx="1904760" cy="456840"/>
          </a:xfrm>
          <a:prstGeom prst="rect">
            <a:avLst/>
          </a:prstGeom>
          <a:noFill/>
          <a:ln w="0">
            <a:noFill/>
          </a:ln>
        </p:spPr>
        <p:style>
          <a:lnRef idx="0"/>
          <a:fillRef idx="0"/>
          <a:effectRef idx="0"/>
          <a:fontRef idx="minor"/>
        </p:style>
      </p:sp>
      <p:sp>
        <p:nvSpPr>
          <p:cNvPr id="802" name="Rectangle 11"/>
          <p:cNvSpPr/>
          <p:nvPr/>
        </p:nvSpPr>
        <p:spPr>
          <a:xfrm>
            <a:off x="3124080" y="6248520"/>
            <a:ext cx="2895120" cy="456840"/>
          </a:xfrm>
          <a:prstGeom prst="rect">
            <a:avLst/>
          </a:prstGeom>
          <a:noFill/>
          <a:ln w="0">
            <a:noFill/>
          </a:ln>
        </p:spPr>
        <p:style>
          <a:lnRef idx="0"/>
          <a:fillRef idx="0"/>
          <a:effectRef idx="0"/>
          <a:fontRef idx="minor"/>
        </p:style>
      </p:sp>
      <p:sp>
        <p:nvSpPr>
          <p:cNvPr id="803" name="Rectangle 12"/>
          <p:cNvSpPr/>
          <p:nvPr/>
        </p:nvSpPr>
        <p:spPr>
          <a:xfrm>
            <a:off x="685800" y="6248520"/>
            <a:ext cx="1904760" cy="456840"/>
          </a:xfrm>
          <a:prstGeom prst="rect">
            <a:avLst/>
          </a:prstGeom>
          <a:noFill/>
          <a:ln w="0">
            <a:noFill/>
          </a:ln>
        </p:spPr>
        <p:style>
          <a:lnRef idx="0"/>
          <a:fillRef idx="0"/>
          <a:effectRef idx="0"/>
          <a:fontRef idx="minor"/>
        </p:style>
      </p:sp>
      <p:sp>
        <p:nvSpPr>
          <p:cNvPr id="804" name="Rectangle 13"/>
          <p:cNvSpPr/>
          <p:nvPr/>
        </p:nvSpPr>
        <p:spPr>
          <a:xfrm>
            <a:off x="3124080" y="6248520"/>
            <a:ext cx="2895120" cy="456840"/>
          </a:xfrm>
          <a:prstGeom prst="rect">
            <a:avLst/>
          </a:prstGeom>
          <a:noFill/>
          <a:ln w="0">
            <a:noFill/>
          </a:ln>
        </p:spPr>
        <p:style>
          <a:lnRef idx="0"/>
          <a:fillRef idx="0"/>
          <a:effectRef idx="0"/>
          <a:fontRef idx="minor"/>
        </p:style>
      </p:sp>
      <p:sp>
        <p:nvSpPr>
          <p:cNvPr id="805" name="Rectangle 14"/>
          <p:cNvSpPr/>
          <p:nvPr/>
        </p:nvSpPr>
        <p:spPr>
          <a:xfrm>
            <a:off x="685800" y="6248520"/>
            <a:ext cx="1904760" cy="456840"/>
          </a:xfrm>
          <a:prstGeom prst="rect">
            <a:avLst/>
          </a:prstGeom>
          <a:noFill/>
          <a:ln w="0">
            <a:noFill/>
          </a:ln>
        </p:spPr>
        <p:style>
          <a:lnRef idx="0"/>
          <a:fillRef idx="0"/>
          <a:effectRef idx="0"/>
          <a:fontRef idx="minor"/>
        </p:style>
      </p:sp>
      <p:sp>
        <p:nvSpPr>
          <p:cNvPr id="806" name="Rectangle 15"/>
          <p:cNvSpPr/>
          <p:nvPr/>
        </p:nvSpPr>
        <p:spPr>
          <a:xfrm>
            <a:off x="3124080" y="6248520"/>
            <a:ext cx="2895120" cy="456840"/>
          </a:xfrm>
          <a:prstGeom prst="rect">
            <a:avLst/>
          </a:prstGeom>
          <a:noFill/>
          <a:ln w="0">
            <a:noFill/>
          </a:ln>
        </p:spPr>
        <p:style>
          <a:lnRef idx="0"/>
          <a:fillRef idx="0"/>
          <a:effectRef idx="0"/>
          <a:fontRef idx="minor"/>
        </p:style>
      </p:sp>
      <p:pic>
        <p:nvPicPr>
          <p:cNvPr id="807" name="Picture 2" descr=""/>
          <p:cNvPicPr/>
          <p:nvPr/>
        </p:nvPicPr>
        <p:blipFill>
          <a:blip r:embed="rId1"/>
          <a:stretch/>
        </p:blipFill>
        <p:spPr>
          <a:xfrm>
            <a:off x="228600" y="1415160"/>
            <a:ext cx="8762400" cy="445176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8" name="PlaceHolder 1"/>
          <p:cNvSpPr>
            <a:spLocks noGrp="1"/>
          </p:cNvSpPr>
          <p:nvPr>
            <p:ph type="title"/>
          </p:nvPr>
        </p:nvSpPr>
        <p:spPr>
          <a:xfrm>
            <a:off x="1165320" y="307800"/>
            <a:ext cx="7326000" cy="549000"/>
          </a:xfrm>
          <a:prstGeom prst="rect">
            <a:avLst/>
          </a:prstGeom>
          <a:noFill/>
          <a:ln w="0">
            <a:noFill/>
          </a:ln>
        </p:spPr>
        <p:txBody>
          <a:bodyPr numCol="1" spcCol="0" lIns="90360" rIns="90360" tIns="44280" bIns="44280" anchor="ctr">
            <a:noAutofit/>
          </a:bodyPr>
          <a:p>
            <a:pPr algn="ctr">
              <a:lnSpc>
                <a:spcPct val="90000"/>
              </a:lnSpc>
            </a:pPr>
            <a:r>
              <a:rPr b="1" lang="en-US" sz="3200" spc="-1" strike="noStrike">
                <a:solidFill>
                  <a:srgbClr val="0056a4"/>
                </a:solidFill>
                <a:latin typeface="Arial"/>
              </a:rPr>
              <a:t>Few tips</a:t>
            </a:r>
            <a:endParaRPr b="0" lang="en-US" sz="3200" spc="-1" strike="noStrike">
              <a:solidFill>
                <a:srgbClr val="000000"/>
              </a:solidFill>
              <a:latin typeface="Times New Roman"/>
            </a:endParaRPr>
          </a:p>
        </p:txBody>
      </p:sp>
      <p:sp>
        <p:nvSpPr>
          <p:cNvPr id="809" name="Rectangle 2"/>
          <p:cNvSpPr/>
          <p:nvPr/>
        </p:nvSpPr>
        <p:spPr>
          <a:xfrm>
            <a:off x="685800" y="6248520"/>
            <a:ext cx="1904760" cy="456840"/>
          </a:xfrm>
          <a:prstGeom prst="rect">
            <a:avLst/>
          </a:prstGeom>
          <a:noFill/>
          <a:ln w="0">
            <a:noFill/>
          </a:ln>
        </p:spPr>
        <p:style>
          <a:lnRef idx="0"/>
          <a:fillRef idx="0"/>
          <a:effectRef idx="0"/>
          <a:fontRef idx="minor"/>
        </p:style>
      </p:sp>
      <p:sp>
        <p:nvSpPr>
          <p:cNvPr id="810" name="Rectangle 3"/>
          <p:cNvSpPr/>
          <p:nvPr/>
        </p:nvSpPr>
        <p:spPr>
          <a:xfrm>
            <a:off x="3124080" y="6248520"/>
            <a:ext cx="2895120" cy="456840"/>
          </a:xfrm>
          <a:prstGeom prst="rect">
            <a:avLst/>
          </a:prstGeom>
          <a:noFill/>
          <a:ln w="0">
            <a:noFill/>
          </a:ln>
        </p:spPr>
        <p:style>
          <a:lnRef idx="0"/>
          <a:fillRef idx="0"/>
          <a:effectRef idx="0"/>
          <a:fontRef idx="minor"/>
        </p:style>
      </p:sp>
      <p:sp>
        <p:nvSpPr>
          <p:cNvPr id="811" name="Rectangle 4"/>
          <p:cNvSpPr/>
          <p:nvPr/>
        </p:nvSpPr>
        <p:spPr>
          <a:xfrm>
            <a:off x="685800" y="6248520"/>
            <a:ext cx="1904760" cy="456840"/>
          </a:xfrm>
          <a:prstGeom prst="rect">
            <a:avLst/>
          </a:prstGeom>
          <a:noFill/>
          <a:ln w="0">
            <a:noFill/>
          </a:ln>
        </p:spPr>
        <p:style>
          <a:lnRef idx="0"/>
          <a:fillRef idx="0"/>
          <a:effectRef idx="0"/>
          <a:fontRef idx="minor"/>
        </p:style>
      </p:sp>
      <p:sp>
        <p:nvSpPr>
          <p:cNvPr id="812" name="Rectangle 5"/>
          <p:cNvSpPr/>
          <p:nvPr/>
        </p:nvSpPr>
        <p:spPr>
          <a:xfrm>
            <a:off x="3124080" y="6248520"/>
            <a:ext cx="2895120" cy="456840"/>
          </a:xfrm>
          <a:prstGeom prst="rect">
            <a:avLst/>
          </a:prstGeom>
          <a:noFill/>
          <a:ln w="0">
            <a:noFill/>
          </a:ln>
        </p:spPr>
        <p:style>
          <a:lnRef idx="0"/>
          <a:fillRef idx="0"/>
          <a:effectRef idx="0"/>
          <a:fontRef idx="minor"/>
        </p:style>
      </p:sp>
      <p:sp>
        <p:nvSpPr>
          <p:cNvPr id="813" name="Rectangle 6"/>
          <p:cNvSpPr/>
          <p:nvPr/>
        </p:nvSpPr>
        <p:spPr>
          <a:xfrm>
            <a:off x="685800" y="6248520"/>
            <a:ext cx="1904760" cy="456840"/>
          </a:xfrm>
          <a:prstGeom prst="rect">
            <a:avLst/>
          </a:prstGeom>
          <a:noFill/>
          <a:ln w="0">
            <a:noFill/>
          </a:ln>
        </p:spPr>
        <p:style>
          <a:lnRef idx="0"/>
          <a:fillRef idx="0"/>
          <a:effectRef idx="0"/>
          <a:fontRef idx="minor"/>
        </p:style>
      </p:sp>
      <p:sp>
        <p:nvSpPr>
          <p:cNvPr id="814" name="Rectangle 7"/>
          <p:cNvSpPr/>
          <p:nvPr/>
        </p:nvSpPr>
        <p:spPr>
          <a:xfrm>
            <a:off x="3124080" y="6248520"/>
            <a:ext cx="2895120" cy="456840"/>
          </a:xfrm>
          <a:prstGeom prst="rect">
            <a:avLst/>
          </a:prstGeom>
          <a:noFill/>
          <a:ln w="0">
            <a:noFill/>
          </a:ln>
        </p:spPr>
        <p:style>
          <a:lnRef idx="0"/>
          <a:fillRef idx="0"/>
          <a:effectRef idx="0"/>
          <a:fontRef idx="minor"/>
        </p:style>
      </p:sp>
      <p:sp>
        <p:nvSpPr>
          <p:cNvPr id="815" name="Rectangle 8"/>
          <p:cNvSpPr/>
          <p:nvPr/>
        </p:nvSpPr>
        <p:spPr>
          <a:xfrm>
            <a:off x="685800" y="6248520"/>
            <a:ext cx="1904760" cy="456840"/>
          </a:xfrm>
          <a:prstGeom prst="rect">
            <a:avLst/>
          </a:prstGeom>
          <a:noFill/>
          <a:ln w="0">
            <a:noFill/>
          </a:ln>
        </p:spPr>
        <p:style>
          <a:lnRef idx="0"/>
          <a:fillRef idx="0"/>
          <a:effectRef idx="0"/>
          <a:fontRef idx="minor"/>
        </p:style>
      </p:sp>
      <p:sp>
        <p:nvSpPr>
          <p:cNvPr id="816" name="Rectangle 9"/>
          <p:cNvSpPr/>
          <p:nvPr/>
        </p:nvSpPr>
        <p:spPr>
          <a:xfrm>
            <a:off x="3124080" y="6248520"/>
            <a:ext cx="2895120" cy="456840"/>
          </a:xfrm>
          <a:prstGeom prst="rect">
            <a:avLst/>
          </a:prstGeom>
          <a:noFill/>
          <a:ln w="0">
            <a:noFill/>
          </a:ln>
        </p:spPr>
        <p:style>
          <a:lnRef idx="0"/>
          <a:fillRef idx="0"/>
          <a:effectRef idx="0"/>
          <a:fontRef idx="minor"/>
        </p:style>
      </p:sp>
      <p:sp>
        <p:nvSpPr>
          <p:cNvPr id="817" name="Rectangle 10"/>
          <p:cNvSpPr/>
          <p:nvPr/>
        </p:nvSpPr>
        <p:spPr>
          <a:xfrm>
            <a:off x="685800" y="6248520"/>
            <a:ext cx="1904760" cy="456840"/>
          </a:xfrm>
          <a:prstGeom prst="rect">
            <a:avLst/>
          </a:prstGeom>
          <a:noFill/>
          <a:ln w="0">
            <a:noFill/>
          </a:ln>
        </p:spPr>
        <p:style>
          <a:lnRef idx="0"/>
          <a:fillRef idx="0"/>
          <a:effectRef idx="0"/>
          <a:fontRef idx="minor"/>
        </p:style>
      </p:sp>
      <p:sp>
        <p:nvSpPr>
          <p:cNvPr id="818" name="Rectangle 11"/>
          <p:cNvSpPr/>
          <p:nvPr/>
        </p:nvSpPr>
        <p:spPr>
          <a:xfrm>
            <a:off x="3124080" y="6248520"/>
            <a:ext cx="2895120" cy="456840"/>
          </a:xfrm>
          <a:prstGeom prst="rect">
            <a:avLst/>
          </a:prstGeom>
          <a:noFill/>
          <a:ln w="0">
            <a:noFill/>
          </a:ln>
        </p:spPr>
        <p:style>
          <a:lnRef idx="0"/>
          <a:fillRef idx="0"/>
          <a:effectRef idx="0"/>
          <a:fontRef idx="minor"/>
        </p:style>
      </p:sp>
      <p:sp>
        <p:nvSpPr>
          <p:cNvPr id="819" name="Rectangle 12"/>
          <p:cNvSpPr/>
          <p:nvPr/>
        </p:nvSpPr>
        <p:spPr>
          <a:xfrm>
            <a:off x="685800" y="6248520"/>
            <a:ext cx="1904760" cy="456840"/>
          </a:xfrm>
          <a:prstGeom prst="rect">
            <a:avLst/>
          </a:prstGeom>
          <a:noFill/>
          <a:ln w="0">
            <a:noFill/>
          </a:ln>
        </p:spPr>
        <p:style>
          <a:lnRef idx="0"/>
          <a:fillRef idx="0"/>
          <a:effectRef idx="0"/>
          <a:fontRef idx="minor"/>
        </p:style>
      </p:sp>
      <p:sp>
        <p:nvSpPr>
          <p:cNvPr id="820" name="Rectangle 13"/>
          <p:cNvSpPr/>
          <p:nvPr/>
        </p:nvSpPr>
        <p:spPr>
          <a:xfrm>
            <a:off x="3124080" y="6248520"/>
            <a:ext cx="2895120" cy="456840"/>
          </a:xfrm>
          <a:prstGeom prst="rect">
            <a:avLst/>
          </a:prstGeom>
          <a:noFill/>
          <a:ln w="0">
            <a:noFill/>
          </a:ln>
        </p:spPr>
        <p:style>
          <a:lnRef idx="0"/>
          <a:fillRef idx="0"/>
          <a:effectRef idx="0"/>
          <a:fontRef idx="minor"/>
        </p:style>
      </p:sp>
      <p:sp>
        <p:nvSpPr>
          <p:cNvPr id="821" name="Rectangle 14"/>
          <p:cNvSpPr/>
          <p:nvPr/>
        </p:nvSpPr>
        <p:spPr>
          <a:xfrm>
            <a:off x="685800" y="6248520"/>
            <a:ext cx="1904760" cy="456840"/>
          </a:xfrm>
          <a:prstGeom prst="rect">
            <a:avLst/>
          </a:prstGeom>
          <a:noFill/>
          <a:ln w="0">
            <a:noFill/>
          </a:ln>
        </p:spPr>
        <p:style>
          <a:lnRef idx="0"/>
          <a:fillRef idx="0"/>
          <a:effectRef idx="0"/>
          <a:fontRef idx="minor"/>
        </p:style>
      </p:sp>
      <p:sp>
        <p:nvSpPr>
          <p:cNvPr id="822" name="Rectangle 15"/>
          <p:cNvSpPr/>
          <p:nvPr/>
        </p:nvSpPr>
        <p:spPr>
          <a:xfrm>
            <a:off x="3124080" y="6248520"/>
            <a:ext cx="2895120" cy="456840"/>
          </a:xfrm>
          <a:prstGeom prst="rect">
            <a:avLst/>
          </a:prstGeom>
          <a:noFill/>
          <a:ln w="0">
            <a:noFill/>
          </a:ln>
        </p:spPr>
        <p:style>
          <a:lnRef idx="0"/>
          <a:fillRef idx="0"/>
          <a:effectRef idx="0"/>
          <a:fontRef idx="minor"/>
        </p:style>
      </p:sp>
      <p:pic>
        <p:nvPicPr>
          <p:cNvPr id="823" name="Picture 2" descr=""/>
          <p:cNvPicPr/>
          <p:nvPr/>
        </p:nvPicPr>
        <p:blipFill>
          <a:blip r:embed="rId1"/>
          <a:stretch/>
        </p:blipFill>
        <p:spPr>
          <a:xfrm>
            <a:off x="95040" y="1370880"/>
            <a:ext cx="8972280" cy="403920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4" name="PlaceHolder 1"/>
          <p:cNvSpPr>
            <a:spLocks noGrp="1"/>
          </p:cNvSpPr>
          <p:nvPr>
            <p:ph type="title"/>
          </p:nvPr>
        </p:nvSpPr>
        <p:spPr>
          <a:xfrm>
            <a:off x="1165320" y="289080"/>
            <a:ext cx="7326000" cy="549000"/>
          </a:xfrm>
          <a:prstGeom prst="rect">
            <a:avLst/>
          </a:prstGeom>
          <a:noFill/>
          <a:ln w="0">
            <a:noFill/>
          </a:ln>
        </p:spPr>
        <p:txBody>
          <a:bodyPr numCol="1" spcCol="0" lIns="90360" rIns="90360" tIns="44280" bIns="44280" anchor="ctr">
            <a:noAutofit/>
          </a:bodyPr>
          <a:p>
            <a:pPr algn="ctr">
              <a:lnSpc>
                <a:spcPct val="90000"/>
              </a:lnSpc>
            </a:pPr>
            <a:br/>
            <a:br/>
            <a:r>
              <a:rPr b="1" lang="en-US" sz="2800" spc="-1" strike="noStrike">
                <a:solidFill>
                  <a:srgbClr val="0056a4"/>
                </a:solidFill>
                <a:latin typeface="Arial"/>
              </a:rPr>
              <a:t>PARKING LOTS- What did we don’t discuss</a:t>
            </a:r>
            <a:br/>
            <a:endParaRPr b="0" lang="en-US" sz="2800" spc="-1" strike="noStrike">
              <a:solidFill>
                <a:srgbClr val="000000"/>
              </a:solidFill>
              <a:latin typeface="Times New Roman"/>
            </a:endParaRPr>
          </a:p>
        </p:txBody>
      </p:sp>
      <p:sp>
        <p:nvSpPr>
          <p:cNvPr id="825" name="Rectangle 2"/>
          <p:cNvSpPr/>
          <p:nvPr/>
        </p:nvSpPr>
        <p:spPr>
          <a:xfrm>
            <a:off x="685800" y="6248520"/>
            <a:ext cx="1904760" cy="456840"/>
          </a:xfrm>
          <a:prstGeom prst="rect">
            <a:avLst/>
          </a:prstGeom>
          <a:noFill/>
          <a:ln w="0">
            <a:noFill/>
          </a:ln>
        </p:spPr>
        <p:style>
          <a:lnRef idx="0"/>
          <a:fillRef idx="0"/>
          <a:effectRef idx="0"/>
          <a:fontRef idx="minor"/>
        </p:style>
      </p:sp>
      <p:sp>
        <p:nvSpPr>
          <p:cNvPr id="826" name="Rectangle 3"/>
          <p:cNvSpPr/>
          <p:nvPr/>
        </p:nvSpPr>
        <p:spPr>
          <a:xfrm>
            <a:off x="3124080" y="6248520"/>
            <a:ext cx="2895120" cy="456840"/>
          </a:xfrm>
          <a:prstGeom prst="rect">
            <a:avLst/>
          </a:prstGeom>
          <a:noFill/>
          <a:ln w="0">
            <a:noFill/>
          </a:ln>
        </p:spPr>
        <p:style>
          <a:lnRef idx="0"/>
          <a:fillRef idx="0"/>
          <a:effectRef idx="0"/>
          <a:fontRef idx="minor"/>
        </p:style>
      </p:sp>
      <p:sp>
        <p:nvSpPr>
          <p:cNvPr id="827" name="Rectangle 4"/>
          <p:cNvSpPr/>
          <p:nvPr/>
        </p:nvSpPr>
        <p:spPr>
          <a:xfrm>
            <a:off x="685800" y="6248520"/>
            <a:ext cx="1904760" cy="456840"/>
          </a:xfrm>
          <a:prstGeom prst="rect">
            <a:avLst/>
          </a:prstGeom>
          <a:noFill/>
          <a:ln w="0">
            <a:noFill/>
          </a:ln>
        </p:spPr>
        <p:style>
          <a:lnRef idx="0"/>
          <a:fillRef idx="0"/>
          <a:effectRef idx="0"/>
          <a:fontRef idx="minor"/>
        </p:style>
      </p:sp>
      <p:sp>
        <p:nvSpPr>
          <p:cNvPr id="828" name="Rectangle 5"/>
          <p:cNvSpPr/>
          <p:nvPr/>
        </p:nvSpPr>
        <p:spPr>
          <a:xfrm>
            <a:off x="3124080" y="6248520"/>
            <a:ext cx="2895120" cy="456840"/>
          </a:xfrm>
          <a:prstGeom prst="rect">
            <a:avLst/>
          </a:prstGeom>
          <a:noFill/>
          <a:ln w="0">
            <a:noFill/>
          </a:ln>
        </p:spPr>
        <p:style>
          <a:lnRef idx="0"/>
          <a:fillRef idx="0"/>
          <a:effectRef idx="0"/>
          <a:fontRef idx="minor"/>
        </p:style>
      </p:sp>
      <p:sp>
        <p:nvSpPr>
          <p:cNvPr id="829" name="Rectangle 6"/>
          <p:cNvSpPr/>
          <p:nvPr/>
        </p:nvSpPr>
        <p:spPr>
          <a:xfrm>
            <a:off x="685800" y="6248520"/>
            <a:ext cx="1904760" cy="456840"/>
          </a:xfrm>
          <a:prstGeom prst="rect">
            <a:avLst/>
          </a:prstGeom>
          <a:noFill/>
          <a:ln w="0">
            <a:noFill/>
          </a:ln>
        </p:spPr>
        <p:style>
          <a:lnRef idx="0"/>
          <a:fillRef idx="0"/>
          <a:effectRef idx="0"/>
          <a:fontRef idx="minor"/>
        </p:style>
      </p:sp>
      <p:sp>
        <p:nvSpPr>
          <p:cNvPr id="830" name="Rectangle 7"/>
          <p:cNvSpPr/>
          <p:nvPr/>
        </p:nvSpPr>
        <p:spPr>
          <a:xfrm>
            <a:off x="3124080" y="6248520"/>
            <a:ext cx="2895120" cy="456840"/>
          </a:xfrm>
          <a:prstGeom prst="rect">
            <a:avLst/>
          </a:prstGeom>
          <a:noFill/>
          <a:ln w="0">
            <a:noFill/>
          </a:ln>
        </p:spPr>
        <p:style>
          <a:lnRef idx="0"/>
          <a:fillRef idx="0"/>
          <a:effectRef idx="0"/>
          <a:fontRef idx="minor"/>
        </p:style>
      </p:sp>
      <p:sp>
        <p:nvSpPr>
          <p:cNvPr id="831" name="Rectangle 8"/>
          <p:cNvSpPr/>
          <p:nvPr/>
        </p:nvSpPr>
        <p:spPr>
          <a:xfrm>
            <a:off x="685800" y="6248520"/>
            <a:ext cx="1904760" cy="456840"/>
          </a:xfrm>
          <a:prstGeom prst="rect">
            <a:avLst/>
          </a:prstGeom>
          <a:noFill/>
          <a:ln w="0">
            <a:noFill/>
          </a:ln>
        </p:spPr>
        <p:style>
          <a:lnRef idx="0"/>
          <a:fillRef idx="0"/>
          <a:effectRef idx="0"/>
          <a:fontRef idx="minor"/>
        </p:style>
      </p:sp>
      <p:sp>
        <p:nvSpPr>
          <p:cNvPr id="832" name="Rectangle 9"/>
          <p:cNvSpPr/>
          <p:nvPr/>
        </p:nvSpPr>
        <p:spPr>
          <a:xfrm>
            <a:off x="3124080" y="6248520"/>
            <a:ext cx="2895120" cy="456840"/>
          </a:xfrm>
          <a:prstGeom prst="rect">
            <a:avLst/>
          </a:prstGeom>
          <a:noFill/>
          <a:ln w="0">
            <a:noFill/>
          </a:ln>
        </p:spPr>
        <p:style>
          <a:lnRef idx="0"/>
          <a:fillRef idx="0"/>
          <a:effectRef idx="0"/>
          <a:fontRef idx="minor"/>
        </p:style>
      </p:sp>
      <p:sp>
        <p:nvSpPr>
          <p:cNvPr id="833" name="Rectangle 10"/>
          <p:cNvSpPr/>
          <p:nvPr/>
        </p:nvSpPr>
        <p:spPr>
          <a:xfrm>
            <a:off x="685800" y="6248520"/>
            <a:ext cx="1904760" cy="456840"/>
          </a:xfrm>
          <a:prstGeom prst="rect">
            <a:avLst/>
          </a:prstGeom>
          <a:noFill/>
          <a:ln w="0">
            <a:noFill/>
          </a:ln>
        </p:spPr>
        <p:style>
          <a:lnRef idx="0"/>
          <a:fillRef idx="0"/>
          <a:effectRef idx="0"/>
          <a:fontRef idx="minor"/>
        </p:style>
      </p:sp>
      <p:sp>
        <p:nvSpPr>
          <p:cNvPr id="834" name="Rectangle 11"/>
          <p:cNvSpPr/>
          <p:nvPr/>
        </p:nvSpPr>
        <p:spPr>
          <a:xfrm>
            <a:off x="3124080" y="6248520"/>
            <a:ext cx="2895120" cy="456840"/>
          </a:xfrm>
          <a:prstGeom prst="rect">
            <a:avLst/>
          </a:prstGeom>
          <a:noFill/>
          <a:ln w="0">
            <a:noFill/>
          </a:ln>
        </p:spPr>
        <p:style>
          <a:lnRef idx="0"/>
          <a:fillRef idx="0"/>
          <a:effectRef idx="0"/>
          <a:fontRef idx="minor"/>
        </p:style>
      </p:sp>
      <p:sp>
        <p:nvSpPr>
          <p:cNvPr id="835" name="Rectangle 12"/>
          <p:cNvSpPr/>
          <p:nvPr/>
        </p:nvSpPr>
        <p:spPr>
          <a:xfrm>
            <a:off x="685800" y="6248520"/>
            <a:ext cx="1904760" cy="456840"/>
          </a:xfrm>
          <a:prstGeom prst="rect">
            <a:avLst/>
          </a:prstGeom>
          <a:noFill/>
          <a:ln w="0">
            <a:noFill/>
          </a:ln>
        </p:spPr>
        <p:style>
          <a:lnRef idx="0"/>
          <a:fillRef idx="0"/>
          <a:effectRef idx="0"/>
          <a:fontRef idx="minor"/>
        </p:style>
      </p:sp>
      <p:sp>
        <p:nvSpPr>
          <p:cNvPr id="836" name="Rectangle 13"/>
          <p:cNvSpPr/>
          <p:nvPr/>
        </p:nvSpPr>
        <p:spPr>
          <a:xfrm>
            <a:off x="3124080" y="6248520"/>
            <a:ext cx="2895120" cy="456840"/>
          </a:xfrm>
          <a:prstGeom prst="rect">
            <a:avLst/>
          </a:prstGeom>
          <a:noFill/>
          <a:ln w="0">
            <a:noFill/>
          </a:ln>
        </p:spPr>
        <p:style>
          <a:lnRef idx="0"/>
          <a:fillRef idx="0"/>
          <a:effectRef idx="0"/>
          <a:fontRef idx="minor"/>
        </p:style>
      </p:sp>
      <p:sp>
        <p:nvSpPr>
          <p:cNvPr id="837" name="Rectangle 14"/>
          <p:cNvSpPr/>
          <p:nvPr/>
        </p:nvSpPr>
        <p:spPr>
          <a:xfrm>
            <a:off x="685800" y="6248520"/>
            <a:ext cx="1904760" cy="456840"/>
          </a:xfrm>
          <a:prstGeom prst="rect">
            <a:avLst/>
          </a:prstGeom>
          <a:noFill/>
          <a:ln w="0">
            <a:noFill/>
          </a:ln>
        </p:spPr>
        <p:style>
          <a:lnRef idx="0"/>
          <a:fillRef idx="0"/>
          <a:effectRef idx="0"/>
          <a:fontRef idx="minor"/>
        </p:style>
      </p:sp>
      <p:sp>
        <p:nvSpPr>
          <p:cNvPr id="838" name="Rectangle 15"/>
          <p:cNvSpPr/>
          <p:nvPr/>
        </p:nvSpPr>
        <p:spPr>
          <a:xfrm>
            <a:off x="3124080" y="6248520"/>
            <a:ext cx="2895120" cy="456840"/>
          </a:xfrm>
          <a:prstGeom prst="rect">
            <a:avLst/>
          </a:prstGeom>
          <a:noFill/>
          <a:ln w="0">
            <a:noFill/>
          </a:ln>
        </p:spPr>
        <p:style>
          <a:lnRef idx="0"/>
          <a:fillRef idx="0"/>
          <a:effectRef idx="0"/>
          <a:fontRef idx="minor"/>
        </p:style>
      </p:sp>
      <p:sp>
        <p:nvSpPr>
          <p:cNvPr id="839" name="PlaceHolder 2"/>
          <p:cNvSpPr>
            <a:spLocks noGrp="1"/>
          </p:cNvSpPr>
          <p:nvPr>
            <p:ph/>
          </p:nvPr>
        </p:nvSpPr>
        <p:spPr>
          <a:xfrm>
            <a:off x="0" y="990720"/>
            <a:ext cx="9143640" cy="5501880"/>
          </a:xfrm>
          <a:prstGeom prst="rect">
            <a:avLst/>
          </a:prstGeom>
          <a:noFill/>
          <a:ln w="0">
            <a:noFill/>
          </a:ln>
        </p:spPr>
        <p:txBody>
          <a:bodyPr numCol="1" spcCol="0" anchor="t">
            <a:noAutofit/>
          </a:bodyPr>
          <a:p>
            <a:pPr marL="128880" indent="-128880">
              <a:lnSpc>
                <a:spcPct val="100000"/>
              </a:lnSpc>
              <a:spcBef>
                <a:spcPts val="564"/>
              </a:spcBef>
              <a:buClr>
                <a:srgbClr val="292929"/>
              </a:buClr>
              <a:buFont typeface="Arial"/>
              <a:buChar char="•"/>
            </a:pPr>
            <a:r>
              <a:rPr b="0" lang="en-US" sz="2000" spc="-1" strike="noStrike">
                <a:solidFill>
                  <a:srgbClr val="292929"/>
                </a:solidFill>
                <a:latin typeface="Calibri"/>
              </a:rPr>
              <a:t>On the whiteboard / paper, draw a square box and label it ‘Car Park’. This will become a space where you can ‘park’ ideas, suggestions, questions or feedback that are not directly associated with the topic.</a:t>
            </a:r>
            <a:endParaRPr b="0" lang="en-US" sz="2000" spc="-1" strike="noStrike">
              <a:solidFill>
                <a:srgbClr val="000000"/>
              </a:solidFill>
              <a:latin typeface="Arial"/>
            </a:endParaRPr>
          </a:p>
          <a:p>
            <a:pPr marL="128880" indent="-128880">
              <a:lnSpc>
                <a:spcPct val="100000"/>
              </a:lnSpc>
              <a:spcBef>
                <a:spcPts val="564"/>
              </a:spcBef>
              <a:buClr>
                <a:srgbClr val="292929"/>
              </a:buClr>
              <a:buFont typeface="Arial"/>
              <a:buChar char="•"/>
            </a:pPr>
            <a:r>
              <a:rPr b="0" lang="en-US" sz="2000" spc="-1" strike="noStrike">
                <a:solidFill>
                  <a:srgbClr val="292929"/>
                </a:solidFill>
                <a:latin typeface="Calibri"/>
              </a:rPr>
              <a:t>The scrum master (or even a team member, meeting facilitator) has the right to say, “This is off topic, lets car park this and take it off-line”.</a:t>
            </a:r>
            <a:endParaRPr b="0" lang="en-US" sz="2000" spc="-1" strike="noStrike">
              <a:solidFill>
                <a:srgbClr val="000000"/>
              </a:solidFill>
              <a:latin typeface="Arial"/>
            </a:endParaRPr>
          </a:p>
          <a:p>
            <a:pPr marL="128880" indent="-128880">
              <a:lnSpc>
                <a:spcPct val="100000"/>
              </a:lnSpc>
              <a:spcBef>
                <a:spcPts val="564"/>
              </a:spcBef>
              <a:buClr>
                <a:srgbClr val="292929"/>
              </a:buClr>
              <a:buFont typeface="Arial"/>
              <a:buChar char="•"/>
            </a:pPr>
            <a:r>
              <a:rPr b="0" lang="en-US" sz="2000" spc="-1" strike="noStrike">
                <a:solidFill>
                  <a:srgbClr val="292929"/>
                </a:solidFill>
                <a:latin typeface="Calibri"/>
              </a:rPr>
              <a:t>You then write the topic on a post it note and stick it in the car park for later discussion.</a:t>
            </a:r>
            <a:endParaRPr b="0" lang="en-US" sz="2000" spc="-1" strike="noStrike">
              <a:solidFill>
                <a:srgbClr val="000000"/>
              </a:solidFill>
              <a:latin typeface="Arial"/>
            </a:endParaRPr>
          </a:p>
          <a:p>
            <a:pPr marL="128880" indent="-128880">
              <a:lnSpc>
                <a:spcPct val="100000"/>
              </a:lnSpc>
              <a:spcBef>
                <a:spcPts val="564"/>
              </a:spcBef>
              <a:buClr>
                <a:srgbClr val="292929"/>
              </a:buClr>
              <a:buFont typeface="Arial"/>
              <a:buChar char="•"/>
            </a:pPr>
            <a:r>
              <a:rPr b="0" lang="en-US" sz="2000" spc="-1" strike="noStrike">
                <a:solidFill>
                  <a:srgbClr val="292929"/>
                </a:solidFill>
                <a:latin typeface="Calibri"/>
              </a:rPr>
              <a:t>At the end of the daily stand up / agile meeting, you can then quickly review the board; you might find that some questions have already been answered, and topics that involve certain people can then commence.</a:t>
            </a:r>
            <a:endParaRPr b="0" lang="en-US" sz="2000" spc="-1" strike="noStrike">
              <a:solidFill>
                <a:srgbClr val="000000"/>
              </a:solidFill>
              <a:latin typeface="Arial"/>
            </a:endParaRPr>
          </a:p>
          <a:p>
            <a:pPr marL="128880" indent="-128880">
              <a:lnSpc>
                <a:spcPct val="100000"/>
              </a:lnSpc>
              <a:spcBef>
                <a:spcPts val="564"/>
              </a:spcBef>
              <a:buClr>
                <a:srgbClr val="292929"/>
              </a:buClr>
              <a:buFont typeface="Arial"/>
              <a:buChar char="•"/>
            </a:pPr>
            <a:r>
              <a:rPr b="0" lang="en-US" sz="2000" spc="-1" strike="noStrike">
                <a:solidFill>
                  <a:srgbClr val="292929"/>
                </a:solidFill>
                <a:latin typeface="Calibri"/>
              </a:rPr>
              <a:t>The Parking Lot helps to track important items, ideas and issues that may not be useful to discuss at a time in the agenda.</a:t>
            </a:r>
            <a:endParaRPr b="0" lang="en-US" sz="2000" spc="-1" strike="noStrike">
              <a:solidFill>
                <a:srgbClr val="000000"/>
              </a:solidFill>
              <a:latin typeface="Arial"/>
            </a:endParaRPr>
          </a:p>
          <a:p>
            <a:pPr marL="128880" indent="-128880">
              <a:lnSpc>
                <a:spcPct val="100000"/>
              </a:lnSpc>
              <a:spcBef>
                <a:spcPts val="564"/>
              </a:spcBef>
              <a:buClr>
                <a:srgbClr val="292929"/>
              </a:buClr>
              <a:buFont typeface="Arial"/>
              <a:buChar char="•"/>
            </a:pPr>
            <a:r>
              <a:rPr b="0" lang="en-US" sz="2000" spc="-1" strike="noStrike">
                <a:solidFill>
                  <a:srgbClr val="292929"/>
                </a:solidFill>
                <a:latin typeface="Calibri"/>
              </a:rPr>
              <a:t>The parking lot essentially becomes an extension of the daily scrum.</a:t>
            </a:r>
            <a:endParaRPr b="0" lang="en-US" sz="2000" spc="-1" strike="noStrike">
              <a:solidFill>
                <a:srgbClr val="000000"/>
              </a:solidFill>
              <a:latin typeface="Arial"/>
            </a:endParaRPr>
          </a:p>
          <a:p>
            <a:pPr marL="128880" indent="-128880">
              <a:lnSpc>
                <a:spcPct val="100000"/>
              </a:lnSpc>
              <a:spcBef>
                <a:spcPts val="564"/>
              </a:spcBef>
              <a:buClr>
                <a:srgbClr val="000000"/>
              </a:buClr>
              <a:buFont typeface="Arial"/>
              <a:buChar char="•"/>
            </a:pPr>
            <a:r>
              <a:rPr b="0" lang="en-IN" sz="2000" spc="-1" strike="noStrike">
                <a:solidFill>
                  <a:srgbClr val="000000"/>
                </a:solidFill>
                <a:latin typeface="Calibri"/>
                <a:ea typeface="Times New Roman"/>
              </a:rPr>
              <a:t>The parking lot helps to track important items, ideas and issues that may not be useful to discuss at time in agenda. The principle is to return to them later. (Let review it at the end of the day 10-15 min).</a:t>
            </a:r>
            <a:endParaRPr b="0" lang="en-US" sz="2000" spc="-1" strike="noStrike">
              <a:solidFill>
                <a:srgbClr val="000000"/>
              </a:solidFill>
              <a:latin typeface="Arial"/>
            </a:endParaRPr>
          </a:p>
          <a:p>
            <a:pPr>
              <a:lnSpc>
                <a:spcPct val="100000"/>
              </a:lnSpc>
              <a:spcBef>
                <a:spcPts val="564"/>
              </a:spcBef>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PlaceHolder 1"/>
          <p:cNvSpPr>
            <a:spLocks noGrp="1"/>
          </p:cNvSpPr>
          <p:nvPr>
            <p:ph type="title"/>
          </p:nvPr>
        </p:nvSpPr>
        <p:spPr>
          <a:xfrm>
            <a:off x="5429160" y="2971800"/>
            <a:ext cx="3592800" cy="1257120"/>
          </a:xfrm>
          <a:prstGeom prst="rect">
            <a:avLst/>
          </a:prstGeom>
          <a:noFill/>
          <a:ln w="0">
            <a:noFill/>
          </a:ln>
        </p:spPr>
        <p:txBody>
          <a:bodyPr numCol="1" spcCol="0" anchor="ctr">
            <a:noAutofit/>
          </a:bodyPr>
          <a:p>
            <a:pPr>
              <a:lnSpc>
                <a:spcPct val="90000"/>
              </a:lnSpc>
            </a:pPr>
            <a:r>
              <a:rPr b="1" lang="en-US" sz="3040" spc="-1" strike="noStrike">
                <a:solidFill>
                  <a:srgbClr val="0056a4"/>
                </a:solidFill>
                <a:latin typeface="Arial"/>
              </a:rPr>
              <a:t>Thank</a:t>
            </a:r>
            <a:br/>
            <a:r>
              <a:rPr b="1" lang="en-US" sz="3600" spc="-1" strike="noStrike">
                <a:solidFill>
                  <a:srgbClr val="0056a4"/>
                </a:solidFill>
                <a:latin typeface="Arial"/>
              </a:rPr>
              <a:t>You</a:t>
            </a:r>
            <a:endParaRPr b="0" lang="en-US" sz="36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404</TotalTime>
  <Application>LibreOffice/7.2.2.2$Windows_X86_64 LibreOffice_project/02b2acce88a210515b4a5bb2e46cbfb63fe97d56</Application>
  <AppVersion>15.0000</AppVersion>
  <Words>1927</Words>
  <Paragraphs>292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2020-11-13T06:55:29Z</dcterms:created>
  <dc:creator>Neeraj Vohra</dc:creator>
  <dc:description/>
  <dc:language>en-IN</dc:language>
  <cp:lastModifiedBy/>
  <dcterms:modified xsi:type="dcterms:W3CDTF">2021-11-18T19:02:10Z</dcterms:modified>
  <cp:revision>51</cp:revision>
  <dc:subject/>
  <dc:title>Agile 2-DB Systel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43</vt:i4>
  </property>
  <property fmtid="{D5CDD505-2E9C-101B-9397-08002B2CF9AE}" pid="3" name="PresentationFormat">
    <vt:lpwstr>On-screen Show (4:3)</vt:lpwstr>
  </property>
  <property fmtid="{D5CDD505-2E9C-101B-9397-08002B2CF9AE}" pid="4" name="Slides">
    <vt:i4>44</vt:i4>
  </property>
</Properties>
</file>