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2.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p:sldMasterIdLst>
    <p:sldMasterId id="2147483648" r:id="rId1"/>
    <p:sldMasterId id="2147483667" r:id="rId2"/>
    <p:sldMasterId id="2147483686" r:id="rId3"/>
  </p:sldMasterIdLst>
  <p:notesMasterIdLst>
    <p:notesMasterId r:id="rId49"/>
  </p:notesMasterIdLst>
  <p:handoutMasterIdLst>
    <p:handoutMasterId r:id="rId50"/>
  </p:handoutMasterIdLst>
  <p:sldIdLst>
    <p:sldId id="1134" r:id="rId4"/>
    <p:sldId id="1150" r:id="rId5"/>
    <p:sldId id="1151" r:id="rId6"/>
    <p:sldId id="1152" r:id="rId7"/>
    <p:sldId id="1153" r:id="rId8"/>
    <p:sldId id="1157" r:id="rId9"/>
    <p:sldId id="1158" r:id="rId10"/>
    <p:sldId id="1159" r:id="rId11"/>
    <p:sldId id="1160" r:id="rId12"/>
    <p:sldId id="1161" r:id="rId13"/>
    <p:sldId id="1162" r:id="rId14"/>
    <p:sldId id="1163" r:id="rId15"/>
    <p:sldId id="1164" r:id="rId16"/>
    <p:sldId id="1167" r:id="rId17"/>
    <p:sldId id="1168" r:id="rId18"/>
    <p:sldId id="1171" r:id="rId19"/>
    <p:sldId id="1172" r:id="rId20"/>
    <p:sldId id="1169" r:id="rId21"/>
    <p:sldId id="1170" r:id="rId22"/>
    <p:sldId id="1173" r:id="rId23"/>
    <p:sldId id="1165" r:id="rId24"/>
    <p:sldId id="1174" r:id="rId25"/>
    <p:sldId id="1181" r:id="rId26"/>
    <p:sldId id="1166" r:id="rId27"/>
    <p:sldId id="1175" r:id="rId28"/>
    <p:sldId id="1176" r:id="rId29"/>
    <p:sldId id="1177" r:id="rId30"/>
    <p:sldId id="1178" r:id="rId31"/>
    <p:sldId id="1179" r:id="rId32"/>
    <p:sldId id="1180" r:id="rId33"/>
    <p:sldId id="1182" r:id="rId34"/>
    <p:sldId id="1183" r:id="rId35"/>
    <p:sldId id="1184" r:id="rId36"/>
    <p:sldId id="1185" r:id="rId37"/>
    <p:sldId id="1186" r:id="rId38"/>
    <p:sldId id="1187" r:id="rId39"/>
    <p:sldId id="1188" r:id="rId40"/>
    <p:sldId id="1189" r:id="rId41"/>
    <p:sldId id="1190" r:id="rId42"/>
    <p:sldId id="1191" r:id="rId43"/>
    <p:sldId id="1192" r:id="rId44"/>
    <p:sldId id="1194" r:id="rId45"/>
    <p:sldId id="1195" r:id="rId46"/>
    <p:sldId id="1196" r:id="rId47"/>
    <p:sldId id="1137" r:id="rId48"/>
  </p:sldIdLst>
  <p:sldSz cx="9144000" cy="6858000" type="screen4x3"/>
  <p:notesSz cx="6732588" cy="9871075"/>
  <p:kinsoku lang="ja-JP" invalStChars="、。，．・：；？！゛゜ヽヾゝゞ々ー’”）〕］｝〉》」』】°‰′″℃￠％ぁぃぅぇぉっゃゅょゎァィゥェォッャュョヮヵヶ!%),.:;?]}｡｣､･ｧｨｩｪｫｬｭｮｯｰﾞﾟ" invalEndChars="‘“（〔［｛〈《「『【￥＄$([\{｢￡"/>
  <p:defaultTex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58">
          <p15:clr>
            <a:srgbClr val="A4A3A4"/>
          </p15:clr>
        </p15:guide>
        <p15:guide id="2" pos="285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863D"/>
    <a:srgbClr val="00FF00"/>
    <a:srgbClr val="FF6600"/>
    <a:srgbClr val="FF3300"/>
    <a:srgbClr val="FF9900"/>
    <a:srgbClr val="0000FF"/>
    <a:srgbClr val="FF3399"/>
    <a:srgbClr val="FF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618" autoAdjust="0"/>
    <p:restoredTop sz="82375" autoAdjust="0"/>
  </p:normalViewPr>
  <p:slideViewPr>
    <p:cSldViewPr>
      <p:cViewPr varScale="1">
        <p:scale>
          <a:sx n="59" d="100"/>
          <a:sy n="59" d="100"/>
        </p:scale>
        <p:origin x="1674" y="72"/>
      </p:cViewPr>
      <p:guideLst>
        <p:guide orient="horz" pos="2158"/>
        <p:guide pos="285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198" cy="7619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handoutMaster" Target="handoutMasters/handoutMaster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slide" Target="slides/slide38.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notesMaster" Target="notesMasters/notesMaster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8" Type="http://schemas.openxmlformats.org/officeDocument/2006/relationships/slide" Target="slides/slide5.xml"/><Relationship Id="rId51"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27330" name="Rectangle 1026"/>
          <p:cNvSpPr>
            <a:spLocks noGrp="1" noChangeArrowheads="1"/>
          </p:cNvSpPr>
          <p:nvPr>
            <p:ph type="hdr" sz="quarter"/>
          </p:nvPr>
        </p:nvSpPr>
        <p:spPr bwMode="auto">
          <a:xfrm>
            <a:off x="0" y="0"/>
            <a:ext cx="2917825" cy="493713"/>
          </a:xfrm>
          <a:prstGeom prst="rect">
            <a:avLst/>
          </a:prstGeom>
          <a:noFill/>
          <a:ln w="12700">
            <a:noFill/>
            <a:miter lim="800000"/>
          </a:ln>
          <a:effectLst/>
        </p:spPr>
        <p:txBody>
          <a:bodyPr vert="horz" wrap="square" lIns="91440" tIns="45720" rIns="91440" bIns="45720" numCol="1" anchor="t" anchorCtr="0" compatLnSpc="1"/>
          <a:lstStyle>
            <a:lvl1pPr eaLnBrk="0" hangingPunct="0">
              <a:defRPr sz="1200"/>
            </a:lvl1pPr>
          </a:lstStyle>
          <a:p>
            <a:pPr>
              <a:defRPr/>
            </a:pPr>
            <a:endParaRPr lang="en-US"/>
          </a:p>
        </p:txBody>
      </p:sp>
      <p:sp>
        <p:nvSpPr>
          <p:cNvPr id="227331" name="Rectangle 1027"/>
          <p:cNvSpPr>
            <a:spLocks noGrp="1" noChangeArrowheads="1"/>
          </p:cNvSpPr>
          <p:nvPr>
            <p:ph type="dt" idx="1"/>
          </p:nvPr>
        </p:nvSpPr>
        <p:spPr bwMode="auto">
          <a:xfrm>
            <a:off x="3814763" y="0"/>
            <a:ext cx="2917825" cy="493713"/>
          </a:xfrm>
          <a:prstGeom prst="rect">
            <a:avLst/>
          </a:prstGeom>
          <a:noFill/>
          <a:ln w="12700">
            <a:noFill/>
            <a:miter lim="800000"/>
          </a:ln>
          <a:effectLst/>
        </p:spPr>
        <p:txBody>
          <a:bodyPr vert="horz" wrap="square" lIns="91440" tIns="45720" rIns="91440" bIns="45720" numCol="1" anchor="t" anchorCtr="0" compatLnSpc="1"/>
          <a:lstStyle>
            <a:lvl1pPr algn="r" eaLnBrk="0" hangingPunct="0">
              <a:defRPr sz="1200"/>
            </a:lvl1pPr>
          </a:lstStyle>
          <a:p>
            <a:pPr>
              <a:defRPr/>
            </a:pPr>
            <a:fld id="{F2B75972-D2A2-41F7-904E-1E64020CAC85}" type="datetime1">
              <a:rPr lang="en-US"/>
              <a:t>3/21/2021</a:t>
            </a:fld>
            <a:endParaRPr lang="en-US"/>
          </a:p>
        </p:txBody>
      </p:sp>
      <p:sp>
        <p:nvSpPr>
          <p:cNvPr id="28676" name="Rectangle 1028"/>
          <p:cNvSpPr>
            <a:spLocks noGrp="1" noRot="1" noChangeAspect="1" noChangeArrowheads="1" noTextEdit="1"/>
          </p:cNvSpPr>
          <p:nvPr>
            <p:ph type="sldImg" idx="4294967295"/>
          </p:nvPr>
        </p:nvSpPr>
        <p:spPr bwMode="auto">
          <a:xfrm>
            <a:off x="898525" y="739775"/>
            <a:ext cx="4935538" cy="370205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227333" name="Rectangle 1029"/>
          <p:cNvSpPr>
            <a:spLocks noGrp="1" noChangeArrowheads="1"/>
          </p:cNvSpPr>
          <p:nvPr>
            <p:ph type="body" sz="quarter" idx="3"/>
          </p:nvPr>
        </p:nvSpPr>
        <p:spPr bwMode="auto">
          <a:xfrm>
            <a:off x="896938" y="4689475"/>
            <a:ext cx="4938712" cy="4441825"/>
          </a:xfrm>
          <a:prstGeom prst="rect">
            <a:avLst/>
          </a:prstGeom>
          <a:noFill/>
          <a:ln w="12700">
            <a:noFill/>
            <a:miter lim="800000"/>
          </a:ln>
          <a:effectLst/>
        </p:spPr>
        <p:txBody>
          <a:bodyPr vert="horz" wrap="square" lIns="91440" tIns="45720" rIns="91440" bIns="45720" numCol="1" anchor="t" anchorCtr="0" compatLnSpc="1"/>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27334" name="Rectangle 1030"/>
          <p:cNvSpPr>
            <a:spLocks noGrp="1" noChangeArrowheads="1"/>
          </p:cNvSpPr>
          <p:nvPr>
            <p:ph type="ftr" sz="quarter" idx="4"/>
          </p:nvPr>
        </p:nvSpPr>
        <p:spPr bwMode="auto">
          <a:xfrm>
            <a:off x="0" y="9377363"/>
            <a:ext cx="2917825" cy="493712"/>
          </a:xfrm>
          <a:prstGeom prst="rect">
            <a:avLst/>
          </a:prstGeom>
          <a:noFill/>
          <a:ln w="12700">
            <a:noFill/>
            <a:miter lim="800000"/>
          </a:ln>
          <a:effectLst/>
        </p:spPr>
        <p:txBody>
          <a:bodyPr vert="horz" wrap="square" lIns="91440" tIns="45720" rIns="91440" bIns="45720" numCol="1" anchor="b" anchorCtr="0" compatLnSpc="1"/>
          <a:lstStyle>
            <a:lvl1pPr eaLnBrk="0" hangingPunct="0">
              <a:defRPr sz="1200"/>
            </a:lvl1pPr>
          </a:lstStyle>
          <a:p>
            <a:pPr>
              <a:defRPr/>
            </a:pPr>
            <a:endParaRPr lang="en-US"/>
          </a:p>
        </p:txBody>
      </p:sp>
      <p:sp>
        <p:nvSpPr>
          <p:cNvPr id="227335" name="Rectangle 1031"/>
          <p:cNvSpPr>
            <a:spLocks noGrp="1" noChangeArrowheads="1"/>
          </p:cNvSpPr>
          <p:nvPr>
            <p:ph type="sldNum" sz="quarter" idx="5"/>
          </p:nvPr>
        </p:nvSpPr>
        <p:spPr bwMode="auto">
          <a:xfrm>
            <a:off x="3814763" y="9377363"/>
            <a:ext cx="2917825" cy="493712"/>
          </a:xfrm>
          <a:prstGeom prst="rect">
            <a:avLst/>
          </a:prstGeom>
          <a:noFill/>
          <a:ln w="12700">
            <a:noFill/>
            <a:miter lim="800000"/>
          </a:ln>
          <a:effectLst/>
        </p:spPr>
        <p:txBody>
          <a:bodyPr vert="horz" wrap="square" lIns="91440" tIns="45720" rIns="91440" bIns="45720" numCol="1" anchor="b" anchorCtr="0" compatLnSpc="1"/>
          <a:lstStyle>
            <a:lvl1pPr algn="r">
              <a:defRPr sz="1200"/>
            </a:lvl1pPr>
          </a:lstStyle>
          <a:p>
            <a:pPr>
              <a:defRPr/>
            </a:pPr>
            <a:fld id="{E55696C8-9EA1-42CE-8D53-842C598E3543}" type="slidenum">
              <a:rPr lang="en-US" altLang="en-US"/>
              <a:t>‹#›</a:t>
            </a:fld>
            <a:endParaRPr lang="en-US" altLang="en-US"/>
          </a:p>
        </p:txBody>
      </p:sp>
    </p:spTree>
  </p:cSld>
  <p:clrMap bg1="lt1" tx1="dk1" bg2="lt2" tx2="dk2" accent1="accent1" accent2="accent2" accent3="accent3" accent4="accent4" accent5="accent5" accent6="accent6" hlink="hlink" folHlink="folHlink"/>
  <p:hf sldNum="0" hdr="0" ftr="0"/>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Date Placeholder 3"/>
          <p:cNvSpPr>
            <a:spLocks noGrp="1"/>
          </p:cNvSpPr>
          <p:nvPr>
            <p:ph type="dt" idx="1"/>
          </p:nvPr>
        </p:nvSpPr>
        <p:spPr/>
        <p:txBody>
          <a:bodyPr/>
          <a:lstStyle/>
          <a:p>
            <a:pPr>
              <a:defRPr/>
            </a:pPr>
            <a:fld id="{F2B75972-D2A2-41F7-904E-1E64020CAC85}" type="datetime1">
              <a:rPr lang="en-US" smtClean="0"/>
              <a:t>3/21/2021</a:t>
            </a:fld>
            <a:endParaRPr lang="en-US"/>
          </a:p>
        </p:txBody>
      </p:sp>
    </p:spTree>
    <p:extLst>
      <p:ext uri="{BB962C8B-B14F-4D97-AF65-F5344CB8AC3E}">
        <p14:creationId xmlns:p14="http://schemas.microsoft.com/office/powerpoint/2010/main" val="41673803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3/21/2021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18106818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3/21/2021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27720795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3/21/2021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40781174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3/21/2021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15716792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3/21/2021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18210559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3/21/2021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22642328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3/21/2021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32342796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3/21/2021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25358227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3/21/2021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25857681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3/21/2021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26227877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3/21/2021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4430172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3/21/2021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2354585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3/21/2021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37330502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3/21/2021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19326781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3/21/2021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94366802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3/21/2021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67235631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3/21/2021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335191121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3/21/2021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329099160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3/21/2021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134858457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3/21/2021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349831713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3/21/2021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148909076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3/21/2021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115232221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3/21/2021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124117956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3/21/2021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322769257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3/21/2021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190635489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3/21/2021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152194365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3/21/2021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292124664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3/21/2021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123238589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3/21/2021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25135075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3/21/2021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392194426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3/21/2021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240364929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3/21/2021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32954067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3/21/2021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328282653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3/21/2021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81319725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3/21/2021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275443946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3/21/2021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232966341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3/21/2021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1884805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3/21/2021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230288973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3/21/2021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55146804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3/21/2021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44921760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3/21/2021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16911871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3/21/2021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132152429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3/21/2021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417070325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6.jpe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jpeg"/><Relationship Id="rId1" Type="http://schemas.openxmlformats.org/officeDocument/2006/relationships/slideMaster" Target="../slideMasters/slideMaster1.xml"/><Relationship Id="rId4" Type="http://schemas.openxmlformats.org/officeDocument/2006/relationships/image" Target="../media/image6.jpe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Master" Target="../slideMasters/slideMaster1.xml"/><Relationship Id="rId4" Type="http://schemas.openxmlformats.org/officeDocument/2006/relationships/image" Target="../media/image6.jpe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6.jpeg"/><Relationship Id="rId1" Type="http://schemas.openxmlformats.org/officeDocument/2006/relationships/slideMaster" Target="../slideMasters/slideMaster1.xml"/><Relationship Id="rId6" Type="http://schemas.openxmlformats.org/officeDocument/2006/relationships/hyperlink" Target="https://www.facebook.com/niit.tech/" TargetMode="External"/><Relationship Id="rId5" Type="http://schemas.openxmlformats.org/officeDocument/2006/relationships/hyperlink" Target="https://www.youtube.com/user/niittechnologiesltd" TargetMode="External"/><Relationship Id="rId4" Type="http://schemas.openxmlformats.org/officeDocument/2006/relationships/hyperlink" Target="https://twitter.com/NIITTech" TargetMode="Externa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7.jpe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emf"/><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6.jpeg"/><Relationship Id="rId1" Type="http://schemas.openxmlformats.org/officeDocument/2006/relationships/slideMaster" Target="../slideMasters/slideMaster2.xml"/><Relationship Id="rId6" Type="http://schemas.openxmlformats.org/officeDocument/2006/relationships/hyperlink" Target="https://www.facebook.com/niit.tech/" TargetMode="External"/><Relationship Id="rId5" Type="http://schemas.openxmlformats.org/officeDocument/2006/relationships/hyperlink" Target="https://www.youtube.com/user/niittechnologiesltd" TargetMode="External"/><Relationship Id="rId4" Type="http://schemas.openxmlformats.org/officeDocument/2006/relationships/hyperlink" Target="https://twitter.com/NIITTech" TargetMode="Externa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3.xml"/><Relationship Id="rId4" Type="http://schemas.openxmlformats.org/officeDocument/2006/relationships/image" Target="../media/image6.jpe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jpeg"/><Relationship Id="rId1" Type="http://schemas.openxmlformats.org/officeDocument/2006/relationships/slideMaster" Target="../slideMasters/slideMaster3.xml"/><Relationship Id="rId4" Type="http://schemas.openxmlformats.org/officeDocument/2006/relationships/image" Target="../media/image6.jpe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Master" Target="../slideMasters/slideMaster3.xml"/><Relationship Id="rId4" Type="http://schemas.openxmlformats.org/officeDocument/2006/relationships/image" Target="../media/image6.jpeg"/></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emf"/><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6.jpeg"/><Relationship Id="rId1" Type="http://schemas.openxmlformats.org/officeDocument/2006/relationships/slideMaster" Target="../slideMasters/slideMaster3.xml"/><Relationship Id="rId6" Type="http://schemas.openxmlformats.org/officeDocument/2006/relationships/hyperlink" Target="https://www.facebook.com/niit.tech/" TargetMode="External"/><Relationship Id="rId5" Type="http://schemas.openxmlformats.org/officeDocument/2006/relationships/hyperlink" Target="https://www.youtube.com/user/niittechnologiesltd" TargetMode="External"/><Relationship Id="rId4" Type="http://schemas.openxmlformats.org/officeDocument/2006/relationships/hyperlink" Target="https://twitter.com/NIITTech" TargetMode="Externa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4" name="Rectangle 3"/>
          <p:cNvSpPr/>
          <p:nvPr/>
        </p:nvSpPr>
        <p:spPr>
          <a:xfrm>
            <a:off x="0" y="0"/>
            <a:ext cx="8772525" cy="14922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5" name="Rectangle 4"/>
          <p:cNvSpPr/>
          <p:nvPr/>
        </p:nvSpPr>
        <p:spPr>
          <a:xfrm>
            <a:off x="6829425" y="5365750"/>
            <a:ext cx="2314575" cy="14922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pic>
        <p:nvPicPr>
          <p:cNvPr id="6" name="Picture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1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43713" y="423863"/>
            <a:ext cx="2006600" cy="71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object 19"/>
          <p:cNvSpPr txBox="1"/>
          <p:nvPr/>
        </p:nvSpPr>
        <p:spPr>
          <a:xfrm>
            <a:off x="6500813" y="6253163"/>
            <a:ext cx="2282825" cy="111125"/>
          </a:xfrm>
          <a:prstGeom prst="rect">
            <a:avLst/>
          </a:prstGeom>
        </p:spPr>
        <p:txBody>
          <a:bodyPr lIns="0" tIns="7144" rIns="0" bIns="0">
            <a:spAutoFit/>
          </a:bodyPr>
          <a:lstStyle/>
          <a:p>
            <a:pPr marL="6985" algn="r">
              <a:spcBef>
                <a:spcPts val="55"/>
              </a:spcBef>
              <a:defRPr/>
            </a:pPr>
            <a:r>
              <a:rPr sz="675" dirty="0">
                <a:solidFill>
                  <a:schemeClr val="bg1">
                    <a:lumMod val="50000"/>
                  </a:schemeClr>
                </a:solidFill>
                <a:latin typeface="Arial" panose="020B0604020202020204" pitchFamily="34" charset="0"/>
                <a:cs typeface="Arial" panose="020B0604020202020204" pitchFamily="34" charset="0"/>
              </a:rPr>
              <a:t>© </a:t>
            </a:r>
            <a:r>
              <a:rPr sz="675" spc="-3" dirty="0">
                <a:solidFill>
                  <a:schemeClr val="bg1">
                    <a:lumMod val="50000"/>
                  </a:schemeClr>
                </a:solidFill>
                <a:latin typeface="Arial" panose="020B0604020202020204" pitchFamily="34" charset="0"/>
                <a:cs typeface="Arial" panose="020B0604020202020204" pitchFamily="34" charset="0"/>
              </a:rPr>
              <a:t>20</a:t>
            </a:r>
            <a:r>
              <a:rPr lang="en-US" sz="675" spc="-3" dirty="0">
                <a:solidFill>
                  <a:schemeClr val="bg1">
                    <a:lumMod val="50000"/>
                  </a:schemeClr>
                </a:solidFill>
                <a:latin typeface="Arial" panose="020B0604020202020204" pitchFamily="34" charset="0"/>
                <a:cs typeface="Arial" panose="020B0604020202020204" pitchFamily="34" charset="0"/>
              </a:rPr>
              <a:t>20</a:t>
            </a:r>
            <a:r>
              <a:rPr sz="675" spc="-3" dirty="0">
                <a:solidFill>
                  <a:schemeClr val="bg1">
                    <a:lumMod val="50000"/>
                  </a:schemeClr>
                </a:solidFill>
                <a:latin typeface="Arial" panose="020B0604020202020204" pitchFamily="34" charset="0"/>
                <a:cs typeface="Arial" panose="020B0604020202020204" pitchFamily="34" charset="0"/>
              </a:rPr>
              <a:t> </a:t>
            </a:r>
            <a:r>
              <a:rPr lang="en-US" sz="675" spc="-3" dirty="0">
                <a:solidFill>
                  <a:schemeClr val="bg1">
                    <a:lumMod val="50000"/>
                  </a:schemeClr>
                </a:solidFill>
                <a:latin typeface="Arial" panose="020B0604020202020204" pitchFamily="34" charset="0"/>
                <a:cs typeface="Arial" panose="020B0604020202020204" pitchFamily="34" charset="0"/>
              </a:rPr>
              <a:t>Coforge</a:t>
            </a:r>
            <a:endParaRPr sz="675" dirty="0">
              <a:solidFill>
                <a:schemeClr val="bg1">
                  <a:lumMod val="50000"/>
                </a:schemeClr>
              </a:solidFill>
              <a:latin typeface="Arial" panose="020B0604020202020204" pitchFamily="34" charset="0"/>
              <a:cs typeface="Arial" panose="020B0604020202020204" pitchFamily="34" charset="0"/>
            </a:endParaRPr>
          </a:p>
        </p:txBody>
      </p:sp>
      <p:sp>
        <p:nvSpPr>
          <p:cNvPr id="12" name="Title 1"/>
          <p:cNvSpPr>
            <a:spLocks noGrp="1"/>
          </p:cNvSpPr>
          <p:nvPr>
            <p:ph type="title"/>
          </p:nvPr>
        </p:nvSpPr>
        <p:spPr>
          <a:xfrm>
            <a:off x="5343525" y="2943948"/>
            <a:ext cx="3471863" cy="548878"/>
          </a:xfrm>
        </p:spPr>
        <p:txBody>
          <a:bodyPr>
            <a:noAutofit/>
          </a:bodyPr>
          <a:lstStyle>
            <a:lvl1pPr algn="l">
              <a:defRPr sz="3375">
                <a:solidFill>
                  <a:srgbClr val="0056A4"/>
                </a:solidFill>
              </a:defRPr>
            </a:lvl1pPr>
          </a:lstStyle>
          <a:p>
            <a:r>
              <a:rPr lang="en-US"/>
              <a:t>Click to edit Master title style</a:t>
            </a:r>
            <a:endParaRPr lang="en-US" dirty="0"/>
          </a:p>
        </p:txBody>
      </p:sp>
      <p:sp>
        <p:nvSpPr>
          <p:cNvPr id="17" name="Text Placeholder 5"/>
          <p:cNvSpPr>
            <a:spLocks noGrp="1"/>
          </p:cNvSpPr>
          <p:nvPr>
            <p:ph type="body" sz="quarter" idx="16"/>
          </p:nvPr>
        </p:nvSpPr>
        <p:spPr>
          <a:xfrm>
            <a:off x="5396335" y="3892380"/>
            <a:ext cx="3419053" cy="389135"/>
          </a:xfrm>
          <a:prstGeom prst="rect">
            <a:avLst/>
          </a:prstGeom>
        </p:spPr>
        <p:txBody>
          <a:bodyPr lIns="0" tIns="0" rIns="0" bIns="0" anchor="ctr">
            <a:noAutofit/>
          </a:bodyPr>
          <a:lstStyle>
            <a:lvl1pPr marL="0" indent="0" algn="l">
              <a:buFontTx/>
              <a:buNone/>
              <a:defRPr sz="2025" b="1">
                <a:solidFill>
                  <a:srgbClr val="F68B1F"/>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414338" y="1371600"/>
            <a:ext cx="7886700" cy="46291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56888" y="1395057"/>
            <a:ext cx="3900488" cy="43517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85963" y="1395057"/>
            <a:ext cx="3900488" cy="43517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Round Single Corner Rectangle 6"/>
          <p:cNvSpPr/>
          <p:nvPr/>
        </p:nvSpPr>
        <p:spPr>
          <a:xfrm>
            <a:off x="350838" y="1600200"/>
            <a:ext cx="2678112" cy="571500"/>
          </a:xfrm>
          <a:prstGeom prst="round1Rect">
            <a:avLst>
              <a:gd name="adj" fmla="val 50000"/>
            </a:avLst>
          </a:prstGeom>
          <a:solidFill>
            <a:srgbClr val="0061AF"/>
          </a:solidFill>
          <a:ln>
            <a:noFill/>
          </a:ln>
        </p:spPr>
        <p:style>
          <a:lnRef idx="2">
            <a:schemeClr val="accent1">
              <a:shade val="50000"/>
            </a:schemeClr>
          </a:lnRef>
          <a:fillRef idx="1">
            <a:schemeClr val="accent1"/>
          </a:fillRef>
          <a:effectRef idx="0">
            <a:schemeClr val="accent1"/>
          </a:effectRef>
          <a:fontRef idx="minor">
            <a:schemeClr val="lt1"/>
          </a:fontRef>
        </p:style>
        <p:txBody>
          <a:bodyPr lIns="51435" tIns="25718" rIns="51435" bIns="25718" anchor="ctr"/>
          <a:lstStyle/>
          <a:p>
            <a:pPr algn="ctr">
              <a:defRPr/>
            </a:pPr>
            <a:endParaRPr lang="en-US" sz="1350">
              <a:latin typeface="Arial" panose="020B0604020202020204" pitchFamily="34" charset="0"/>
              <a:cs typeface="Arial" panose="020B0604020202020204" pitchFamily="34" charset="0"/>
            </a:endParaRPr>
          </a:p>
        </p:txBody>
      </p:sp>
      <p:sp>
        <p:nvSpPr>
          <p:cNvPr id="7" name="Title 1"/>
          <p:cNvSpPr txBox="1"/>
          <p:nvPr/>
        </p:nvSpPr>
        <p:spPr>
          <a:xfrm>
            <a:off x="371475" y="1651000"/>
            <a:ext cx="2571750" cy="549275"/>
          </a:xfrm>
          <a:prstGeom prst="rect">
            <a:avLst/>
          </a:prstGeom>
        </p:spPr>
        <p:txBody>
          <a:bodyPr lIns="51435" tIns="25718" rIns="51435" bIns="25718" anchor="ctr">
            <a:normAutofit/>
          </a:bodyPr>
          <a:lstStyle>
            <a:lvl1pPr algn="l" defTabSz="914400" rtl="0" eaLnBrk="1" latinLnBrk="0" hangingPunct="1">
              <a:lnSpc>
                <a:spcPct val="90000"/>
              </a:lnSpc>
              <a:spcBef>
                <a:spcPct val="0"/>
              </a:spcBef>
              <a:buNone/>
              <a:defRPr sz="4000" b="1" kern="1200">
                <a:solidFill>
                  <a:schemeClr val="bg1"/>
                </a:solidFill>
                <a:latin typeface="Arial" panose="020B0604020202020204" pitchFamily="34" charset="0"/>
                <a:ea typeface="+mj-ea"/>
                <a:cs typeface="Arial" panose="020B0604020202020204" pitchFamily="34" charset="0"/>
              </a:defRPr>
            </a:lvl1pPr>
          </a:lstStyle>
          <a:p>
            <a:pPr>
              <a:defRPr/>
            </a:pPr>
            <a:r>
              <a:rPr lang="en-US" sz="1350" dirty="0"/>
              <a:t>Click to edit Master title style</a:t>
            </a:r>
          </a:p>
        </p:txBody>
      </p:sp>
      <p:sp>
        <p:nvSpPr>
          <p:cNvPr id="8" name="Round Single Corner Rectangle 11"/>
          <p:cNvSpPr/>
          <p:nvPr/>
        </p:nvSpPr>
        <p:spPr>
          <a:xfrm>
            <a:off x="3221038" y="1600200"/>
            <a:ext cx="2679700" cy="571500"/>
          </a:xfrm>
          <a:prstGeom prst="round1Rect">
            <a:avLst>
              <a:gd name="adj" fmla="val 50000"/>
            </a:avLst>
          </a:prstGeom>
          <a:solidFill>
            <a:srgbClr val="F68B1F"/>
          </a:solidFill>
          <a:ln>
            <a:noFill/>
          </a:ln>
        </p:spPr>
        <p:style>
          <a:lnRef idx="2">
            <a:schemeClr val="accent1">
              <a:shade val="50000"/>
            </a:schemeClr>
          </a:lnRef>
          <a:fillRef idx="1">
            <a:schemeClr val="accent1"/>
          </a:fillRef>
          <a:effectRef idx="0">
            <a:schemeClr val="accent1"/>
          </a:effectRef>
          <a:fontRef idx="minor">
            <a:schemeClr val="lt1"/>
          </a:fontRef>
        </p:style>
        <p:txBody>
          <a:bodyPr lIns="51435" tIns="25718" rIns="51435" bIns="25718" anchor="ctr"/>
          <a:lstStyle/>
          <a:p>
            <a:pPr algn="ctr">
              <a:defRPr/>
            </a:pPr>
            <a:endParaRPr lang="en-US" sz="1350">
              <a:latin typeface="Arial" panose="020B0604020202020204" pitchFamily="34" charset="0"/>
              <a:cs typeface="Arial" panose="020B0604020202020204" pitchFamily="34" charset="0"/>
            </a:endParaRPr>
          </a:p>
        </p:txBody>
      </p:sp>
      <p:sp>
        <p:nvSpPr>
          <p:cNvPr id="9" name="Title 1"/>
          <p:cNvSpPr txBox="1"/>
          <p:nvPr/>
        </p:nvSpPr>
        <p:spPr>
          <a:xfrm>
            <a:off x="3243263" y="1651000"/>
            <a:ext cx="2571750" cy="549275"/>
          </a:xfrm>
          <a:prstGeom prst="rect">
            <a:avLst/>
          </a:prstGeom>
        </p:spPr>
        <p:txBody>
          <a:bodyPr lIns="51435" tIns="25718" rIns="51435" bIns="25718" anchor="ctr">
            <a:normAutofit/>
          </a:bodyPr>
          <a:lstStyle>
            <a:lvl1pPr algn="l" defTabSz="914400" rtl="0" eaLnBrk="1" latinLnBrk="0" hangingPunct="1">
              <a:lnSpc>
                <a:spcPct val="90000"/>
              </a:lnSpc>
              <a:spcBef>
                <a:spcPct val="0"/>
              </a:spcBef>
              <a:buNone/>
              <a:defRPr sz="4000" b="1" kern="1200">
                <a:solidFill>
                  <a:schemeClr val="bg1"/>
                </a:solidFill>
                <a:latin typeface="Arial" panose="020B0604020202020204" pitchFamily="34" charset="0"/>
                <a:ea typeface="+mj-ea"/>
                <a:cs typeface="Arial" panose="020B0604020202020204" pitchFamily="34" charset="0"/>
              </a:defRPr>
            </a:lvl1pPr>
          </a:lstStyle>
          <a:p>
            <a:pPr>
              <a:defRPr/>
            </a:pPr>
            <a:r>
              <a:rPr lang="en-US" sz="1350" dirty="0"/>
              <a:t>Click to edit Master title style</a:t>
            </a:r>
          </a:p>
        </p:txBody>
      </p:sp>
      <p:sp>
        <p:nvSpPr>
          <p:cNvPr id="10" name="Round Single Corner Rectangle 14"/>
          <p:cNvSpPr/>
          <p:nvPr/>
        </p:nvSpPr>
        <p:spPr>
          <a:xfrm>
            <a:off x="6094413" y="1600200"/>
            <a:ext cx="2678112" cy="571500"/>
          </a:xfrm>
          <a:prstGeom prst="round1Rect">
            <a:avLst>
              <a:gd name="adj" fmla="val 50000"/>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lIns="51435" tIns="25718" rIns="51435" bIns="25718" anchor="ctr"/>
          <a:lstStyle/>
          <a:p>
            <a:pPr algn="ctr">
              <a:defRPr/>
            </a:pPr>
            <a:endParaRPr lang="en-US" sz="1350">
              <a:latin typeface="Arial" panose="020B0604020202020204" pitchFamily="34" charset="0"/>
              <a:cs typeface="Arial" panose="020B0604020202020204" pitchFamily="34" charset="0"/>
            </a:endParaRPr>
          </a:p>
        </p:txBody>
      </p:sp>
      <p:sp>
        <p:nvSpPr>
          <p:cNvPr id="12" name="Title 1"/>
          <p:cNvSpPr txBox="1"/>
          <p:nvPr/>
        </p:nvSpPr>
        <p:spPr>
          <a:xfrm>
            <a:off x="6115050" y="1651000"/>
            <a:ext cx="2571750" cy="549275"/>
          </a:xfrm>
          <a:prstGeom prst="rect">
            <a:avLst/>
          </a:prstGeom>
        </p:spPr>
        <p:txBody>
          <a:bodyPr lIns="51435" tIns="25718" rIns="51435" bIns="25718" anchor="ctr">
            <a:normAutofit/>
          </a:bodyPr>
          <a:lstStyle>
            <a:lvl1pPr algn="l" defTabSz="914400" rtl="0" eaLnBrk="1" latinLnBrk="0" hangingPunct="1">
              <a:lnSpc>
                <a:spcPct val="90000"/>
              </a:lnSpc>
              <a:spcBef>
                <a:spcPct val="0"/>
              </a:spcBef>
              <a:buNone/>
              <a:defRPr sz="4000" b="1" kern="1200">
                <a:solidFill>
                  <a:schemeClr val="bg1"/>
                </a:solidFill>
                <a:latin typeface="Arial" panose="020B0604020202020204" pitchFamily="34" charset="0"/>
                <a:ea typeface="+mj-ea"/>
                <a:cs typeface="Arial" panose="020B0604020202020204" pitchFamily="34" charset="0"/>
              </a:defRPr>
            </a:lvl1pPr>
          </a:lstStyle>
          <a:p>
            <a:pPr>
              <a:defRPr/>
            </a:pPr>
            <a:r>
              <a:rPr lang="en-US" sz="1350" dirty="0"/>
              <a:t>Click to edit Master title style</a:t>
            </a:r>
          </a:p>
        </p:txBody>
      </p:sp>
      <p:sp>
        <p:nvSpPr>
          <p:cNvPr id="2" name="Title 1"/>
          <p:cNvSpPr>
            <a:spLocks noGrp="1"/>
          </p:cNvSpPr>
          <p:nvPr>
            <p:ph type="title"/>
          </p:nvPr>
        </p:nvSpPr>
        <p:spPr/>
        <p:txBody>
          <a:bodyPr/>
          <a:lstStyle/>
          <a:p>
            <a:r>
              <a:rPr lang="en-US"/>
              <a:t>Click to edit Master title style</a:t>
            </a:r>
            <a:endParaRPr lang="en-US" dirty="0"/>
          </a:p>
        </p:txBody>
      </p:sp>
      <p:sp>
        <p:nvSpPr>
          <p:cNvPr id="11" name="Text Placeholder 5"/>
          <p:cNvSpPr>
            <a:spLocks noGrp="1"/>
          </p:cNvSpPr>
          <p:nvPr>
            <p:ph type="body" sz="quarter" idx="14"/>
          </p:nvPr>
        </p:nvSpPr>
        <p:spPr>
          <a:xfrm>
            <a:off x="364331" y="2245381"/>
            <a:ext cx="2664619" cy="2934464"/>
          </a:xfrm>
          <a:prstGeom prst="rect">
            <a:avLst/>
          </a:prstGeom>
        </p:spPr>
        <p:txBody>
          <a:bodyPr tIns="91440" bIns="91440">
            <a:noAutofit/>
          </a:bodyPr>
          <a:lstStyle>
            <a:lvl1pPr marL="96520" marR="0" indent="-96520" algn="l" defTabSz="342900" rtl="0" eaLnBrk="1" fontAlgn="auto" latinLnBrk="0" hangingPunct="1">
              <a:lnSpc>
                <a:spcPct val="100000"/>
              </a:lnSpc>
              <a:spcBef>
                <a:spcPts val="340"/>
              </a:spcBef>
              <a:spcAft>
                <a:spcPts val="340"/>
              </a:spcAft>
              <a:buClrTx/>
              <a:buSzTx/>
              <a:buFont typeface="Arial" panose="020B0604020202020204" pitchFamily="34" charset="0"/>
              <a:buChar char="•"/>
              <a:tabLst>
                <a:tab pos="95885" algn="l"/>
              </a:tabLst>
              <a:defRPr lang="en-US" sz="1015" b="0" kern="1200" dirty="0">
                <a:solidFill>
                  <a:schemeClr val="tx1"/>
                </a:solidFill>
                <a:latin typeface="Arial" panose="020B0604020202020204" pitchFamily="34" charset="0"/>
                <a:ea typeface="+mn-ea"/>
                <a:cs typeface="Arial" panose="020B0604020202020204" pitchFamily="34" charset="0"/>
              </a:defRPr>
            </a:lvl1pPr>
            <a:lvl2pPr marL="160655" indent="-154305">
              <a:buFont typeface="Wingdings" panose="05000000000000000000" pitchFamily="2" charset="2"/>
              <a:buChar char="§"/>
              <a:tabLst>
                <a:tab pos="160655" algn="l"/>
              </a:tabLst>
              <a:defRPr sz="675"/>
            </a:lvl2pPr>
            <a:lvl3pPr marL="160655" indent="-154305">
              <a:buFont typeface="Wingdings" panose="05000000000000000000" pitchFamily="2" charset="2"/>
              <a:buChar char="§"/>
              <a:tabLst>
                <a:tab pos="160655" algn="l"/>
              </a:tabLst>
              <a:defRPr sz="675"/>
            </a:lvl3pPr>
            <a:lvl4pPr marL="160655" indent="-154305">
              <a:buFont typeface="Wingdings" panose="05000000000000000000" pitchFamily="2" charset="2"/>
              <a:buChar char="§"/>
              <a:tabLst>
                <a:tab pos="160655" algn="l"/>
              </a:tabLst>
              <a:defRPr sz="675"/>
            </a:lvl4pPr>
            <a:lvl5pPr marL="160655" indent="-154305">
              <a:buFont typeface="Wingdings" panose="05000000000000000000" pitchFamily="2" charset="2"/>
              <a:buChar char="§"/>
              <a:tabLst>
                <a:tab pos="160655" algn="l"/>
              </a:tabLst>
              <a:defRPr sz="675"/>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5"/>
          <p:cNvSpPr>
            <a:spLocks noGrp="1"/>
          </p:cNvSpPr>
          <p:nvPr>
            <p:ph type="body" sz="quarter" idx="15"/>
          </p:nvPr>
        </p:nvSpPr>
        <p:spPr>
          <a:xfrm>
            <a:off x="3235813" y="2245381"/>
            <a:ext cx="2664619" cy="2934464"/>
          </a:xfrm>
          <a:prstGeom prst="rect">
            <a:avLst/>
          </a:prstGeom>
        </p:spPr>
        <p:txBody>
          <a:bodyPr tIns="91440" bIns="91440">
            <a:noAutofit/>
          </a:bodyPr>
          <a:lstStyle>
            <a:lvl1pPr marL="96520" marR="0" indent="-96520" algn="l" defTabSz="342900" rtl="0" eaLnBrk="1" fontAlgn="auto" latinLnBrk="0" hangingPunct="1">
              <a:lnSpc>
                <a:spcPct val="100000"/>
              </a:lnSpc>
              <a:spcBef>
                <a:spcPts val="340"/>
              </a:spcBef>
              <a:spcAft>
                <a:spcPts val="340"/>
              </a:spcAft>
              <a:buClrTx/>
              <a:buSzTx/>
              <a:buFont typeface="Arial" panose="020B0604020202020204" pitchFamily="34" charset="0"/>
              <a:buChar char="•"/>
              <a:tabLst>
                <a:tab pos="95885" algn="l"/>
              </a:tabLst>
              <a:defRPr lang="en-US" sz="1015" b="0" kern="1200" dirty="0">
                <a:solidFill>
                  <a:schemeClr val="tx1"/>
                </a:solidFill>
                <a:latin typeface="Arial" panose="020B0604020202020204" pitchFamily="34" charset="0"/>
                <a:ea typeface="+mn-ea"/>
                <a:cs typeface="Arial" panose="020B0604020202020204" pitchFamily="34" charset="0"/>
              </a:defRPr>
            </a:lvl1pPr>
            <a:lvl2pPr marL="160655" indent="-154305">
              <a:buFont typeface="Wingdings" panose="05000000000000000000" pitchFamily="2" charset="2"/>
              <a:buChar char="§"/>
              <a:tabLst>
                <a:tab pos="160655" algn="l"/>
              </a:tabLst>
              <a:defRPr sz="675"/>
            </a:lvl2pPr>
            <a:lvl3pPr marL="160655" indent="-154305">
              <a:buFont typeface="Wingdings" panose="05000000000000000000" pitchFamily="2" charset="2"/>
              <a:buChar char="§"/>
              <a:tabLst>
                <a:tab pos="160655" algn="l"/>
              </a:tabLst>
              <a:defRPr sz="675"/>
            </a:lvl3pPr>
            <a:lvl4pPr marL="160655" indent="-154305">
              <a:buFont typeface="Wingdings" panose="05000000000000000000" pitchFamily="2" charset="2"/>
              <a:buChar char="§"/>
              <a:tabLst>
                <a:tab pos="160655" algn="l"/>
              </a:tabLst>
              <a:defRPr sz="675"/>
            </a:lvl4pPr>
            <a:lvl5pPr marL="160655" indent="-154305">
              <a:buFont typeface="Wingdings" panose="05000000000000000000" pitchFamily="2" charset="2"/>
              <a:buChar char="§"/>
              <a:tabLst>
                <a:tab pos="160655" algn="l"/>
              </a:tabLst>
              <a:defRPr sz="675"/>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5"/>
          <p:cNvSpPr>
            <a:spLocks noGrp="1"/>
          </p:cNvSpPr>
          <p:nvPr>
            <p:ph type="body" sz="quarter" idx="16"/>
          </p:nvPr>
        </p:nvSpPr>
        <p:spPr>
          <a:xfrm>
            <a:off x="6107906" y="2245381"/>
            <a:ext cx="2664619" cy="2934464"/>
          </a:xfrm>
          <a:prstGeom prst="rect">
            <a:avLst/>
          </a:prstGeom>
        </p:spPr>
        <p:txBody>
          <a:bodyPr tIns="91440" bIns="91440">
            <a:noAutofit/>
          </a:bodyPr>
          <a:lstStyle>
            <a:lvl1pPr marL="96520" marR="0" indent="-96520" algn="l" defTabSz="342900" rtl="0" eaLnBrk="1" fontAlgn="auto" latinLnBrk="0" hangingPunct="1">
              <a:lnSpc>
                <a:spcPct val="100000"/>
              </a:lnSpc>
              <a:spcBef>
                <a:spcPts val="340"/>
              </a:spcBef>
              <a:spcAft>
                <a:spcPts val="340"/>
              </a:spcAft>
              <a:buClrTx/>
              <a:buSzTx/>
              <a:buFont typeface="Arial" panose="020B0604020202020204" pitchFamily="34" charset="0"/>
              <a:buChar char="•"/>
              <a:tabLst>
                <a:tab pos="95885" algn="l"/>
              </a:tabLst>
              <a:defRPr lang="en-US" sz="1015" b="0" kern="1200" dirty="0">
                <a:solidFill>
                  <a:schemeClr val="tx1"/>
                </a:solidFill>
                <a:latin typeface="Arial" panose="020B0604020202020204" pitchFamily="34" charset="0"/>
                <a:ea typeface="+mn-ea"/>
                <a:cs typeface="Arial" panose="020B0604020202020204" pitchFamily="34" charset="0"/>
              </a:defRPr>
            </a:lvl1pPr>
            <a:lvl2pPr marL="160655" indent="-154305">
              <a:buFont typeface="Wingdings" panose="05000000000000000000" pitchFamily="2" charset="2"/>
              <a:buChar char="§"/>
              <a:tabLst>
                <a:tab pos="160655" algn="l"/>
              </a:tabLst>
              <a:defRPr sz="675"/>
            </a:lvl2pPr>
            <a:lvl3pPr marL="160655" indent="-154305">
              <a:buFont typeface="Wingdings" panose="05000000000000000000" pitchFamily="2" charset="2"/>
              <a:buChar char="§"/>
              <a:tabLst>
                <a:tab pos="160655" algn="l"/>
              </a:tabLst>
              <a:defRPr sz="675"/>
            </a:lvl3pPr>
            <a:lvl4pPr marL="160655" indent="-154305">
              <a:buFont typeface="Wingdings" panose="05000000000000000000" pitchFamily="2" charset="2"/>
              <a:buChar char="§"/>
              <a:tabLst>
                <a:tab pos="160655" algn="l"/>
              </a:tabLst>
              <a:defRPr sz="675"/>
            </a:lvl4pPr>
            <a:lvl5pPr marL="160655" indent="-154305">
              <a:buFont typeface="Wingdings" panose="05000000000000000000" pitchFamily="2" charset="2"/>
              <a:buChar char="§"/>
              <a:tabLst>
                <a:tab pos="160655" algn="l"/>
              </a:tabLst>
              <a:defRPr sz="675"/>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2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Picture Placeholder 6"/>
          <p:cNvSpPr>
            <a:spLocks noGrp="1"/>
          </p:cNvSpPr>
          <p:nvPr>
            <p:ph type="pic" sz="quarter" idx="13"/>
          </p:nvPr>
        </p:nvSpPr>
        <p:spPr>
          <a:xfrm>
            <a:off x="814388" y="1485900"/>
            <a:ext cx="1457325" cy="1943100"/>
          </a:xfrm>
          <a:prstGeom prst="ellipse">
            <a:avLst/>
          </a:prstGeom>
          <a:solidFill>
            <a:schemeClr val="accent5">
              <a:lumMod val="40000"/>
              <a:lumOff val="60000"/>
            </a:schemeClr>
          </a:solidFill>
        </p:spPr>
        <p:txBody>
          <a:bodyPr rtlCol="0">
            <a:normAutofit/>
          </a:bodyPr>
          <a:lstStyle>
            <a:lvl1pPr marL="0" marR="0" indent="0" algn="ctr" defTabSz="450850" rtl="0" eaLnBrk="1" fontAlgn="auto" latinLnBrk="0" hangingPunct="1">
              <a:lnSpc>
                <a:spcPct val="160000"/>
              </a:lnSpc>
              <a:spcBef>
                <a:spcPts val="0"/>
              </a:spcBef>
              <a:spcAft>
                <a:spcPts val="0"/>
              </a:spcAft>
              <a:buClrTx/>
              <a:buSzTx/>
              <a:buFont typeface="Arial" panose="020B0604020202020204" pitchFamily="34" charset="0"/>
              <a:buNone/>
              <a:defRPr sz="675"/>
            </a:lvl1pPr>
          </a:lstStyle>
          <a:p>
            <a:pPr lvl="0"/>
            <a:r>
              <a:rPr lang="en-US" altLang="ja-JP" noProof="0"/>
              <a:t>Click icon to add picture</a:t>
            </a:r>
            <a:endParaRPr lang="ja-JP" altLang="en-US" noProof="0" dirty="0"/>
          </a:p>
        </p:txBody>
      </p:sp>
      <p:sp>
        <p:nvSpPr>
          <p:cNvPr id="5" name="Text Placeholder 5"/>
          <p:cNvSpPr>
            <a:spLocks noGrp="1"/>
          </p:cNvSpPr>
          <p:nvPr>
            <p:ph type="body" sz="quarter" idx="11"/>
          </p:nvPr>
        </p:nvSpPr>
        <p:spPr>
          <a:xfrm>
            <a:off x="800100" y="3577290"/>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8" name="Text Placeholder 5"/>
          <p:cNvSpPr>
            <a:spLocks noGrp="1"/>
          </p:cNvSpPr>
          <p:nvPr>
            <p:ph type="body" sz="quarter" idx="12"/>
          </p:nvPr>
        </p:nvSpPr>
        <p:spPr>
          <a:xfrm>
            <a:off x="800100" y="4041308"/>
            <a:ext cx="1585913" cy="346940"/>
          </a:xfrm>
          <a:prstGeom prst="rect">
            <a:avLst/>
          </a:prstGeom>
        </p:spPr>
        <p:txBody>
          <a:bodyPr lIns="0" tIns="0" rIns="0" bIns="0"/>
          <a:lstStyle>
            <a:lvl1pPr marL="0" indent="0">
              <a:buFontTx/>
              <a:buNone/>
              <a:defRPr sz="1125" b="1">
                <a:solidFill>
                  <a:srgbClr val="F68B1F"/>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9" name="Text Placeholder 5"/>
          <p:cNvSpPr>
            <a:spLocks noGrp="1"/>
          </p:cNvSpPr>
          <p:nvPr>
            <p:ph type="body" sz="quarter" idx="14"/>
          </p:nvPr>
        </p:nvSpPr>
        <p:spPr>
          <a:xfrm>
            <a:off x="800100" y="4514850"/>
            <a:ext cx="1585913" cy="1645047"/>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2" name="Picture Placeholder 6"/>
          <p:cNvSpPr>
            <a:spLocks noGrp="1"/>
          </p:cNvSpPr>
          <p:nvPr>
            <p:ph type="pic" sz="quarter" idx="15"/>
          </p:nvPr>
        </p:nvSpPr>
        <p:spPr>
          <a:xfrm>
            <a:off x="2843213" y="1485900"/>
            <a:ext cx="1457325" cy="1943100"/>
          </a:xfrm>
          <a:prstGeom prst="ellipse">
            <a:avLst/>
          </a:prstGeom>
          <a:solidFill>
            <a:schemeClr val="accent5">
              <a:lumMod val="40000"/>
              <a:lumOff val="60000"/>
            </a:schemeClr>
          </a:solidFill>
        </p:spPr>
        <p:txBody>
          <a:bodyPr rtlCol="0">
            <a:normAutofit/>
          </a:bodyPr>
          <a:lstStyle>
            <a:lvl1pPr marL="0" marR="0" indent="0" algn="ctr" defTabSz="450850" rtl="0" eaLnBrk="1" fontAlgn="auto" latinLnBrk="0" hangingPunct="1">
              <a:lnSpc>
                <a:spcPct val="160000"/>
              </a:lnSpc>
              <a:spcBef>
                <a:spcPts val="0"/>
              </a:spcBef>
              <a:spcAft>
                <a:spcPts val="0"/>
              </a:spcAft>
              <a:buClrTx/>
              <a:buSzTx/>
              <a:buFont typeface="Arial" panose="020B0604020202020204" pitchFamily="34" charset="0"/>
              <a:buNone/>
              <a:defRPr sz="675"/>
            </a:lvl1pPr>
          </a:lstStyle>
          <a:p>
            <a:pPr lvl="0"/>
            <a:r>
              <a:rPr lang="en-US" altLang="ja-JP" noProof="0"/>
              <a:t>Click icon to add picture</a:t>
            </a:r>
            <a:endParaRPr lang="ja-JP" altLang="en-US" noProof="0" dirty="0"/>
          </a:p>
        </p:txBody>
      </p:sp>
      <p:sp>
        <p:nvSpPr>
          <p:cNvPr id="23" name="Text Placeholder 5"/>
          <p:cNvSpPr>
            <a:spLocks noGrp="1"/>
          </p:cNvSpPr>
          <p:nvPr>
            <p:ph type="body" sz="quarter" idx="16"/>
          </p:nvPr>
        </p:nvSpPr>
        <p:spPr>
          <a:xfrm>
            <a:off x="2828925" y="3577290"/>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24" name="Text Placeholder 5"/>
          <p:cNvSpPr>
            <a:spLocks noGrp="1"/>
          </p:cNvSpPr>
          <p:nvPr>
            <p:ph type="body" sz="quarter" idx="17"/>
          </p:nvPr>
        </p:nvSpPr>
        <p:spPr>
          <a:xfrm>
            <a:off x="2828925" y="4041308"/>
            <a:ext cx="1585913" cy="346940"/>
          </a:xfrm>
          <a:prstGeom prst="rect">
            <a:avLst/>
          </a:prstGeom>
        </p:spPr>
        <p:txBody>
          <a:bodyPr lIns="0" tIns="0" rIns="0" bIns="0"/>
          <a:lstStyle>
            <a:lvl1pPr marL="0" indent="0">
              <a:buFontTx/>
              <a:buNone/>
              <a:defRPr sz="1125" b="1">
                <a:solidFill>
                  <a:srgbClr val="F68B1F"/>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25" name="Text Placeholder 5"/>
          <p:cNvSpPr>
            <a:spLocks noGrp="1"/>
          </p:cNvSpPr>
          <p:nvPr>
            <p:ph type="body" sz="quarter" idx="18"/>
          </p:nvPr>
        </p:nvSpPr>
        <p:spPr>
          <a:xfrm>
            <a:off x="2828925" y="4514850"/>
            <a:ext cx="1585913" cy="1645047"/>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0" name="Picture Placeholder 6"/>
          <p:cNvSpPr>
            <a:spLocks noGrp="1"/>
          </p:cNvSpPr>
          <p:nvPr>
            <p:ph type="pic" sz="quarter" idx="19"/>
          </p:nvPr>
        </p:nvSpPr>
        <p:spPr>
          <a:xfrm>
            <a:off x="4857750" y="1485900"/>
            <a:ext cx="1457325" cy="1943100"/>
          </a:xfrm>
          <a:prstGeom prst="ellipse">
            <a:avLst/>
          </a:prstGeom>
          <a:solidFill>
            <a:schemeClr val="accent5">
              <a:lumMod val="40000"/>
              <a:lumOff val="60000"/>
            </a:schemeClr>
          </a:solidFill>
        </p:spPr>
        <p:txBody>
          <a:bodyPr rtlCol="0">
            <a:normAutofit/>
          </a:bodyPr>
          <a:lstStyle>
            <a:lvl1pPr marL="0" marR="0" indent="0" algn="ctr" defTabSz="450850" rtl="0" eaLnBrk="1" fontAlgn="auto" latinLnBrk="0" hangingPunct="1">
              <a:lnSpc>
                <a:spcPct val="160000"/>
              </a:lnSpc>
              <a:spcBef>
                <a:spcPts val="0"/>
              </a:spcBef>
              <a:spcAft>
                <a:spcPts val="0"/>
              </a:spcAft>
              <a:buClrTx/>
              <a:buSzTx/>
              <a:buFont typeface="Arial" panose="020B0604020202020204" pitchFamily="34" charset="0"/>
              <a:buNone/>
              <a:defRPr sz="675"/>
            </a:lvl1pPr>
          </a:lstStyle>
          <a:p>
            <a:pPr lvl="0"/>
            <a:r>
              <a:rPr lang="en-US" altLang="ja-JP" noProof="0"/>
              <a:t>Click icon to add picture</a:t>
            </a:r>
            <a:endParaRPr lang="ja-JP" altLang="en-US" noProof="0" dirty="0"/>
          </a:p>
        </p:txBody>
      </p:sp>
      <p:sp>
        <p:nvSpPr>
          <p:cNvPr id="31" name="Text Placeholder 5"/>
          <p:cNvSpPr>
            <a:spLocks noGrp="1"/>
          </p:cNvSpPr>
          <p:nvPr>
            <p:ph type="body" sz="quarter" idx="20"/>
          </p:nvPr>
        </p:nvSpPr>
        <p:spPr>
          <a:xfrm>
            <a:off x="4843462" y="3577290"/>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32" name="Text Placeholder 5"/>
          <p:cNvSpPr>
            <a:spLocks noGrp="1"/>
          </p:cNvSpPr>
          <p:nvPr>
            <p:ph type="body" sz="quarter" idx="21"/>
          </p:nvPr>
        </p:nvSpPr>
        <p:spPr>
          <a:xfrm>
            <a:off x="4843462" y="4041308"/>
            <a:ext cx="1585913" cy="346940"/>
          </a:xfrm>
          <a:prstGeom prst="rect">
            <a:avLst/>
          </a:prstGeom>
        </p:spPr>
        <p:txBody>
          <a:bodyPr lIns="0" tIns="0" rIns="0" bIns="0"/>
          <a:lstStyle>
            <a:lvl1pPr marL="0" indent="0">
              <a:buFontTx/>
              <a:buNone/>
              <a:defRPr sz="1125" b="1">
                <a:solidFill>
                  <a:srgbClr val="F68B1F"/>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33" name="Text Placeholder 5"/>
          <p:cNvSpPr>
            <a:spLocks noGrp="1"/>
          </p:cNvSpPr>
          <p:nvPr>
            <p:ph type="body" sz="quarter" idx="22"/>
          </p:nvPr>
        </p:nvSpPr>
        <p:spPr>
          <a:xfrm>
            <a:off x="4843462" y="4514850"/>
            <a:ext cx="1585913" cy="1645047"/>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4" name="Picture Placeholder 6"/>
          <p:cNvSpPr>
            <a:spLocks noGrp="1"/>
          </p:cNvSpPr>
          <p:nvPr>
            <p:ph type="pic" sz="quarter" idx="23"/>
          </p:nvPr>
        </p:nvSpPr>
        <p:spPr>
          <a:xfrm>
            <a:off x="6886575" y="1485900"/>
            <a:ext cx="1457325" cy="1943100"/>
          </a:xfrm>
          <a:prstGeom prst="ellipse">
            <a:avLst/>
          </a:prstGeom>
          <a:solidFill>
            <a:schemeClr val="accent5">
              <a:lumMod val="40000"/>
              <a:lumOff val="60000"/>
            </a:schemeClr>
          </a:solidFill>
        </p:spPr>
        <p:txBody>
          <a:bodyPr rtlCol="0">
            <a:normAutofit/>
          </a:bodyPr>
          <a:lstStyle>
            <a:lvl1pPr marL="0" marR="0" indent="0" algn="ctr" defTabSz="450850" rtl="0" eaLnBrk="1" fontAlgn="auto" latinLnBrk="0" hangingPunct="1">
              <a:lnSpc>
                <a:spcPct val="160000"/>
              </a:lnSpc>
              <a:spcBef>
                <a:spcPts val="0"/>
              </a:spcBef>
              <a:spcAft>
                <a:spcPts val="0"/>
              </a:spcAft>
              <a:buClrTx/>
              <a:buSzTx/>
              <a:buFont typeface="Arial" panose="020B0604020202020204" pitchFamily="34" charset="0"/>
              <a:buNone/>
              <a:defRPr sz="675"/>
            </a:lvl1pPr>
          </a:lstStyle>
          <a:p>
            <a:pPr lvl="0"/>
            <a:r>
              <a:rPr lang="en-US" altLang="ja-JP" noProof="0"/>
              <a:t>Click icon to add picture</a:t>
            </a:r>
            <a:endParaRPr lang="ja-JP" altLang="en-US" noProof="0" dirty="0"/>
          </a:p>
        </p:txBody>
      </p:sp>
      <p:sp>
        <p:nvSpPr>
          <p:cNvPr id="35" name="Text Placeholder 5"/>
          <p:cNvSpPr>
            <a:spLocks noGrp="1"/>
          </p:cNvSpPr>
          <p:nvPr>
            <p:ph type="body" sz="quarter" idx="24"/>
          </p:nvPr>
        </p:nvSpPr>
        <p:spPr>
          <a:xfrm>
            <a:off x="6872287" y="3577290"/>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36" name="Text Placeholder 5"/>
          <p:cNvSpPr>
            <a:spLocks noGrp="1"/>
          </p:cNvSpPr>
          <p:nvPr>
            <p:ph type="body" sz="quarter" idx="25"/>
          </p:nvPr>
        </p:nvSpPr>
        <p:spPr>
          <a:xfrm>
            <a:off x="6872287" y="4041308"/>
            <a:ext cx="1585913" cy="346940"/>
          </a:xfrm>
          <a:prstGeom prst="rect">
            <a:avLst/>
          </a:prstGeom>
        </p:spPr>
        <p:txBody>
          <a:bodyPr lIns="0" tIns="0" rIns="0" bIns="0"/>
          <a:lstStyle>
            <a:lvl1pPr marL="0" indent="0">
              <a:buFontTx/>
              <a:buNone/>
              <a:defRPr sz="1125" b="1">
                <a:solidFill>
                  <a:srgbClr val="F68B1F"/>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37" name="Text Placeholder 5"/>
          <p:cNvSpPr>
            <a:spLocks noGrp="1"/>
          </p:cNvSpPr>
          <p:nvPr>
            <p:ph type="body" sz="quarter" idx="26"/>
          </p:nvPr>
        </p:nvSpPr>
        <p:spPr>
          <a:xfrm>
            <a:off x="6872287" y="4514850"/>
            <a:ext cx="1585913" cy="1645047"/>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3_Title Only">
    <p:spTree>
      <p:nvGrpSpPr>
        <p:cNvPr id="1" name=""/>
        <p:cNvGrpSpPr/>
        <p:nvPr/>
      </p:nvGrpSpPr>
      <p:grpSpPr>
        <a:xfrm>
          <a:off x="0" y="0"/>
          <a:ext cx="0" cy="0"/>
          <a:chOff x="0" y="0"/>
          <a:chExt cx="0" cy="0"/>
        </a:xfrm>
      </p:grpSpPr>
      <p:sp>
        <p:nvSpPr>
          <p:cNvPr id="11" name="Arc 10"/>
          <p:cNvSpPr>
            <a:spLocks noChangeAspect="1"/>
          </p:cNvSpPr>
          <p:nvPr/>
        </p:nvSpPr>
        <p:spPr>
          <a:xfrm>
            <a:off x="392113" y="2554288"/>
            <a:ext cx="1579562" cy="2105025"/>
          </a:xfrm>
          <a:prstGeom prst="arc">
            <a:avLst>
              <a:gd name="adj1" fmla="val 14511769"/>
              <a:gd name="adj2" fmla="val 10954347"/>
            </a:avLst>
          </a:prstGeom>
          <a:ln w="22225">
            <a:solidFill>
              <a:srgbClr val="0056A4"/>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dirty="0"/>
          </a:p>
        </p:txBody>
      </p:sp>
      <p:sp>
        <p:nvSpPr>
          <p:cNvPr id="12" name="Arc 11"/>
          <p:cNvSpPr>
            <a:spLocks noChangeAspect="1"/>
          </p:cNvSpPr>
          <p:nvPr/>
        </p:nvSpPr>
        <p:spPr>
          <a:xfrm rot="11700000">
            <a:off x="330200" y="2471738"/>
            <a:ext cx="1701800" cy="2268537"/>
          </a:xfrm>
          <a:prstGeom prst="arc">
            <a:avLst>
              <a:gd name="adj1" fmla="val 14511769"/>
              <a:gd name="adj2" fmla="val 10954347"/>
            </a:avLst>
          </a:prstGeom>
          <a:ln w="22225">
            <a:solidFill>
              <a:srgbClr val="0056A4"/>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a:p>
        </p:txBody>
      </p:sp>
      <p:sp>
        <p:nvSpPr>
          <p:cNvPr id="14" name="Arc 13"/>
          <p:cNvSpPr>
            <a:spLocks noChangeAspect="1"/>
          </p:cNvSpPr>
          <p:nvPr/>
        </p:nvSpPr>
        <p:spPr>
          <a:xfrm>
            <a:off x="4725988" y="2554288"/>
            <a:ext cx="1577975" cy="2105025"/>
          </a:xfrm>
          <a:prstGeom prst="arc">
            <a:avLst>
              <a:gd name="adj1" fmla="val 14511769"/>
              <a:gd name="adj2" fmla="val 10954347"/>
            </a:avLst>
          </a:prstGeom>
          <a:ln w="22225">
            <a:solidFill>
              <a:srgbClr val="0056A4"/>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dirty="0"/>
          </a:p>
        </p:txBody>
      </p:sp>
      <p:sp>
        <p:nvSpPr>
          <p:cNvPr id="15" name="Arc 14"/>
          <p:cNvSpPr>
            <a:spLocks noChangeAspect="1"/>
          </p:cNvSpPr>
          <p:nvPr/>
        </p:nvSpPr>
        <p:spPr>
          <a:xfrm rot="11700000">
            <a:off x="4664075" y="2471738"/>
            <a:ext cx="1701800" cy="2268537"/>
          </a:xfrm>
          <a:prstGeom prst="arc">
            <a:avLst>
              <a:gd name="adj1" fmla="val 14511769"/>
              <a:gd name="adj2" fmla="val 10954347"/>
            </a:avLst>
          </a:prstGeom>
          <a:ln w="22225">
            <a:solidFill>
              <a:srgbClr val="0056A4"/>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a:p>
        </p:txBody>
      </p:sp>
      <p:sp>
        <p:nvSpPr>
          <p:cNvPr id="2" name="Title 1"/>
          <p:cNvSpPr>
            <a:spLocks noGrp="1"/>
          </p:cNvSpPr>
          <p:nvPr>
            <p:ph type="title"/>
          </p:nvPr>
        </p:nvSpPr>
        <p:spPr/>
        <p:txBody>
          <a:bodyPr/>
          <a:lstStyle/>
          <a:p>
            <a:r>
              <a:rPr lang="en-US"/>
              <a:t>Click to edit Master title style</a:t>
            </a:r>
          </a:p>
        </p:txBody>
      </p:sp>
      <p:sp>
        <p:nvSpPr>
          <p:cNvPr id="6" name="Picture Placeholder 6"/>
          <p:cNvSpPr>
            <a:spLocks noGrp="1"/>
          </p:cNvSpPr>
          <p:nvPr>
            <p:ph type="pic" sz="quarter" idx="13"/>
          </p:nvPr>
        </p:nvSpPr>
        <p:spPr>
          <a:xfrm>
            <a:off x="452643" y="2634974"/>
            <a:ext cx="1457325" cy="1943100"/>
          </a:xfrm>
          <a:prstGeom prst="ellipse">
            <a:avLst/>
          </a:prstGeom>
          <a:solidFill>
            <a:schemeClr val="accent5">
              <a:lumMod val="40000"/>
              <a:lumOff val="60000"/>
            </a:schemeClr>
          </a:solidFill>
        </p:spPr>
        <p:txBody>
          <a:bodyPr rtlCol="0">
            <a:normAutofit/>
          </a:bodyPr>
          <a:lstStyle>
            <a:lvl1pPr marL="0" marR="0" indent="0" algn="ctr" defTabSz="450850" rtl="0" eaLnBrk="1" fontAlgn="auto" latinLnBrk="0" hangingPunct="1">
              <a:lnSpc>
                <a:spcPct val="160000"/>
              </a:lnSpc>
              <a:spcBef>
                <a:spcPts val="0"/>
              </a:spcBef>
              <a:spcAft>
                <a:spcPts val="0"/>
              </a:spcAft>
              <a:buClrTx/>
              <a:buSzTx/>
              <a:buFont typeface="Arial" panose="020B0604020202020204" pitchFamily="34" charset="0"/>
              <a:buNone/>
              <a:defRPr sz="675"/>
            </a:lvl1pPr>
          </a:lstStyle>
          <a:p>
            <a:pPr lvl="0"/>
            <a:r>
              <a:rPr lang="en-US" altLang="ja-JP" noProof="0"/>
              <a:t>Click icon to add picture</a:t>
            </a:r>
            <a:endParaRPr lang="ja-JP" altLang="en-US" noProof="0" dirty="0"/>
          </a:p>
        </p:txBody>
      </p:sp>
      <p:sp>
        <p:nvSpPr>
          <p:cNvPr id="5" name="Text Placeholder 5"/>
          <p:cNvSpPr>
            <a:spLocks noGrp="1"/>
          </p:cNvSpPr>
          <p:nvPr>
            <p:ph type="body" sz="quarter" idx="11"/>
          </p:nvPr>
        </p:nvSpPr>
        <p:spPr>
          <a:xfrm>
            <a:off x="2043112" y="2605741"/>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8" name="Text Placeholder 5"/>
          <p:cNvSpPr>
            <a:spLocks noGrp="1"/>
          </p:cNvSpPr>
          <p:nvPr>
            <p:ph type="body" sz="quarter" idx="12"/>
          </p:nvPr>
        </p:nvSpPr>
        <p:spPr>
          <a:xfrm>
            <a:off x="2043112" y="3069758"/>
            <a:ext cx="1585913" cy="346940"/>
          </a:xfrm>
          <a:prstGeom prst="rect">
            <a:avLst/>
          </a:prstGeom>
        </p:spPr>
        <p:txBody>
          <a:bodyPr lIns="0" tIns="0" rIns="0" bIns="0"/>
          <a:lstStyle>
            <a:lvl1pPr marL="0" indent="0">
              <a:buFontTx/>
              <a:buNone/>
              <a:defRPr sz="1125" b="1">
                <a:solidFill>
                  <a:srgbClr val="F68B1F"/>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9" name="Text Placeholder 5"/>
          <p:cNvSpPr>
            <a:spLocks noGrp="1"/>
          </p:cNvSpPr>
          <p:nvPr>
            <p:ph type="body" sz="quarter" idx="14"/>
          </p:nvPr>
        </p:nvSpPr>
        <p:spPr>
          <a:xfrm>
            <a:off x="2043112" y="3543300"/>
            <a:ext cx="2328863" cy="857250"/>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Text Placeholder 5"/>
          <p:cNvSpPr>
            <a:spLocks noGrp="1"/>
          </p:cNvSpPr>
          <p:nvPr>
            <p:ph type="body" sz="quarter" idx="16"/>
          </p:nvPr>
        </p:nvSpPr>
        <p:spPr>
          <a:xfrm>
            <a:off x="6457950" y="2605741"/>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21" name="Text Placeholder 5"/>
          <p:cNvSpPr>
            <a:spLocks noGrp="1"/>
          </p:cNvSpPr>
          <p:nvPr>
            <p:ph type="body" sz="quarter" idx="17"/>
          </p:nvPr>
        </p:nvSpPr>
        <p:spPr>
          <a:xfrm>
            <a:off x="6457950" y="3069758"/>
            <a:ext cx="1585913" cy="346940"/>
          </a:xfrm>
          <a:prstGeom prst="rect">
            <a:avLst/>
          </a:prstGeom>
        </p:spPr>
        <p:txBody>
          <a:bodyPr lIns="0" tIns="0" rIns="0" bIns="0"/>
          <a:lstStyle>
            <a:lvl1pPr marL="0" indent="0">
              <a:buFontTx/>
              <a:buNone/>
              <a:defRPr sz="1125" b="1">
                <a:solidFill>
                  <a:srgbClr val="F68B1F"/>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26" name="Text Placeholder 5"/>
          <p:cNvSpPr>
            <a:spLocks noGrp="1"/>
          </p:cNvSpPr>
          <p:nvPr>
            <p:ph type="body" sz="quarter" idx="18"/>
          </p:nvPr>
        </p:nvSpPr>
        <p:spPr>
          <a:xfrm>
            <a:off x="6457950" y="3543300"/>
            <a:ext cx="2328863" cy="857250"/>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Picture Placeholder 6"/>
          <p:cNvSpPr>
            <a:spLocks noGrp="1"/>
          </p:cNvSpPr>
          <p:nvPr>
            <p:ph type="pic" sz="quarter" idx="19"/>
          </p:nvPr>
        </p:nvSpPr>
        <p:spPr>
          <a:xfrm>
            <a:off x="4786314" y="2634974"/>
            <a:ext cx="1457325" cy="1943100"/>
          </a:xfrm>
          <a:prstGeom prst="ellipse">
            <a:avLst/>
          </a:prstGeom>
          <a:solidFill>
            <a:schemeClr val="accent5">
              <a:lumMod val="40000"/>
              <a:lumOff val="60000"/>
            </a:schemeClr>
          </a:solidFill>
        </p:spPr>
        <p:txBody>
          <a:bodyPr rtlCol="0">
            <a:normAutofit/>
          </a:bodyPr>
          <a:lstStyle>
            <a:lvl1pPr marL="0" marR="0" indent="0" algn="ctr" defTabSz="450850" rtl="0" eaLnBrk="1" fontAlgn="auto" latinLnBrk="0" hangingPunct="1">
              <a:lnSpc>
                <a:spcPct val="160000"/>
              </a:lnSpc>
              <a:spcBef>
                <a:spcPts val="0"/>
              </a:spcBef>
              <a:spcAft>
                <a:spcPts val="0"/>
              </a:spcAft>
              <a:buClrTx/>
              <a:buSzTx/>
              <a:buFont typeface="Arial" panose="020B0604020202020204" pitchFamily="34" charset="0"/>
              <a:buNone/>
              <a:defRPr sz="675"/>
            </a:lvl1pPr>
          </a:lstStyle>
          <a:p>
            <a:pPr lvl="0"/>
            <a:r>
              <a:rPr lang="en-US" altLang="ja-JP" noProof="0"/>
              <a:t>Click icon to add picture</a:t>
            </a:r>
            <a:endParaRPr lang="ja-JP" altLang="en-US" noProof="0"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1_Contents">
    <p:spTree>
      <p:nvGrpSpPr>
        <p:cNvPr id="1" name=""/>
        <p:cNvGrpSpPr/>
        <p:nvPr/>
      </p:nvGrpSpPr>
      <p:grpSpPr>
        <a:xfrm>
          <a:off x="0" y="0"/>
          <a:ext cx="0" cy="0"/>
          <a:chOff x="0" y="0"/>
          <a:chExt cx="0" cy="0"/>
        </a:xfrm>
      </p:grpSpPr>
      <p:pic>
        <p:nvPicPr>
          <p:cNvPr id="4"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0" y="0"/>
            <a:ext cx="1381125" cy="15525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6" name="Oval 5"/>
          <p:cNvSpPr/>
          <p:nvPr/>
        </p:nvSpPr>
        <p:spPr>
          <a:xfrm>
            <a:off x="8643938" y="6286500"/>
            <a:ext cx="342900" cy="457200"/>
          </a:xfrm>
          <a:prstGeom prst="ellipse">
            <a:avLst/>
          </a:prstGeom>
          <a:noFill/>
          <a:ln w="19050">
            <a:solidFill>
              <a:srgbClr val="F68B1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7" name="Holder 5"/>
          <p:cNvSpPr txBox="1"/>
          <p:nvPr/>
        </p:nvSpPr>
        <p:spPr>
          <a:xfrm>
            <a:off x="8578850" y="6343650"/>
            <a:ext cx="490538" cy="342900"/>
          </a:xfrm>
          <a:prstGeom prst="rect">
            <a:avLst/>
          </a:prstGeom>
        </p:spPr>
        <p:txBody>
          <a:bodyPr lIns="0" tIns="0" rIns="0" bIns="0" anchor="ctr"/>
          <a:lstStyle>
            <a:defPPr>
              <a:defRPr lang="en-US"/>
            </a:defPPr>
            <a:lvl1pPr marL="0" algn="r" defTabSz="914400" rtl="0" eaLnBrk="1" latinLnBrk="0" hangingPunct="1">
              <a:defRPr sz="2000" b="1" kern="1200">
                <a:solidFill>
                  <a:srgbClr val="001B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fld id="{A7F73BAD-4833-495F-BA9D-4827F5D68C97}" type="slidenum">
              <a:rPr lang="en-GB" sz="790" smtClean="0">
                <a:solidFill>
                  <a:schemeClr val="bg1">
                    <a:lumMod val="50000"/>
                  </a:schemeClr>
                </a:solidFill>
              </a:rPr>
              <a:t>‹#›</a:t>
            </a:fld>
            <a:endParaRPr lang="en-GB" sz="790" dirty="0">
              <a:solidFill>
                <a:schemeClr val="bg1">
                  <a:lumMod val="50000"/>
                </a:schemeClr>
              </a:solidFill>
            </a:endParaRPr>
          </a:p>
        </p:txBody>
      </p:sp>
      <p:grpSp>
        <p:nvGrpSpPr>
          <p:cNvPr id="8" name="Group 13"/>
          <p:cNvGrpSpPr/>
          <p:nvPr/>
        </p:nvGrpSpPr>
        <p:grpSpPr bwMode="auto">
          <a:xfrm>
            <a:off x="5686425" y="1028700"/>
            <a:ext cx="3459163" cy="3814763"/>
            <a:chOff x="10032998" y="1581147"/>
            <a:chExt cx="6225676" cy="5010153"/>
          </a:xfrm>
        </p:grpSpPr>
        <p:pic>
          <p:nvPicPr>
            <p:cNvPr id="9" name="Graphic 14"/>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0110141" y="1660375"/>
              <a:ext cx="6148533" cy="493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Oval 11"/>
            <p:cNvSpPr>
              <a:spLocks noChangeAspect="1"/>
            </p:cNvSpPr>
            <p:nvPr userDrawn="1"/>
          </p:nvSpPr>
          <p:spPr>
            <a:xfrm>
              <a:off x="10032998" y="1581147"/>
              <a:ext cx="220000" cy="21266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sz="1350"/>
            </a:p>
          </p:txBody>
        </p:sp>
      </p:grpSp>
      <p:pic>
        <p:nvPicPr>
          <p:cNvPr id="13" name="Picture 1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0" y="5734050"/>
            <a:ext cx="842963" cy="112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itle 1"/>
          <p:cNvSpPr>
            <a:spLocks noGrp="1"/>
          </p:cNvSpPr>
          <p:nvPr>
            <p:ph type="title"/>
          </p:nvPr>
        </p:nvSpPr>
        <p:spPr>
          <a:xfrm>
            <a:off x="362138" y="457200"/>
            <a:ext cx="5109397" cy="548878"/>
          </a:xfrm>
        </p:spPr>
        <p:txBody>
          <a:bodyPr/>
          <a:lstStyle>
            <a:lvl1pPr>
              <a:defRPr>
                <a:solidFill>
                  <a:srgbClr val="0056A4"/>
                </a:solidFill>
              </a:defRPr>
            </a:lvl1pPr>
          </a:lstStyle>
          <a:p>
            <a:r>
              <a:rPr lang="en-US"/>
              <a:t>Click to edit Master title style</a:t>
            </a:r>
            <a:endParaRPr lang="en-US" dirty="0"/>
          </a:p>
        </p:txBody>
      </p:sp>
      <p:sp>
        <p:nvSpPr>
          <p:cNvPr id="11" name="Text Placeholder 5"/>
          <p:cNvSpPr>
            <a:spLocks noGrp="1"/>
          </p:cNvSpPr>
          <p:nvPr>
            <p:ph type="body" sz="quarter" idx="15"/>
          </p:nvPr>
        </p:nvSpPr>
        <p:spPr>
          <a:xfrm>
            <a:off x="405000" y="1371600"/>
            <a:ext cx="5067113" cy="857250"/>
          </a:xfrm>
          <a:prstGeom prst="rect">
            <a:avLst/>
          </a:prstGeom>
        </p:spPr>
        <p:txBody>
          <a:bodyPr lIns="0" tIns="0" rIns="0" bIns="0">
            <a:noAutofit/>
          </a:bodyPr>
          <a:lstStyle>
            <a:lvl1pPr marL="0" marR="0" indent="0" algn="l" defTabSz="514350" rtl="0" eaLnBrk="1" fontAlgn="auto" latinLnBrk="0" hangingPunct="1">
              <a:lnSpc>
                <a:spcPct val="100000"/>
              </a:lnSpc>
              <a:spcBef>
                <a:spcPts val="565"/>
              </a:spcBef>
              <a:spcAft>
                <a:spcPts val="0"/>
              </a:spcAft>
              <a:buClrTx/>
              <a:buSzTx/>
              <a:buFontTx/>
              <a:buNone/>
              <a:defRPr sz="1125"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3_Contents">
    <p:spTree>
      <p:nvGrpSpPr>
        <p:cNvPr id="1" name=""/>
        <p:cNvGrpSpPr/>
        <p:nvPr/>
      </p:nvGrpSpPr>
      <p:grpSpPr>
        <a:xfrm>
          <a:off x="0" y="0"/>
          <a:ext cx="0" cy="0"/>
          <a:chOff x="0" y="0"/>
          <a:chExt cx="0" cy="0"/>
        </a:xfrm>
      </p:grpSpPr>
      <p:pic>
        <p:nvPicPr>
          <p:cNvPr id="4"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0" y="0"/>
            <a:ext cx="1381125" cy="15525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6" name="Oval 5"/>
          <p:cNvSpPr/>
          <p:nvPr/>
        </p:nvSpPr>
        <p:spPr>
          <a:xfrm>
            <a:off x="8643938" y="6286500"/>
            <a:ext cx="342900" cy="457200"/>
          </a:xfrm>
          <a:prstGeom prst="ellipse">
            <a:avLst/>
          </a:prstGeom>
          <a:noFill/>
          <a:ln w="19050">
            <a:solidFill>
              <a:srgbClr val="F68B1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7" name="Holder 5"/>
          <p:cNvSpPr txBox="1"/>
          <p:nvPr/>
        </p:nvSpPr>
        <p:spPr>
          <a:xfrm>
            <a:off x="8578850" y="6343650"/>
            <a:ext cx="490538" cy="342900"/>
          </a:xfrm>
          <a:prstGeom prst="rect">
            <a:avLst/>
          </a:prstGeom>
        </p:spPr>
        <p:txBody>
          <a:bodyPr lIns="0" tIns="0" rIns="0" bIns="0" anchor="ctr"/>
          <a:lstStyle>
            <a:defPPr>
              <a:defRPr lang="en-US"/>
            </a:defPPr>
            <a:lvl1pPr marL="0" algn="r" defTabSz="914400" rtl="0" eaLnBrk="1" latinLnBrk="0" hangingPunct="1">
              <a:defRPr sz="2000" b="1" kern="1200">
                <a:solidFill>
                  <a:srgbClr val="001B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fld id="{E0DDC219-6C7D-4E08-BDF2-79E6087E5D71}" type="slidenum">
              <a:rPr lang="en-GB" sz="790" smtClean="0">
                <a:solidFill>
                  <a:schemeClr val="bg1">
                    <a:lumMod val="50000"/>
                  </a:schemeClr>
                </a:solidFill>
              </a:rPr>
              <a:t>‹#›</a:t>
            </a:fld>
            <a:endParaRPr lang="en-GB" sz="790" dirty="0">
              <a:solidFill>
                <a:schemeClr val="bg1">
                  <a:lumMod val="50000"/>
                </a:schemeClr>
              </a:solidFill>
            </a:endParaRPr>
          </a:p>
        </p:txBody>
      </p:sp>
      <p:grpSp>
        <p:nvGrpSpPr>
          <p:cNvPr id="8" name="Group 13"/>
          <p:cNvGrpSpPr/>
          <p:nvPr/>
        </p:nvGrpSpPr>
        <p:grpSpPr bwMode="auto">
          <a:xfrm>
            <a:off x="5686425" y="1028700"/>
            <a:ext cx="3459163" cy="3814763"/>
            <a:chOff x="10032998" y="1581147"/>
            <a:chExt cx="6225676" cy="5010153"/>
          </a:xfrm>
        </p:grpSpPr>
        <p:pic>
          <p:nvPicPr>
            <p:cNvPr id="9" name="Graphic 14"/>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0110141" y="1660375"/>
              <a:ext cx="6148533" cy="493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Oval 11"/>
            <p:cNvSpPr>
              <a:spLocks noChangeAspect="1"/>
            </p:cNvSpPr>
            <p:nvPr userDrawn="1"/>
          </p:nvSpPr>
          <p:spPr>
            <a:xfrm>
              <a:off x="10032998" y="1581147"/>
              <a:ext cx="220000" cy="21266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sz="1350"/>
            </a:p>
          </p:txBody>
        </p:sp>
      </p:grpSp>
      <p:pic>
        <p:nvPicPr>
          <p:cNvPr id="13" name="Picture 1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0" y="5734050"/>
            <a:ext cx="842963" cy="112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itle 1"/>
          <p:cNvSpPr>
            <a:spLocks noGrp="1"/>
          </p:cNvSpPr>
          <p:nvPr>
            <p:ph type="title"/>
          </p:nvPr>
        </p:nvSpPr>
        <p:spPr>
          <a:xfrm>
            <a:off x="362138" y="457200"/>
            <a:ext cx="5109397" cy="548878"/>
          </a:xfrm>
        </p:spPr>
        <p:txBody>
          <a:bodyPr/>
          <a:lstStyle>
            <a:lvl1pPr>
              <a:defRPr>
                <a:solidFill>
                  <a:srgbClr val="0056A4"/>
                </a:solidFill>
              </a:defRPr>
            </a:lvl1pPr>
          </a:lstStyle>
          <a:p>
            <a:r>
              <a:rPr lang="en-US"/>
              <a:t>Click to edit Master title style</a:t>
            </a:r>
            <a:endParaRPr lang="en-US" dirty="0"/>
          </a:p>
        </p:txBody>
      </p:sp>
      <p:sp>
        <p:nvSpPr>
          <p:cNvPr id="11" name="Text Placeholder 5"/>
          <p:cNvSpPr>
            <a:spLocks noGrp="1"/>
          </p:cNvSpPr>
          <p:nvPr>
            <p:ph type="body" sz="quarter" idx="15"/>
          </p:nvPr>
        </p:nvSpPr>
        <p:spPr>
          <a:xfrm>
            <a:off x="405000" y="1371600"/>
            <a:ext cx="5067113" cy="857250"/>
          </a:xfrm>
          <a:prstGeom prst="rect">
            <a:avLst/>
          </a:prstGeom>
        </p:spPr>
        <p:txBody>
          <a:bodyPr lIns="0" tIns="0" rIns="0" bIns="0">
            <a:noAutofit/>
          </a:bodyPr>
          <a:lstStyle>
            <a:lvl1pPr marL="0" marR="0" indent="0" algn="l" defTabSz="514350" rtl="0" eaLnBrk="1" fontAlgn="auto" latinLnBrk="0" hangingPunct="1">
              <a:lnSpc>
                <a:spcPct val="100000"/>
              </a:lnSpc>
              <a:spcBef>
                <a:spcPts val="565"/>
              </a:spcBef>
              <a:spcAft>
                <a:spcPts val="0"/>
              </a:spcAft>
              <a:buClrTx/>
              <a:buSzTx/>
              <a:buFontTx/>
              <a:buNone/>
              <a:defRPr sz="1125"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2_Contents">
    <p:spTree>
      <p:nvGrpSpPr>
        <p:cNvPr id="1" name=""/>
        <p:cNvGrpSpPr/>
        <p:nvPr/>
      </p:nvGrpSpPr>
      <p:grpSpPr>
        <a:xfrm>
          <a:off x="0" y="0"/>
          <a:ext cx="0" cy="0"/>
          <a:chOff x="0" y="0"/>
          <a:chExt cx="0" cy="0"/>
        </a:xfrm>
      </p:grpSpPr>
      <p:pic>
        <p:nvPicPr>
          <p:cNvPr id="4"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0" y="0"/>
            <a:ext cx="1381125" cy="15525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6" name="Oval 5"/>
          <p:cNvSpPr/>
          <p:nvPr/>
        </p:nvSpPr>
        <p:spPr>
          <a:xfrm>
            <a:off x="8643938" y="6286500"/>
            <a:ext cx="342900" cy="457200"/>
          </a:xfrm>
          <a:prstGeom prst="ellipse">
            <a:avLst/>
          </a:prstGeom>
          <a:noFill/>
          <a:ln w="19050">
            <a:solidFill>
              <a:srgbClr val="F68B1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7" name="Holder 5"/>
          <p:cNvSpPr txBox="1"/>
          <p:nvPr/>
        </p:nvSpPr>
        <p:spPr>
          <a:xfrm>
            <a:off x="8578850" y="6343650"/>
            <a:ext cx="490538" cy="342900"/>
          </a:xfrm>
          <a:prstGeom prst="rect">
            <a:avLst/>
          </a:prstGeom>
        </p:spPr>
        <p:txBody>
          <a:bodyPr lIns="0" tIns="0" rIns="0" bIns="0" anchor="ctr"/>
          <a:lstStyle>
            <a:defPPr>
              <a:defRPr lang="en-US"/>
            </a:defPPr>
            <a:lvl1pPr marL="0" algn="r" defTabSz="914400" rtl="0" eaLnBrk="1" latinLnBrk="0" hangingPunct="1">
              <a:defRPr sz="2000" b="1" kern="1200">
                <a:solidFill>
                  <a:srgbClr val="001B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fld id="{3907E527-3BD8-493F-873D-FCC367DC724E}" type="slidenum">
              <a:rPr lang="en-GB" sz="790" smtClean="0">
                <a:solidFill>
                  <a:schemeClr val="bg1">
                    <a:lumMod val="50000"/>
                  </a:schemeClr>
                </a:solidFill>
              </a:rPr>
              <a:t>‹#›</a:t>
            </a:fld>
            <a:endParaRPr lang="en-GB" sz="790" dirty="0">
              <a:solidFill>
                <a:schemeClr val="bg1">
                  <a:lumMod val="50000"/>
                </a:schemeClr>
              </a:solidFill>
            </a:endParaRPr>
          </a:p>
        </p:txBody>
      </p:sp>
      <p:grpSp>
        <p:nvGrpSpPr>
          <p:cNvPr id="8" name="Group 13"/>
          <p:cNvGrpSpPr/>
          <p:nvPr/>
        </p:nvGrpSpPr>
        <p:grpSpPr bwMode="auto">
          <a:xfrm>
            <a:off x="5686425" y="1028700"/>
            <a:ext cx="3459163" cy="3814763"/>
            <a:chOff x="10032998" y="1581147"/>
            <a:chExt cx="6225676" cy="5010153"/>
          </a:xfrm>
        </p:grpSpPr>
        <p:pic>
          <p:nvPicPr>
            <p:cNvPr id="9" name="Graphic 14"/>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0110141" y="1660375"/>
              <a:ext cx="6148533" cy="493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Oval 9"/>
            <p:cNvSpPr>
              <a:spLocks noChangeAspect="1"/>
            </p:cNvSpPr>
            <p:nvPr userDrawn="1"/>
          </p:nvSpPr>
          <p:spPr>
            <a:xfrm>
              <a:off x="10032998" y="1581147"/>
              <a:ext cx="220000" cy="212666"/>
            </a:xfrm>
            <a:prstGeom prst="ellipse">
              <a:avLst/>
            </a:prstGeom>
            <a:solidFill>
              <a:srgbClr val="0056A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sz="1350" dirty="0"/>
            </a:p>
          </p:txBody>
        </p:sp>
      </p:grpSp>
      <p:pic>
        <p:nvPicPr>
          <p:cNvPr id="13" name="Picture 1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0" y="5734050"/>
            <a:ext cx="842963" cy="112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itle 1"/>
          <p:cNvSpPr>
            <a:spLocks noGrp="1"/>
          </p:cNvSpPr>
          <p:nvPr>
            <p:ph type="title"/>
          </p:nvPr>
        </p:nvSpPr>
        <p:spPr>
          <a:xfrm>
            <a:off x="362138" y="457200"/>
            <a:ext cx="5109397" cy="548878"/>
          </a:xfrm>
        </p:spPr>
        <p:txBody>
          <a:bodyPr/>
          <a:lstStyle>
            <a:lvl1pPr>
              <a:defRPr>
                <a:solidFill>
                  <a:srgbClr val="0056A4"/>
                </a:solidFill>
              </a:defRPr>
            </a:lvl1pPr>
          </a:lstStyle>
          <a:p>
            <a:r>
              <a:rPr lang="en-US"/>
              <a:t>Click to edit Master title style</a:t>
            </a:r>
            <a:endParaRPr lang="en-US" dirty="0"/>
          </a:p>
        </p:txBody>
      </p:sp>
      <p:sp>
        <p:nvSpPr>
          <p:cNvPr id="12" name="Text Placeholder 5"/>
          <p:cNvSpPr>
            <a:spLocks noGrp="1"/>
          </p:cNvSpPr>
          <p:nvPr>
            <p:ph type="body" sz="quarter" idx="15"/>
          </p:nvPr>
        </p:nvSpPr>
        <p:spPr>
          <a:xfrm>
            <a:off x="405000" y="1371600"/>
            <a:ext cx="5067113" cy="857250"/>
          </a:xfrm>
          <a:prstGeom prst="rect">
            <a:avLst/>
          </a:prstGeom>
        </p:spPr>
        <p:txBody>
          <a:bodyPr lIns="0" tIns="0" rIns="0" bIns="0">
            <a:noAutofit/>
          </a:bodyPr>
          <a:lstStyle>
            <a:lvl1pPr marL="0" marR="0" indent="0" algn="l" defTabSz="514350" rtl="0" eaLnBrk="1" fontAlgn="auto" latinLnBrk="0" hangingPunct="1">
              <a:lnSpc>
                <a:spcPct val="100000"/>
              </a:lnSpc>
              <a:spcBef>
                <a:spcPts val="565"/>
              </a:spcBef>
              <a:spcAft>
                <a:spcPts val="0"/>
              </a:spcAft>
              <a:buClrTx/>
              <a:buSzTx/>
              <a:buFontTx/>
              <a:buNone/>
              <a:defRPr sz="1125"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9" name="Oval 8"/>
          <p:cNvSpPr/>
          <p:nvPr/>
        </p:nvSpPr>
        <p:spPr>
          <a:xfrm>
            <a:off x="457200" y="2114550"/>
            <a:ext cx="814388" cy="1085850"/>
          </a:xfrm>
          <a:prstGeom prst="ellipse">
            <a:avLst/>
          </a:prstGeom>
          <a:solidFill>
            <a:srgbClr val="0056A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10" name="Oval 9"/>
          <p:cNvSpPr/>
          <p:nvPr/>
        </p:nvSpPr>
        <p:spPr>
          <a:xfrm>
            <a:off x="3249613" y="2114550"/>
            <a:ext cx="814387" cy="1085850"/>
          </a:xfrm>
          <a:prstGeom prst="ellipse">
            <a:avLst/>
          </a:prstGeom>
          <a:solidFill>
            <a:srgbClr val="F68B1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11" name="Oval 10"/>
          <p:cNvSpPr/>
          <p:nvPr/>
        </p:nvSpPr>
        <p:spPr>
          <a:xfrm>
            <a:off x="5994400" y="2114550"/>
            <a:ext cx="814388" cy="1085850"/>
          </a:xfrm>
          <a:prstGeom prst="ellipse">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pic>
        <p:nvPicPr>
          <p:cNvPr id="12" name="Picture 1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161088" y="2501900"/>
            <a:ext cx="473075"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1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63925" y="2465388"/>
            <a:ext cx="414338" cy="392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0" name="Group 19"/>
          <p:cNvGrpSpPr/>
          <p:nvPr/>
        </p:nvGrpSpPr>
        <p:grpSpPr bwMode="auto">
          <a:xfrm>
            <a:off x="733425" y="2365375"/>
            <a:ext cx="279400" cy="615950"/>
            <a:chOff x="6531329" y="2691707"/>
            <a:chExt cx="444716" cy="733318"/>
          </a:xfrm>
        </p:grpSpPr>
        <p:sp>
          <p:nvSpPr>
            <p:cNvPr id="21" name="Freeform 95"/>
            <p:cNvSpPr/>
            <p:nvPr/>
          </p:nvSpPr>
          <p:spPr bwMode="auto">
            <a:xfrm>
              <a:off x="6652002" y="3283678"/>
              <a:ext cx="203371" cy="52742"/>
            </a:xfrm>
            <a:custGeom>
              <a:avLst/>
              <a:gdLst>
                <a:gd name="T0" fmla="*/ 175909934 w 204"/>
                <a:gd name="T1" fmla="*/ 0 h 53"/>
                <a:gd name="T2" fmla="*/ 25840080 w 204"/>
                <a:gd name="T3" fmla="*/ 0 h 53"/>
                <a:gd name="T4" fmla="*/ 0 w 204"/>
                <a:gd name="T5" fmla="*/ 25747052 h 53"/>
                <a:gd name="T6" fmla="*/ 25840080 w 204"/>
                <a:gd name="T7" fmla="*/ 52485256 h 53"/>
                <a:gd name="T8" fmla="*/ 175909934 w 204"/>
                <a:gd name="T9" fmla="*/ 52485256 h 53"/>
                <a:gd name="T10" fmla="*/ 202743939 w 204"/>
                <a:gd name="T11" fmla="*/ 25747052 h 53"/>
                <a:gd name="T12" fmla="*/ 175909934 w 204"/>
                <a:gd name="T13" fmla="*/ 0 h 5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4" h="53">
                  <a:moveTo>
                    <a:pt x="177" y="0"/>
                  </a:moveTo>
                  <a:cubicBezTo>
                    <a:pt x="26" y="0"/>
                    <a:pt x="26" y="0"/>
                    <a:pt x="26" y="0"/>
                  </a:cubicBezTo>
                  <a:cubicBezTo>
                    <a:pt x="12" y="0"/>
                    <a:pt x="0" y="12"/>
                    <a:pt x="0" y="26"/>
                  </a:cubicBezTo>
                  <a:cubicBezTo>
                    <a:pt x="0" y="41"/>
                    <a:pt x="12" y="53"/>
                    <a:pt x="26" y="53"/>
                  </a:cubicBezTo>
                  <a:cubicBezTo>
                    <a:pt x="177" y="53"/>
                    <a:pt x="177" y="53"/>
                    <a:pt x="177" y="53"/>
                  </a:cubicBezTo>
                  <a:cubicBezTo>
                    <a:pt x="192" y="53"/>
                    <a:pt x="204" y="41"/>
                    <a:pt x="204" y="26"/>
                  </a:cubicBezTo>
                  <a:cubicBezTo>
                    <a:pt x="204" y="12"/>
                    <a:pt x="192" y="0"/>
                    <a:pt x="177" y="0"/>
                  </a:cubicBezTo>
                  <a:close/>
                </a:path>
              </a:pathLst>
            </a:custGeom>
            <a:noFill/>
            <a:ln w="19050" cap="rnd">
              <a:solidFill>
                <a:srgbClr val="FFFFFF"/>
              </a:solidFill>
              <a:prstDash val="solid"/>
              <a:round/>
            </a:ln>
            <a:extLst>
              <a:ext uri="{909E8E84-426E-40DD-AFC4-6F175D3DCCD1}">
                <a14:hiddenFill xmlns:a14="http://schemas.microsoft.com/office/drawing/2010/main">
                  <a:solidFill>
                    <a:srgbClr val="FFFFFF"/>
                  </a:solidFill>
                </a14:hiddenFill>
              </a:ext>
            </a:extLst>
          </p:spPr>
          <p:txBody>
            <a:bodyPr lIns="121920" tIns="60960" rIns="121920" bIns="60960"/>
            <a:lstStyle/>
            <a:p>
              <a:endParaRPr lang="de-DE"/>
            </a:p>
          </p:txBody>
        </p:sp>
        <p:sp>
          <p:nvSpPr>
            <p:cNvPr id="22" name="Freeform 96"/>
            <p:cNvSpPr/>
            <p:nvPr/>
          </p:nvSpPr>
          <p:spPr bwMode="auto">
            <a:xfrm>
              <a:off x="6652002" y="3336419"/>
              <a:ext cx="203371" cy="54007"/>
            </a:xfrm>
            <a:custGeom>
              <a:avLst/>
              <a:gdLst>
                <a:gd name="T0" fmla="*/ 175909934 w 204"/>
                <a:gd name="T1" fmla="*/ 0 h 54"/>
                <a:gd name="T2" fmla="*/ 25840080 w 204"/>
                <a:gd name="T3" fmla="*/ 0 h 54"/>
                <a:gd name="T4" fmla="*/ 0 w 204"/>
                <a:gd name="T5" fmla="*/ 27007501 h 54"/>
                <a:gd name="T6" fmla="*/ 25840080 w 204"/>
                <a:gd name="T7" fmla="*/ 54014001 h 54"/>
                <a:gd name="T8" fmla="*/ 175909934 w 204"/>
                <a:gd name="T9" fmla="*/ 54014001 h 54"/>
                <a:gd name="T10" fmla="*/ 202743939 w 204"/>
                <a:gd name="T11" fmla="*/ 27007501 h 54"/>
                <a:gd name="T12" fmla="*/ 175909934 w 204"/>
                <a:gd name="T13" fmla="*/ 0 h 5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4" h="54">
                  <a:moveTo>
                    <a:pt x="177" y="0"/>
                  </a:moveTo>
                  <a:cubicBezTo>
                    <a:pt x="26" y="0"/>
                    <a:pt x="26" y="0"/>
                    <a:pt x="26" y="0"/>
                  </a:cubicBezTo>
                  <a:cubicBezTo>
                    <a:pt x="12" y="0"/>
                    <a:pt x="0" y="12"/>
                    <a:pt x="0" y="27"/>
                  </a:cubicBezTo>
                  <a:cubicBezTo>
                    <a:pt x="0" y="42"/>
                    <a:pt x="12" y="54"/>
                    <a:pt x="26" y="54"/>
                  </a:cubicBezTo>
                  <a:cubicBezTo>
                    <a:pt x="177" y="54"/>
                    <a:pt x="177" y="54"/>
                    <a:pt x="177" y="54"/>
                  </a:cubicBezTo>
                  <a:cubicBezTo>
                    <a:pt x="192" y="54"/>
                    <a:pt x="204" y="42"/>
                    <a:pt x="204" y="27"/>
                  </a:cubicBezTo>
                  <a:cubicBezTo>
                    <a:pt x="204" y="12"/>
                    <a:pt x="192" y="0"/>
                    <a:pt x="177" y="0"/>
                  </a:cubicBezTo>
                  <a:close/>
                </a:path>
              </a:pathLst>
            </a:custGeom>
            <a:noFill/>
            <a:ln w="19050" cap="rnd">
              <a:solidFill>
                <a:srgbClr val="FFFFFF"/>
              </a:solidFill>
              <a:prstDash val="solid"/>
              <a:round/>
            </a:ln>
            <a:extLst>
              <a:ext uri="{909E8E84-426E-40DD-AFC4-6F175D3DCCD1}">
                <a14:hiddenFill xmlns:a14="http://schemas.microsoft.com/office/drawing/2010/main">
                  <a:solidFill>
                    <a:srgbClr val="FFFFFF"/>
                  </a:solidFill>
                </a14:hiddenFill>
              </a:ext>
            </a:extLst>
          </p:spPr>
          <p:txBody>
            <a:bodyPr lIns="121920" tIns="60960" rIns="121920" bIns="60960"/>
            <a:lstStyle/>
            <a:p>
              <a:endParaRPr lang="de-DE"/>
            </a:p>
          </p:txBody>
        </p:sp>
        <p:sp>
          <p:nvSpPr>
            <p:cNvPr id="23" name="Freeform 97"/>
            <p:cNvSpPr/>
            <p:nvPr/>
          </p:nvSpPr>
          <p:spPr bwMode="auto">
            <a:xfrm>
              <a:off x="6687866" y="3390427"/>
              <a:ext cx="131643" cy="34598"/>
            </a:xfrm>
            <a:custGeom>
              <a:avLst/>
              <a:gdLst>
                <a:gd name="T0" fmla="*/ 0 w 132"/>
                <a:gd name="T1" fmla="*/ 0 h 35"/>
                <a:gd name="T2" fmla="*/ 65643981 w 132"/>
                <a:gd name="T3" fmla="*/ 34200617 h 35"/>
                <a:gd name="T4" fmla="*/ 131286966 w 132"/>
                <a:gd name="T5" fmla="*/ 0 h 35"/>
                <a:gd name="T6" fmla="*/ 0 60000 65536"/>
                <a:gd name="T7" fmla="*/ 0 60000 65536"/>
                <a:gd name="T8" fmla="*/ 0 60000 65536"/>
              </a:gdLst>
              <a:ahLst/>
              <a:cxnLst>
                <a:cxn ang="T6">
                  <a:pos x="T0" y="T1"/>
                </a:cxn>
                <a:cxn ang="T7">
                  <a:pos x="T2" y="T3"/>
                </a:cxn>
                <a:cxn ang="T8">
                  <a:pos x="T4" y="T5"/>
                </a:cxn>
              </a:cxnLst>
              <a:rect l="0" t="0" r="r" b="b"/>
              <a:pathLst>
                <a:path w="132" h="35">
                  <a:moveTo>
                    <a:pt x="0" y="0"/>
                  </a:moveTo>
                  <a:cubicBezTo>
                    <a:pt x="0" y="19"/>
                    <a:pt x="29" y="35"/>
                    <a:pt x="66" y="35"/>
                  </a:cubicBezTo>
                  <a:cubicBezTo>
                    <a:pt x="102" y="35"/>
                    <a:pt x="132" y="19"/>
                    <a:pt x="132" y="0"/>
                  </a:cubicBezTo>
                </a:path>
              </a:pathLst>
            </a:custGeom>
            <a:noFill/>
            <a:ln w="19050" cap="rnd">
              <a:solidFill>
                <a:srgbClr val="FFFFFF"/>
              </a:solidFill>
              <a:prstDash val="solid"/>
              <a:round/>
            </a:ln>
            <a:extLst>
              <a:ext uri="{909E8E84-426E-40DD-AFC4-6F175D3DCCD1}">
                <a14:hiddenFill xmlns:a14="http://schemas.microsoft.com/office/drawing/2010/main">
                  <a:solidFill>
                    <a:srgbClr val="FFFFFF"/>
                  </a:solidFill>
                </a14:hiddenFill>
              </a:ext>
            </a:extLst>
          </p:spPr>
          <p:txBody>
            <a:bodyPr lIns="121920" tIns="60960" rIns="121920" bIns="60960"/>
            <a:lstStyle/>
            <a:p>
              <a:endParaRPr lang="de-DE"/>
            </a:p>
          </p:txBody>
        </p:sp>
        <p:sp>
          <p:nvSpPr>
            <p:cNvPr id="24" name="Freeform 98"/>
            <p:cNvSpPr/>
            <p:nvPr/>
          </p:nvSpPr>
          <p:spPr bwMode="auto">
            <a:xfrm>
              <a:off x="6531329" y="2691707"/>
              <a:ext cx="444716" cy="537964"/>
            </a:xfrm>
            <a:custGeom>
              <a:avLst/>
              <a:gdLst>
                <a:gd name="T0" fmla="*/ 221717848 w 446"/>
                <a:gd name="T1" fmla="*/ 0 h 540"/>
                <a:gd name="T2" fmla="*/ 0 w 446"/>
                <a:gd name="T3" fmla="*/ 221321378 h 540"/>
                <a:gd name="T4" fmla="*/ 61644019 w 446"/>
                <a:gd name="T5" fmla="*/ 376147417 h 540"/>
                <a:gd name="T6" fmla="*/ 93459161 w 446"/>
                <a:gd name="T7" fmla="*/ 436688292 h 540"/>
                <a:gd name="T8" fmla="*/ 93459161 w 446"/>
                <a:gd name="T9" fmla="*/ 480357022 h 540"/>
                <a:gd name="T10" fmla="*/ 149137405 w 446"/>
                <a:gd name="T11" fmla="*/ 535935676 h 540"/>
                <a:gd name="T12" fmla="*/ 294298291 w 446"/>
                <a:gd name="T13" fmla="*/ 535935676 h 540"/>
                <a:gd name="T14" fmla="*/ 349976535 w 446"/>
                <a:gd name="T15" fmla="*/ 480357022 h 540"/>
                <a:gd name="T16" fmla="*/ 349976535 w 446"/>
                <a:gd name="T17" fmla="*/ 436688292 h 540"/>
                <a:gd name="T18" fmla="*/ 380797548 w 446"/>
                <a:gd name="T19" fmla="*/ 376147417 h 540"/>
                <a:gd name="T20" fmla="*/ 443435697 w 446"/>
                <a:gd name="T21" fmla="*/ 221321378 h 540"/>
                <a:gd name="T22" fmla="*/ 221717848 w 446"/>
                <a:gd name="T23" fmla="*/ 0 h 54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46" h="540">
                  <a:moveTo>
                    <a:pt x="223" y="0"/>
                  </a:moveTo>
                  <a:cubicBezTo>
                    <a:pt x="99" y="0"/>
                    <a:pt x="0" y="100"/>
                    <a:pt x="0" y="223"/>
                  </a:cubicBezTo>
                  <a:cubicBezTo>
                    <a:pt x="0" y="284"/>
                    <a:pt x="22" y="339"/>
                    <a:pt x="62" y="379"/>
                  </a:cubicBezTo>
                  <a:cubicBezTo>
                    <a:pt x="83" y="399"/>
                    <a:pt x="94" y="415"/>
                    <a:pt x="94" y="440"/>
                  </a:cubicBezTo>
                  <a:cubicBezTo>
                    <a:pt x="94" y="466"/>
                    <a:pt x="94" y="484"/>
                    <a:pt x="94" y="484"/>
                  </a:cubicBezTo>
                  <a:cubicBezTo>
                    <a:pt x="94" y="515"/>
                    <a:pt x="119" y="540"/>
                    <a:pt x="150" y="540"/>
                  </a:cubicBezTo>
                  <a:cubicBezTo>
                    <a:pt x="296" y="540"/>
                    <a:pt x="296" y="540"/>
                    <a:pt x="296" y="540"/>
                  </a:cubicBezTo>
                  <a:cubicBezTo>
                    <a:pt x="327" y="540"/>
                    <a:pt x="352" y="515"/>
                    <a:pt x="352" y="484"/>
                  </a:cubicBezTo>
                  <a:cubicBezTo>
                    <a:pt x="352" y="484"/>
                    <a:pt x="352" y="466"/>
                    <a:pt x="352" y="440"/>
                  </a:cubicBezTo>
                  <a:cubicBezTo>
                    <a:pt x="352" y="415"/>
                    <a:pt x="362" y="399"/>
                    <a:pt x="383" y="379"/>
                  </a:cubicBezTo>
                  <a:cubicBezTo>
                    <a:pt x="423" y="339"/>
                    <a:pt x="446" y="284"/>
                    <a:pt x="446" y="223"/>
                  </a:cubicBezTo>
                  <a:cubicBezTo>
                    <a:pt x="446" y="100"/>
                    <a:pt x="347" y="0"/>
                    <a:pt x="223" y="0"/>
                  </a:cubicBezTo>
                  <a:close/>
                </a:path>
              </a:pathLst>
            </a:custGeom>
            <a:noFill/>
            <a:ln w="19050" cap="rnd">
              <a:solidFill>
                <a:srgbClr val="FFFFFF"/>
              </a:solidFill>
              <a:prstDash val="solid"/>
              <a:round/>
            </a:ln>
            <a:extLst>
              <a:ext uri="{909E8E84-426E-40DD-AFC4-6F175D3DCCD1}">
                <a14:hiddenFill xmlns:a14="http://schemas.microsoft.com/office/drawing/2010/main">
                  <a:solidFill>
                    <a:srgbClr val="FFFFFF"/>
                  </a:solidFill>
                </a14:hiddenFill>
              </a:ext>
            </a:extLst>
          </p:spPr>
          <p:txBody>
            <a:bodyPr lIns="121920" tIns="60960" rIns="121920" bIns="60960"/>
            <a:lstStyle/>
            <a:p>
              <a:endParaRPr lang="de-DE"/>
            </a:p>
          </p:txBody>
        </p:sp>
        <p:sp>
          <p:nvSpPr>
            <p:cNvPr id="25" name="Freeform 99"/>
            <p:cNvSpPr/>
            <p:nvPr/>
          </p:nvSpPr>
          <p:spPr bwMode="auto">
            <a:xfrm>
              <a:off x="6652002" y="3229670"/>
              <a:ext cx="203371" cy="54007"/>
            </a:xfrm>
            <a:custGeom>
              <a:avLst/>
              <a:gdLst>
                <a:gd name="T0" fmla="*/ 175909934 w 204"/>
                <a:gd name="T1" fmla="*/ 0 h 54"/>
                <a:gd name="T2" fmla="*/ 25840080 w 204"/>
                <a:gd name="T3" fmla="*/ 0 h 54"/>
                <a:gd name="T4" fmla="*/ 0 w 204"/>
                <a:gd name="T5" fmla="*/ 27007501 h 54"/>
                <a:gd name="T6" fmla="*/ 25840080 w 204"/>
                <a:gd name="T7" fmla="*/ 54014001 h 54"/>
                <a:gd name="T8" fmla="*/ 175909934 w 204"/>
                <a:gd name="T9" fmla="*/ 54014001 h 54"/>
                <a:gd name="T10" fmla="*/ 202743939 w 204"/>
                <a:gd name="T11" fmla="*/ 27007501 h 54"/>
                <a:gd name="T12" fmla="*/ 175909934 w 204"/>
                <a:gd name="T13" fmla="*/ 0 h 5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4" h="54">
                  <a:moveTo>
                    <a:pt x="177" y="0"/>
                  </a:moveTo>
                  <a:cubicBezTo>
                    <a:pt x="26" y="0"/>
                    <a:pt x="26" y="0"/>
                    <a:pt x="26" y="0"/>
                  </a:cubicBezTo>
                  <a:cubicBezTo>
                    <a:pt x="12" y="0"/>
                    <a:pt x="0" y="12"/>
                    <a:pt x="0" y="27"/>
                  </a:cubicBezTo>
                  <a:cubicBezTo>
                    <a:pt x="0" y="42"/>
                    <a:pt x="12" y="54"/>
                    <a:pt x="26" y="54"/>
                  </a:cubicBezTo>
                  <a:cubicBezTo>
                    <a:pt x="177" y="54"/>
                    <a:pt x="177" y="54"/>
                    <a:pt x="177" y="54"/>
                  </a:cubicBezTo>
                  <a:cubicBezTo>
                    <a:pt x="192" y="54"/>
                    <a:pt x="204" y="42"/>
                    <a:pt x="204" y="27"/>
                  </a:cubicBezTo>
                  <a:cubicBezTo>
                    <a:pt x="204" y="12"/>
                    <a:pt x="192" y="0"/>
                    <a:pt x="177" y="0"/>
                  </a:cubicBezTo>
                  <a:close/>
                </a:path>
              </a:pathLst>
            </a:custGeom>
            <a:noFill/>
            <a:ln w="19050" cap="rnd">
              <a:solidFill>
                <a:srgbClr val="FFFFFF"/>
              </a:solidFill>
              <a:prstDash val="solid"/>
              <a:round/>
            </a:ln>
            <a:extLst>
              <a:ext uri="{909E8E84-426E-40DD-AFC4-6F175D3DCCD1}">
                <a14:hiddenFill xmlns:a14="http://schemas.microsoft.com/office/drawing/2010/main">
                  <a:solidFill>
                    <a:srgbClr val="FFFFFF"/>
                  </a:solidFill>
                </a14:hiddenFill>
              </a:ext>
            </a:extLst>
          </p:spPr>
          <p:txBody>
            <a:bodyPr lIns="121920" tIns="60960" rIns="121920" bIns="60960"/>
            <a:lstStyle/>
            <a:p>
              <a:endParaRPr lang="de-DE"/>
            </a:p>
          </p:txBody>
        </p:sp>
      </p:grpSp>
      <p:sp>
        <p:nvSpPr>
          <p:cNvPr id="5" name="Title 1"/>
          <p:cNvSpPr>
            <a:spLocks noGrp="1"/>
          </p:cNvSpPr>
          <p:nvPr>
            <p:ph type="title"/>
          </p:nvPr>
        </p:nvSpPr>
        <p:spPr>
          <a:xfrm>
            <a:off x="1228725" y="400050"/>
            <a:ext cx="7372350" cy="548878"/>
          </a:xfrm>
        </p:spPr>
        <p:txBody>
          <a:bodyPr/>
          <a:lstStyle/>
          <a:p>
            <a:r>
              <a:rPr lang="en-US"/>
              <a:t>Click to edit Master title style</a:t>
            </a:r>
            <a:endParaRPr lang="en-US" dirty="0"/>
          </a:p>
        </p:txBody>
      </p:sp>
      <p:sp>
        <p:nvSpPr>
          <p:cNvPr id="14" name="Text Placeholder 5"/>
          <p:cNvSpPr>
            <a:spLocks noGrp="1"/>
          </p:cNvSpPr>
          <p:nvPr>
            <p:ph type="body" sz="quarter" idx="11"/>
          </p:nvPr>
        </p:nvSpPr>
        <p:spPr>
          <a:xfrm>
            <a:off x="1357312" y="2133601"/>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15" name="Text Placeholder 5"/>
          <p:cNvSpPr>
            <a:spLocks noGrp="1"/>
          </p:cNvSpPr>
          <p:nvPr>
            <p:ph type="body" sz="quarter" idx="14"/>
          </p:nvPr>
        </p:nvSpPr>
        <p:spPr>
          <a:xfrm>
            <a:off x="1357313" y="2613960"/>
            <a:ext cx="1714500" cy="2243790"/>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6" name="Text Placeholder 5"/>
          <p:cNvSpPr>
            <a:spLocks noGrp="1"/>
          </p:cNvSpPr>
          <p:nvPr>
            <p:ph type="body" sz="quarter" idx="15"/>
          </p:nvPr>
        </p:nvSpPr>
        <p:spPr>
          <a:xfrm>
            <a:off x="4155559" y="2133601"/>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17" name="Text Placeholder 5"/>
          <p:cNvSpPr>
            <a:spLocks noGrp="1"/>
          </p:cNvSpPr>
          <p:nvPr>
            <p:ph type="body" sz="quarter" idx="16"/>
          </p:nvPr>
        </p:nvSpPr>
        <p:spPr>
          <a:xfrm>
            <a:off x="4155559" y="2613960"/>
            <a:ext cx="1714500" cy="2243790"/>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Text Placeholder 5"/>
          <p:cNvSpPr>
            <a:spLocks noGrp="1"/>
          </p:cNvSpPr>
          <p:nvPr>
            <p:ph type="body" sz="quarter" idx="17"/>
          </p:nvPr>
        </p:nvSpPr>
        <p:spPr>
          <a:xfrm>
            <a:off x="6886575" y="2133601"/>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19" name="Text Placeholder 5"/>
          <p:cNvSpPr>
            <a:spLocks noGrp="1"/>
          </p:cNvSpPr>
          <p:nvPr>
            <p:ph type="body" sz="quarter" idx="18"/>
          </p:nvPr>
        </p:nvSpPr>
        <p:spPr>
          <a:xfrm>
            <a:off x="6886575" y="2613960"/>
            <a:ext cx="1714500" cy="2243790"/>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2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200"/>
                                        <p:tgtEl>
                                          <p:spTgt spid="13"/>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2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2_Blank">
    <p:spTree>
      <p:nvGrpSpPr>
        <p:cNvPr id="1" name=""/>
        <p:cNvGrpSpPr/>
        <p:nvPr/>
      </p:nvGrpSpPr>
      <p:grpSpPr>
        <a:xfrm>
          <a:off x="0" y="0"/>
          <a:ext cx="0" cy="0"/>
          <a:chOff x="0" y="0"/>
          <a:chExt cx="0" cy="0"/>
        </a:xfrm>
      </p:grpSpPr>
      <p:sp>
        <p:nvSpPr>
          <p:cNvPr id="6" name="Oval 5"/>
          <p:cNvSpPr/>
          <p:nvPr/>
        </p:nvSpPr>
        <p:spPr>
          <a:xfrm>
            <a:off x="3784600" y="2132013"/>
            <a:ext cx="1628775" cy="2171700"/>
          </a:xfrm>
          <a:prstGeom prst="ellipse">
            <a:avLst/>
          </a:prstGeom>
          <a:solidFill>
            <a:srgbClr val="F68B1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7" name="Arc 6"/>
          <p:cNvSpPr>
            <a:spLocks noChangeAspect="1"/>
          </p:cNvSpPr>
          <p:nvPr/>
        </p:nvSpPr>
        <p:spPr>
          <a:xfrm>
            <a:off x="3706813" y="2030413"/>
            <a:ext cx="1782762" cy="2376487"/>
          </a:xfrm>
          <a:prstGeom prst="arc">
            <a:avLst>
              <a:gd name="adj1" fmla="val 14511769"/>
              <a:gd name="adj2" fmla="val 10954347"/>
            </a:avLst>
          </a:prstGeom>
          <a:ln w="22225">
            <a:solidFill>
              <a:srgbClr val="F68B1F"/>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dirty="0"/>
          </a:p>
        </p:txBody>
      </p:sp>
      <p:sp>
        <p:nvSpPr>
          <p:cNvPr id="8" name="Arc 7"/>
          <p:cNvSpPr>
            <a:spLocks noChangeAspect="1"/>
          </p:cNvSpPr>
          <p:nvPr/>
        </p:nvSpPr>
        <p:spPr>
          <a:xfrm rot="11700000">
            <a:off x="3748088" y="2084388"/>
            <a:ext cx="1700212" cy="2268537"/>
          </a:xfrm>
          <a:prstGeom prst="arc">
            <a:avLst>
              <a:gd name="adj1" fmla="val 14511769"/>
              <a:gd name="adj2" fmla="val 10954347"/>
            </a:avLst>
          </a:prstGeom>
          <a:ln w="22225">
            <a:solidFill>
              <a:srgbClr val="F68B1F"/>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a:p>
        </p:txBody>
      </p:sp>
      <p:sp>
        <p:nvSpPr>
          <p:cNvPr id="9" name="Oval 8"/>
          <p:cNvSpPr/>
          <p:nvPr/>
        </p:nvSpPr>
        <p:spPr>
          <a:xfrm>
            <a:off x="1463675" y="2132013"/>
            <a:ext cx="1628775" cy="2171700"/>
          </a:xfrm>
          <a:prstGeom prst="ellipse">
            <a:avLst/>
          </a:prstGeom>
          <a:solidFill>
            <a:srgbClr val="0056A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10" name="Arc 9"/>
          <p:cNvSpPr>
            <a:spLocks noChangeAspect="1"/>
          </p:cNvSpPr>
          <p:nvPr/>
        </p:nvSpPr>
        <p:spPr>
          <a:xfrm>
            <a:off x="1385888" y="2030413"/>
            <a:ext cx="1782762" cy="2376487"/>
          </a:xfrm>
          <a:prstGeom prst="arc">
            <a:avLst>
              <a:gd name="adj1" fmla="val 14511769"/>
              <a:gd name="adj2" fmla="val 10954347"/>
            </a:avLst>
          </a:prstGeom>
          <a:ln w="22225">
            <a:solidFill>
              <a:srgbClr val="0056A4"/>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dirty="0"/>
          </a:p>
        </p:txBody>
      </p:sp>
      <p:sp>
        <p:nvSpPr>
          <p:cNvPr id="11" name="Arc 10"/>
          <p:cNvSpPr>
            <a:spLocks noChangeAspect="1"/>
          </p:cNvSpPr>
          <p:nvPr/>
        </p:nvSpPr>
        <p:spPr>
          <a:xfrm rot="11700000">
            <a:off x="1427163" y="2084388"/>
            <a:ext cx="1700212" cy="2268537"/>
          </a:xfrm>
          <a:prstGeom prst="arc">
            <a:avLst>
              <a:gd name="adj1" fmla="val 14511769"/>
              <a:gd name="adj2" fmla="val 10954347"/>
            </a:avLst>
          </a:prstGeom>
          <a:ln w="22225">
            <a:solidFill>
              <a:srgbClr val="0056A4"/>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a:p>
        </p:txBody>
      </p:sp>
      <p:sp>
        <p:nvSpPr>
          <p:cNvPr id="13" name="Oval 12"/>
          <p:cNvSpPr/>
          <p:nvPr/>
        </p:nvSpPr>
        <p:spPr>
          <a:xfrm>
            <a:off x="6115050" y="2132013"/>
            <a:ext cx="1628775" cy="21717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14" name="Arc 13"/>
          <p:cNvSpPr>
            <a:spLocks noChangeAspect="1"/>
          </p:cNvSpPr>
          <p:nvPr/>
        </p:nvSpPr>
        <p:spPr>
          <a:xfrm>
            <a:off x="6037263" y="2030413"/>
            <a:ext cx="1782762" cy="2376487"/>
          </a:xfrm>
          <a:prstGeom prst="arc">
            <a:avLst>
              <a:gd name="adj1" fmla="val 14511769"/>
              <a:gd name="adj2" fmla="val 10954347"/>
            </a:avLst>
          </a:prstGeom>
          <a:ln w="22225">
            <a:solidFill>
              <a:schemeClr val="tx1">
                <a:lumMod val="85000"/>
                <a:lumOff val="15000"/>
              </a:schemeClr>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dirty="0"/>
          </a:p>
        </p:txBody>
      </p:sp>
      <p:sp>
        <p:nvSpPr>
          <p:cNvPr id="15" name="Arc 14"/>
          <p:cNvSpPr>
            <a:spLocks noChangeAspect="1"/>
          </p:cNvSpPr>
          <p:nvPr/>
        </p:nvSpPr>
        <p:spPr>
          <a:xfrm rot="11700000">
            <a:off x="6078538" y="2084388"/>
            <a:ext cx="1700212" cy="2268537"/>
          </a:xfrm>
          <a:prstGeom prst="arc">
            <a:avLst>
              <a:gd name="adj1" fmla="val 14511769"/>
              <a:gd name="adj2" fmla="val 10954347"/>
            </a:avLst>
          </a:prstGeom>
          <a:ln w="22225">
            <a:solidFill>
              <a:schemeClr val="tx1">
                <a:lumMod val="85000"/>
                <a:lumOff val="15000"/>
              </a:schemeClr>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a:p>
        </p:txBody>
      </p:sp>
      <p:sp>
        <p:nvSpPr>
          <p:cNvPr id="12" name="Title 1"/>
          <p:cNvSpPr>
            <a:spLocks noGrp="1"/>
          </p:cNvSpPr>
          <p:nvPr>
            <p:ph type="title"/>
          </p:nvPr>
        </p:nvSpPr>
        <p:spPr>
          <a:xfrm>
            <a:off x="1228725" y="400050"/>
            <a:ext cx="7458075" cy="548878"/>
          </a:xfrm>
        </p:spPr>
        <p:txBody>
          <a:bodyPr/>
          <a:lstStyle/>
          <a:p>
            <a:r>
              <a:rPr lang="en-US"/>
              <a:t>Click to edit Master title style</a:t>
            </a:r>
            <a:endParaRPr lang="en-US" dirty="0"/>
          </a:p>
        </p:txBody>
      </p:sp>
      <p:sp>
        <p:nvSpPr>
          <p:cNvPr id="16" name="Text Placeholder 5"/>
          <p:cNvSpPr>
            <a:spLocks noGrp="1"/>
          </p:cNvSpPr>
          <p:nvPr>
            <p:ph type="body" sz="quarter" idx="12"/>
          </p:nvPr>
        </p:nvSpPr>
        <p:spPr>
          <a:xfrm>
            <a:off x="3757613" y="2926564"/>
            <a:ext cx="1628775" cy="547672"/>
          </a:xfrm>
          <a:prstGeom prst="rect">
            <a:avLst/>
          </a:prstGeom>
        </p:spPr>
        <p:txBody>
          <a:bodyPr lIns="0" tIns="0" rIns="0" bIns="0" anchor="ctr"/>
          <a:lstStyle>
            <a:lvl1pPr marL="0" indent="0" algn="ctr">
              <a:buFontTx/>
              <a:buNone/>
              <a:defRPr sz="1125" b="1">
                <a:solidFill>
                  <a:schemeClr val="bg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20" name="Text Placeholder 5"/>
          <p:cNvSpPr>
            <a:spLocks noGrp="1"/>
          </p:cNvSpPr>
          <p:nvPr>
            <p:ph type="body" sz="quarter" idx="14"/>
          </p:nvPr>
        </p:nvSpPr>
        <p:spPr>
          <a:xfrm>
            <a:off x="1436742" y="2926564"/>
            <a:ext cx="1628775" cy="547672"/>
          </a:xfrm>
          <a:prstGeom prst="rect">
            <a:avLst/>
          </a:prstGeom>
        </p:spPr>
        <p:txBody>
          <a:bodyPr lIns="0" tIns="0" rIns="0" bIns="0" anchor="ctr"/>
          <a:lstStyle>
            <a:lvl1pPr marL="0" indent="0" algn="ctr">
              <a:buFontTx/>
              <a:buNone/>
              <a:defRPr sz="1125" b="1">
                <a:solidFill>
                  <a:schemeClr val="bg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24" name="Text Placeholder 5"/>
          <p:cNvSpPr>
            <a:spLocks noGrp="1"/>
          </p:cNvSpPr>
          <p:nvPr>
            <p:ph type="body" sz="quarter" idx="15"/>
          </p:nvPr>
        </p:nvSpPr>
        <p:spPr>
          <a:xfrm>
            <a:off x="6087952" y="2926564"/>
            <a:ext cx="1628775" cy="547672"/>
          </a:xfrm>
          <a:prstGeom prst="rect">
            <a:avLst/>
          </a:prstGeom>
        </p:spPr>
        <p:txBody>
          <a:bodyPr lIns="0" tIns="0" rIns="0" bIns="0" anchor="ctr"/>
          <a:lstStyle>
            <a:lvl1pPr marL="0" indent="0" algn="ctr">
              <a:buFontTx/>
              <a:buNone/>
              <a:defRPr sz="1125" b="1">
                <a:solidFill>
                  <a:schemeClr val="bg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1_Blank">
    <p:spTree>
      <p:nvGrpSpPr>
        <p:cNvPr id="1" name=""/>
        <p:cNvGrpSpPr/>
        <p:nvPr/>
      </p:nvGrpSpPr>
      <p:grpSpPr>
        <a:xfrm>
          <a:off x="0" y="0"/>
          <a:ext cx="0" cy="0"/>
          <a:chOff x="0" y="0"/>
          <a:chExt cx="0" cy="0"/>
        </a:xfrm>
      </p:grpSpPr>
      <p:sp>
        <p:nvSpPr>
          <p:cNvPr id="5" name="Rectangle 4"/>
          <p:cNvSpPr/>
          <p:nvPr/>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pic>
        <p:nvPicPr>
          <p:cNvPr id="6"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85153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object 19"/>
          <p:cNvSpPr txBox="1"/>
          <p:nvPr/>
        </p:nvSpPr>
        <p:spPr>
          <a:xfrm>
            <a:off x="404813" y="6424613"/>
            <a:ext cx="2282825" cy="111125"/>
          </a:xfrm>
          <a:prstGeom prst="rect">
            <a:avLst/>
          </a:prstGeom>
        </p:spPr>
        <p:txBody>
          <a:bodyPr lIns="0" tIns="7144" rIns="0" bIns="0">
            <a:spAutoFit/>
          </a:bodyPr>
          <a:lstStyle/>
          <a:p>
            <a:pPr marL="6985">
              <a:spcBef>
                <a:spcPts val="55"/>
              </a:spcBef>
              <a:defRPr/>
            </a:pPr>
            <a:r>
              <a:rPr sz="675" dirty="0">
                <a:solidFill>
                  <a:schemeClr val="bg1">
                    <a:lumMod val="95000"/>
                  </a:schemeClr>
                </a:solidFill>
                <a:latin typeface="Arial" panose="020B0604020202020204" pitchFamily="34" charset="0"/>
                <a:cs typeface="Arial" panose="020B0604020202020204" pitchFamily="34" charset="0"/>
              </a:rPr>
              <a:t>© </a:t>
            </a:r>
            <a:r>
              <a:rPr sz="675" spc="-3" dirty="0">
                <a:solidFill>
                  <a:schemeClr val="bg1">
                    <a:lumMod val="95000"/>
                  </a:schemeClr>
                </a:solidFill>
                <a:latin typeface="Arial" panose="020B0604020202020204" pitchFamily="34" charset="0"/>
                <a:cs typeface="Arial" panose="020B0604020202020204" pitchFamily="34" charset="0"/>
              </a:rPr>
              <a:t>20</a:t>
            </a:r>
            <a:r>
              <a:rPr lang="en-US" sz="675" spc="-3" dirty="0">
                <a:solidFill>
                  <a:schemeClr val="bg1">
                    <a:lumMod val="95000"/>
                  </a:schemeClr>
                </a:solidFill>
                <a:latin typeface="Arial" panose="020B0604020202020204" pitchFamily="34" charset="0"/>
                <a:cs typeface="Arial" panose="020B0604020202020204" pitchFamily="34" charset="0"/>
              </a:rPr>
              <a:t>20</a:t>
            </a:r>
            <a:r>
              <a:rPr sz="675" spc="-3" dirty="0">
                <a:solidFill>
                  <a:schemeClr val="bg1">
                    <a:lumMod val="95000"/>
                  </a:schemeClr>
                </a:solidFill>
                <a:latin typeface="Arial" panose="020B0604020202020204" pitchFamily="34" charset="0"/>
                <a:cs typeface="Arial" panose="020B0604020202020204" pitchFamily="34" charset="0"/>
              </a:rPr>
              <a:t> </a:t>
            </a:r>
            <a:r>
              <a:rPr lang="en-US" sz="675" spc="-3" dirty="0">
                <a:solidFill>
                  <a:schemeClr val="bg1">
                    <a:lumMod val="95000"/>
                  </a:schemeClr>
                </a:solidFill>
                <a:latin typeface="Arial" panose="020B0604020202020204" pitchFamily="34" charset="0"/>
                <a:cs typeface="Arial" panose="020B0604020202020204" pitchFamily="34" charset="0"/>
              </a:rPr>
              <a:t>Coforge</a:t>
            </a:r>
            <a:endParaRPr sz="675" dirty="0">
              <a:solidFill>
                <a:schemeClr val="bg1">
                  <a:lumMod val="95000"/>
                </a:schemeClr>
              </a:solidFill>
              <a:latin typeface="Arial" panose="020B0604020202020204" pitchFamily="34" charset="0"/>
              <a:cs typeface="Arial" panose="020B0604020202020204" pitchFamily="34" charset="0"/>
            </a:endParaRPr>
          </a:p>
        </p:txBody>
      </p:sp>
      <p:sp>
        <p:nvSpPr>
          <p:cNvPr id="8" name="Oval 7"/>
          <p:cNvSpPr/>
          <p:nvPr/>
        </p:nvSpPr>
        <p:spPr>
          <a:xfrm>
            <a:off x="8643938" y="6286500"/>
            <a:ext cx="342900" cy="457200"/>
          </a:xfrm>
          <a:prstGeom prst="ellipse">
            <a:avLst/>
          </a:prstGeom>
          <a:noFill/>
          <a:ln w="19050">
            <a:solidFill>
              <a:srgbClr val="F68B1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9" name="Holder 5"/>
          <p:cNvSpPr txBox="1"/>
          <p:nvPr/>
        </p:nvSpPr>
        <p:spPr>
          <a:xfrm>
            <a:off x="8578850" y="6343650"/>
            <a:ext cx="490538" cy="342900"/>
          </a:xfrm>
          <a:prstGeom prst="rect">
            <a:avLst/>
          </a:prstGeom>
        </p:spPr>
        <p:txBody>
          <a:bodyPr lIns="0" tIns="0" rIns="0" bIns="0" anchor="ctr"/>
          <a:lstStyle>
            <a:defPPr>
              <a:defRPr lang="en-US"/>
            </a:defPPr>
            <a:lvl1pPr marL="0" algn="r" defTabSz="914400" rtl="0" eaLnBrk="1" latinLnBrk="0" hangingPunct="1">
              <a:defRPr sz="2000" b="1" kern="1200">
                <a:solidFill>
                  <a:srgbClr val="001B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fld id="{EB014F5B-34A7-4DA4-BCA0-585CF1CE164D}" type="slidenum">
              <a:rPr lang="en-GB" sz="790" smtClean="0">
                <a:solidFill>
                  <a:schemeClr val="bg1">
                    <a:lumMod val="50000"/>
                  </a:schemeClr>
                </a:solidFill>
              </a:rPr>
              <a:t>‹#›</a:t>
            </a:fld>
            <a:endParaRPr lang="en-GB" sz="790" dirty="0">
              <a:solidFill>
                <a:schemeClr val="bg1">
                  <a:lumMod val="50000"/>
                </a:schemeClr>
              </a:solidFill>
            </a:endParaRPr>
          </a:p>
        </p:txBody>
      </p:sp>
      <p:grpSp>
        <p:nvGrpSpPr>
          <p:cNvPr id="10" name="Group 14"/>
          <p:cNvGrpSpPr/>
          <p:nvPr/>
        </p:nvGrpSpPr>
        <p:grpSpPr bwMode="auto">
          <a:xfrm>
            <a:off x="4443413" y="725488"/>
            <a:ext cx="717550" cy="6132512"/>
            <a:chOff x="8146768" y="966535"/>
            <a:chExt cx="1276632" cy="8177465"/>
          </a:xfrm>
        </p:grpSpPr>
        <p:pic>
          <p:nvPicPr>
            <p:cNvPr id="11" name="Graphic 15"/>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8146768" y="989820"/>
              <a:ext cx="1276632" cy="8154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Oval 11"/>
            <p:cNvSpPr>
              <a:spLocks noChangeAspect="1"/>
            </p:cNvSpPr>
            <p:nvPr userDrawn="1"/>
          </p:nvSpPr>
          <p:spPr>
            <a:xfrm>
              <a:off x="8629741" y="966535"/>
              <a:ext cx="217480" cy="215921"/>
            </a:xfrm>
            <a:prstGeom prst="ellipse">
              <a:avLst/>
            </a:prstGeom>
            <a:solidFill>
              <a:srgbClr val="F68B1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sz="1350"/>
            </a:p>
          </p:txBody>
        </p:sp>
      </p:grpSp>
      <p:sp>
        <p:nvSpPr>
          <p:cNvPr id="20" name="Title 1"/>
          <p:cNvSpPr>
            <a:spLocks noGrp="1"/>
          </p:cNvSpPr>
          <p:nvPr>
            <p:ph type="title"/>
          </p:nvPr>
        </p:nvSpPr>
        <p:spPr>
          <a:xfrm>
            <a:off x="328613" y="457200"/>
            <a:ext cx="4114800" cy="548878"/>
          </a:xfrm>
        </p:spPr>
        <p:txBody>
          <a:bodyPr/>
          <a:lstStyle>
            <a:lvl1pPr>
              <a:defRPr>
                <a:solidFill>
                  <a:schemeClr val="bg1"/>
                </a:solidFill>
              </a:defRPr>
            </a:lvl1pPr>
          </a:lstStyle>
          <a:p>
            <a:r>
              <a:rPr lang="en-US"/>
              <a:t>Click to edit Master title style</a:t>
            </a:r>
            <a:endParaRPr lang="en-US" dirty="0"/>
          </a:p>
        </p:txBody>
      </p:sp>
      <p:sp>
        <p:nvSpPr>
          <p:cNvPr id="21" name="Text Placeholder 5"/>
          <p:cNvSpPr>
            <a:spLocks noGrp="1"/>
          </p:cNvSpPr>
          <p:nvPr>
            <p:ph type="body" sz="quarter" idx="14"/>
          </p:nvPr>
        </p:nvSpPr>
        <p:spPr>
          <a:xfrm>
            <a:off x="405000" y="1463278"/>
            <a:ext cx="4167000" cy="857250"/>
          </a:xfrm>
          <a:prstGeom prst="rect">
            <a:avLst/>
          </a:prstGeom>
        </p:spPr>
        <p:txBody>
          <a:bodyPr lIns="0" tIns="0" rIns="0" bIns="0">
            <a:noAutofit/>
          </a:bodyPr>
          <a:lstStyle>
            <a:lvl1pPr marL="0" marR="0" indent="0" algn="l" defTabSz="514350" rtl="0" eaLnBrk="1" fontAlgn="auto" latinLnBrk="0" hangingPunct="1">
              <a:lnSpc>
                <a:spcPct val="100000"/>
              </a:lnSpc>
              <a:spcBef>
                <a:spcPts val="565"/>
              </a:spcBef>
              <a:spcAft>
                <a:spcPts val="0"/>
              </a:spcAft>
              <a:buClrTx/>
              <a:buSzTx/>
              <a:buFontTx/>
              <a:buNone/>
              <a:defRPr sz="1125" b="0">
                <a:solidFill>
                  <a:schemeClr val="bg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22" name="Text Placeholder 5"/>
          <p:cNvSpPr>
            <a:spLocks noGrp="1"/>
          </p:cNvSpPr>
          <p:nvPr>
            <p:ph type="body" sz="quarter" idx="15"/>
          </p:nvPr>
        </p:nvSpPr>
        <p:spPr>
          <a:xfrm>
            <a:off x="5129212" y="606028"/>
            <a:ext cx="3814763" cy="857250"/>
          </a:xfrm>
          <a:prstGeom prst="rect">
            <a:avLst/>
          </a:prstGeom>
        </p:spPr>
        <p:txBody>
          <a:bodyPr lIns="0" tIns="0" rIns="0" bIns="0">
            <a:noAutofit/>
          </a:bodyPr>
          <a:lstStyle>
            <a:lvl1pPr marL="0" marR="0" indent="0" algn="l" defTabSz="514350" rtl="0" eaLnBrk="1" fontAlgn="auto" latinLnBrk="0" hangingPunct="1">
              <a:lnSpc>
                <a:spcPct val="100000"/>
              </a:lnSpc>
              <a:spcBef>
                <a:spcPts val="565"/>
              </a:spcBef>
              <a:spcAft>
                <a:spcPts val="0"/>
              </a:spcAft>
              <a:buClrTx/>
              <a:buSzTx/>
              <a:buFontTx/>
              <a:buNone/>
              <a:defRPr sz="1125"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5" name="Title 1"/>
          <p:cNvSpPr txBox="1"/>
          <p:nvPr/>
        </p:nvSpPr>
        <p:spPr>
          <a:xfrm>
            <a:off x="1228725" y="447675"/>
            <a:ext cx="7415213" cy="549275"/>
          </a:xfrm>
          <a:prstGeom prst="rect">
            <a:avLst/>
          </a:prstGeom>
        </p:spPr>
        <p:txBody>
          <a:bodyPr lIns="51435" tIns="25718" rIns="51435" bIns="25718" anchor="ctr">
            <a:normAutofit/>
          </a:bodyPr>
          <a:lstStyle>
            <a:lvl1pPr algn="l" defTabSz="914400" rtl="0" eaLnBrk="1" latinLnBrk="0" hangingPunct="1">
              <a:lnSpc>
                <a:spcPct val="90000"/>
              </a:lnSpc>
              <a:spcBef>
                <a:spcPct val="0"/>
              </a:spcBef>
              <a:buNone/>
              <a:defRPr sz="4000" b="1" kern="1200">
                <a:solidFill>
                  <a:schemeClr val="bg1"/>
                </a:solidFill>
                <a:latin typeface="Arial" panose="020B0604020202020204" pitchFamily="34" charset="0"/>
                <a:ea typeface="+mj-ea"/>
                <a:cs typeface="Arial" panose="020B0604020202020204" pitchFamily="34" charset="0"/>
              </a:defRPr>
            </a:lvl1pPr>
          </a:lstStyle>
          <a:p>
            <a:pPr>
              <a:defRPr/>
            </a:pPr>
            <a:r>
              <a:rPr lang="en-US" sz="2250" dirty="0">
                <a:solidFill>
                  <a:srgbClr val="0056A4"/>
                </a:solidFill>
              </a:rPr>
              <a:t>Click to edit Master title style</a:t>
            </a:r>
          </a:p>
        </p:txBody>
      </p:sp>
      <p:sp>
        <p:nvSpPr>
          <p:cNvPr id="2" name="Title 1"/>
          <p:cNvSpPr>
            <a:spLocks noGrp="1"/>
          </p:cNvSpPr>
          <p:nvPr>
            <p:ph type="title"/>
          </p:nvPr>
        </p:nvSpPr>
        <p:spPr>
          <a:xfrm>
            <a:off x="714375" y="1371600"/>
            <a:ext cx="2949476" cy="1070372"/>
          </a:xfrm>
        </p:spPr>
        <p:txBody>
          <a:bodyPr/>
          <a:lstStyle>
            <a:lvl1pPr>
              <a:defRPr sz="1800">
                <a:solidFill>
                  <a:srgbClr val="0056A4"/>
                </a:solidFill>
              </a:defRPr>
            </a:lvl1pPr>
          </a:lstStyle>
          <a:p>
            <a:r>
              <a:rPr lang="en-US"/>
              <a:t>Click to edit Master title style</a:t>
            </a:r>
            <a:endParaRPr lang="en-US" dirty="0"/>
          </a:p>
        </p:txBody>
      </p:sp>
      <p:sp>
        <p:nvSpPr>
          <p:cNvPr id="3" name="Content Placeholder 2"/>
          <p:cNvSpPr>
            <a:spLocks noGrp="1"/>
          </p:cNvSpPr>
          <p:nvPr>
            <p:ph idx="1"/>
          </p:nvPr>
        </p:nvSpPr>
        <p:spPr>
          <a:xfrm>
            <a:off x="3971925" y="1371600"/>
            <a:ext cx="4629150" cy="4874419"/>
          </a:xfrm>
        </p:spPr>
        <p:txBody>
          <a:bodyPr/>
          <a:lstStyle>
            <a:lvl1pPr>
              <a:defRPr sz="1575"/>
            </a:lvl1pPr>
            <a:lvl2pPr>
              <a:defRPr sz="1350"/>
            </a:lvl2pPr>
            <a:lvl3pPr>
              <a:defRPr sz="1125"/>
            </a:lvl3pPr>
            <a:lvl4pPr>
              <a:defRPr sz="1015"/>
            </a:lvl4pPr>
            <a:lvl5pPr>
              <a:defRPr sz="1015"/>
            </a:lvl5pPr>
            <a:lvl6pPr>
              <a:defRPr sz="1125"/>
            </a:lvl6pPr>
            <a:lvl7pPr>
              <a:defRPr sz="1125"/>
            </a:lvl7pPr>
            <a:lvl8pPr>
              <a:defRPr sz="1125"/>
            </a:lvl8pPr>
            <a:lvl9pPr>
              <a:defRPr sz="112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14375" y="2441972"/>
            <a:ext cx="2949476" cy="3811191"/>
          </a:xfrm>
        </p:spPr>
        <p:txBody>
          <a:bodyPr/>
          <a:lstStyle>
            <a:lvl1pPr marL="0" indent="0">
              <a:buNone/>
              <a:defRPr sz="900"/>
            </a:lvl1pPr>
            <a:lvl2pPr marL="257175" indent="0">
              <a:buNone/>
              <a:defRPr sz="790"/>
            </a:lvl2pPr>
            <a:lvl3pPr marL="514350" indent="0">
              <a:buNone/>
              <a:defRPr sz="675"/>
            </a:lvl3pPr>
            <a:lvl4pPr marL="771525" indent="0">
              <a:buNone/>
              <a:defRPr sz="565"/>
            </a:lvl4pPr>
            <a:lvl5pPr marL="1028700" indent="0">
              <a:buNone/>
              <a:defRPr sz="565"/>
            </a:lvl5pPr>
            <a:lvl6pPr marL="1285875" indent="0">
              <a:buNone/>
              <a:defRPr sz="565"/>
            </a:lvl6pPr>
            <a:lvl7pPr marL="1543050" indent="0">
              <a:buNone/>
              <a:defRPr sz="565"/>
            </a:lvl7pPr>
            <a:lvl8pPr marL="1800225" indent="0">
              <a:buNone/>
              <a:defRPr sz="565"/>
            </a:lvl8pPr>
            <a:lvl9pPr marL="2057400" indent="0">
              <a:buNone/>
              <a:defRPr sz="565"/>
            </a:lvl9pPr>
          </a:lstStyle>
          <a:p>
            <a:pPr lvl="0"/>
            <a:r>
              <a:rPr lang="en-US"/>
              <a:t>Click to edit Master text styles</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1_Presentation Title Slide">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_Presentation Title Slide">
    <p:spTree>
      <p:nvGrpSpPr>
        <p:cNvPr id="1" name=""/>
        <p:cNvGrpSpPr/>
        <p:nvPr/>
      </p:nvGrpSpPr>
      <p:grpSpPr>
        <a:xfrm>
          <a:off x="0" y="0"/>
          <a:ext cx="0" cy="0"/>
          <a:chOff x="0" y="0"/>
          <a:chExt cx="0" cy="0"/>
        </a:xfrm>
      </p:grpSpPr>
      <p:pic>
        <p:nvPicPr>
          <p:cNvPr id="3"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object 19"/>
          <p:cNvSpPr txBox="1"/>
          <p:nvPr/>
        </p:nvSpPr>
        <p:spPr>
          <a:xfrm>
            <a:off x="404813" y="6481763"/>
            <a:ext cx="2282825" cy="111125"/>
          </a:xfrm>
          <a:prstGeom prst="rect">
            <a:avLst/>
          </a:prstGeom>
        </p:spPr>
        <p:txBody>
          <a:bodyPr lIns="0" tIns="7144" rIns="0" bIns="0">
            <a:spAutoFit/>
          </a:bodyPr>
          <a:lstStyle/>
          <a:p>
            <a:pPr marL="6985">
              <a:spcBef>
                <a:spcPts val="55"/>
              </a:spcBef>
              <a:defRPr/>
            </a:pPr>
            <a:r>
              <a:rPr sz="675" dirty="0">
                <a:solidFill>
                  <a:schemeClr val="bg1">
                    <a:lumMod val="95000"/>
                  </a:schemeClr>
                </a:solidFill>
                <a:latin typeface="Arial" panose="020B0604020202020204" pitchFamily="34" charset="0"/>
                <a:cs typeface="Arial" panose="020B0604020202020204" pitchFamily="34" charset="0"/>
              </a:rPr>
              <a:t>© </a:t>
            </a:r>
            <a:r>
              <a:rPr sz="675" spc="-3" dirty="0">
                <a:solidFill>
                  <a:schemeClr val="bg1">
                    <a:lumMod val="95000"/>
                  </a:schemeClr>
                </a:solidFill>
                <a:latin typeface="Arial" panose="020B0604020202020204" pitchFamily="34" charset="0"/>
                <a:cs typeface="Arial" panose="020B0604020202020204" pitchFamily="34" charset="0"/>
              </a:rPr>
              <a:t>20</a:t>
            </a:r>
            <a:r>
              <a:rPr lang="en-US" sz="675" spc="-3" dirty="0">
                <a:solidFill>
                  <a:schemeClr val="bg1">
                    <a:lumMod val="95000"/>
                  </a:schemeClr>
                </a:solidFill>
                <a:latin typeface="Arial" panose="020B0604020202020204" pitchFamily="34" charset="0"/>
                <a:cs typeface="Arial" panose="020B0604020202020204" pitchFamily="34" charset="0"/>
              </a:rPr>
              <a:t>20</a:t>
            </a:r>
            <a:r>
              <a:rPr sz="675" spc="-3" dirty="0">
                <a:solidFill>
                  <a:schemeClr val="bg1">
                    <a:lumMod val="95000"/>
                  </a:schemeClr>
                </a:solidFill>
                <a:latin typeface="Arial" panose="020B0604020202020204" pitchFamily="34" charset="0"/>
                <a:cs typeface="Arial" panose="020B0604020202020204" pitchFamily="34" charset="0"/>
              </a:rPr>
              <a:t> </a:t>
            </a:r>
            <a:r>
              <a:rPr lang="en-US" sz="675" spc="-3" dirty="0">
                <a:solidFill>
                  <a:schemeClr val="bg1">
                    <a:lumMod val="95000"/>
                  </a:schemeClr>
                </a:solidFill>
                <a:latin typeface="Arial" panose="020B0604020202020204" pitchFamily="34" charset="0"/>
                <a:cs typeface="Arial" panose="020B0604020202020204" pitchFamily="34" charset="0"/>
              </a:rPr>
              <a:t>Coforge</a:t>
            </a:r>
            <a:endParaRPr sz="675" dirty="0">
              <a:solidFill>
                <a:schemeClr val="bg1">
                  <a:lumMod val="95000"/>
                </a:schemeClr>
              </a:solidFill>
              <a:latin typeface="Arial" panose="020B0604020202020204" pitchFamily="34" charset="0"/>
              <a:cs typeface="Arial" panose="020B0604020202020204" pitchFamily="34" charset="0"/>
            </a:endParaRPr>
          </a:p>
        </p:txBody>
      </p:sp>
      <p:pic>
        <p:nvPicPr>
          <p:cNvPr id="5" name="Picture 10"/>
          <p:cNvPicPr>
            <a:picLocks noChangeAspect="1" noChangeArrowheads="1"/>
          </p:cNvPicPr>
          <p:nvPr/>
        </p:nvPicPr>
        <p:blipFill>
          <a:blip r:embed="rId3" cstate="print">
            <a:extLst>
              <a:ext uri="{28A0092B-C50C-407E-A947-70E740481C1C}">
                <a14:useLocalDpi xmlns:a14="http://schemas.microsoft.com/office/drawing/2010/main" val="0"/>
              </a:ext>
            </a:extLst>
          </a:blip>
          <a:srcRect t="17314" b="23924"/>
          <a:stretch>
            <a:fillRect/>
          </a:stretch>
        </p:blipFill>
        <p:spPr bwMode="auto">
          <a:xfrm>
            <a:off x="6861175" y="382588"/>
            <a:ext cx="1984375" cy="874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1"/>
          <p:cNvSpPr>
            <a:spLocks noGrp="1"/>
          </p:cNvSpPr>
          <p:nvPr>
            <p:ph type="title"/>
          </p:nvPr>
        </p:nvSpPr>
        <p:spPr>
          <a:xfrm>
            <a:off x="4529138" y="2800350"/>
            <a:ext cx="3593306" cy="1257300"/>
          </a:xfrm>
        </p:spPr>
        <p:txBody>
          <a:bodyPr>
            <a:noAutofit/>
          </a:bodyPr>
          <a:lstStyle>
            <a:lvl1pPr algn="l">
              <a:defRPr sz="3040">
                <a:solidFill>
                  <a:schemeClr val="bg1"/>
                </a:solidFill>
              </a:defRPr>
            </a:lvl1pPr>
          </a:lstStyle>
          <a:p>
            <a:r>
              <a:rPr lang="en-US"/>
              <a:t>Click to edit Master title style</a:t>
            </a:r>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4_Presentation Title Slide">
    <p:spTree>
      <p:nvGrpSpPr>
        <p:cNvPr id="1" name=""/>
        <p:cNvGrpSpPr/>
        <p:nvPr/>
      </p:nvGrpSpPr>
      <p:grpSpPr>
        <a:xfrm>
          <a:off x="0" y="0"/>
          <a:ext cx="0" cy="0"/>
          <a:chOff x="0" y="0"/>
          <a:chExt cx="0" cy="0"/>
        </a:xfrm>
      </p:grpSpPr>
      <p:pic>
        <p:nvPicPr>
          <p:cNvPr id="3"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object 19"/>
          <p:cNvSpPr txBox="1"/>
          <p:nvPr/>
        </p:nvSpPr>
        <p:spPr>
          <a:xfrm>
            <a:off x="6500813" y="6343650"/>
            <a:ext cx="2282825" cy="111125"/>
          </a:xfrm>
          <a:prstGeom prst="rect">
            <a:avLst/>
          </a:prstGeom>
        </p:spPr>
        <p:txBody>
          <a:bodyPr lIns="0" tIns="7144" rIns="0" bIns="0">
            <a:spAutoFit/>
          </a:bodyPr>
          <a:lstStyle/>
          <a:p>
            <a:pPr marL="6985" algn="r">
              <a:spcBef>
                <a:spcPts val="55"/>
              </a:spcBef>
              <a:defRPr/>
            </a:pPr>
            <a:r>
              <a:rPr sz="675" dirty="0">
                <a:solidFill>
                  <a:schemeClr val="bg1">
                    <a:lumMod val="50000"/>
                  </a:schemeClr>
                </a:solidFill>
                <a:latin typeface="Arial" panose="020B0604020202020204" pitchFamily="34" charset="0"/>
                <a:cs typeface="Arial" panose="020B0604020202020204" pitchFamily="34" charset="0"/>
              </a:rPr>
              <a:t>© </a:t>
            </a:r>
            <a:r>
              <a:rPr sz="675" spc="-3" dirty="0">
                <a:solidFill>
                  <a:schemeClr val="bg1">
                    <a:lumMod val="50000"/>
                  </a:schemeClr>
                </a:solidFill>
                <a:latin typeface="Arial" panose="020B0604020202020204" pitchFamily="34" charset="0"/>
                <a:cs typeface="Arial" panose="020B0604020202020204" pitchFamily="34" charset="0"/>
              </a:rPr>
              <a:t>20</a:t>
            </a:r>
            <a:r>
              <a:rPr lang="en-US" sz="675" spc="-3" dirty="0">
                <a:solidFill>
                  <a:schemeClr val="bg1">
                    <a:lumMod val="50000"/>
                  </a:schemeClr>
                </a:solidFill>
                <a:latin typeface="Arial" panose="020B0604020202020204" pitchFamily="34" charset="0"/>
                <a:cs typeface="Arial" panose="020B0604020202020204" pitchFamily="34" charset="0"/>
              </a:rPr>
              <a:t>20</a:t>
            </a:r>
            <a:r>
              <a:rPr sz="675" spc="-3" dirty="0">
                <a:solidFill>
                  <a:schemeClr val="bg1">
                    <a:lumMod val="50000"/>
                  </a:schemeClr>
                </a:solidFill>
                <a:latin typeface="Arial" panose="020B0604020202020204" pitchFamily="34" charset="0"/>
                <a:cs typeface="Arial" panose="020B0604020202020204" pitchFamily="34" charset="0"/>
              </a:rPr>
              <a:t> </a:t>
            </a:r>
            <a:r>
              <a:rPr lang="en-US" sz="675" spc="-3" dirty="0">
                <a:solidFill>
                  <a:schemeClr val="bg1">
                    <a:lumMod val="50000"/>
                  </a:schemeClr>
                </a:solidFill>
                <a:latin typeface="Arial" panose="020B0604020202020204" pitchFamily="34" charset="0"/>
                <a:cs typeface="Arial" panose="020B0604020202020204" pitchFamily="34" charset="0"/>
              </a:rPr>
              <a:t>Coforge</a:t>
            </a:r>
            <a:endParaRPr sz="675" dirty="0">
              <a:solidFill>
                <a:schemeClr val="bg1">
                  <a:lumMod val="50000"/>
                </a:schemeClr>
              </a:solidFill>
              <a:latin typeface="Arial" panose="020B0604020202020204" pitchFamily="34" charset="0"/>
              <a:cs typeface="Arial" panose="020B0604020202020204" pitchFamily="34" charset="0"/>
            </a:endParaRPr>
          </a:p>
        </p:txBody>
      </p:sp>
      <p:pic>
        <p:nvPicPr>
          <p:cNvPr id="5" name="Picture 1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43713" y="423863"/>
            <a:ext cx="2006600" cy="71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reeform 8">
            <a:hlinkClick r:id="rId4"/>
          </p:cNvPr>
          <p:cNvSpPr/>
          <p:nvPr/>
        </p:nvSpPr>
        <p:spPr bwMode="auto">
          <a:xfrm>
            <a:off x="6180138" y="4308475"/>
            <a:ext cx="244475" cy="266700"/>
          </a:xfrm>
          <a:custGeom>
            <a:avLst/>
            <a:gdLst>
              <a:gd name="T0" fmla="*/ 18 w 422"/>
              <a:gd name="T1" fmla="*/ 307 h 345"/>
              <a:gd name="T2" fmla="*/ 68 w 422"/>
              <a:gd name="T3" fmla="*/ 301 h 345"/>
              <a:gd name="T4" fmla="*/ 112 w 422"/>
              <a:gd name="T5" fmla="*/ 281 h 345"/>
              <a:gd name="T6" fmla="*/ 112 w 422"/>
              <a:gd name="T7" fmla="*/ 269 h 345"/>
              <a:gd name="T8" fmla="*/ 78 w 422"/>
              <a:gd name="T9" fmla="*/ 253 h 345"/>
              <a:gd name="T10" fmla="*/ 52 w 422"/>
              <a:gd name="T11" fmla="*/ 223 h 345"/>
              <a:gd name="T12" fmla="*/ 66 w 422"/>
              <a:gd name="T13" fmla="*/ 211 h 345"/>
              <a:gd name="T14" fmla="*/ 86 w 422"/>
              <a:gd name="T15" fmla="*/ 209 h 345"/>
              <a:gd name="T16" fmla="*/ 46 w 422"/>
              <a:gd name="T17" fmla="*/ 189 h 345"/>
              <a:gd name="T18" fmla="*/ 26 w 422"/>
              <a:gd name="T19" fmla="*/ 164 h 345"/>
              <a:gd name="T20" fmla="*/ 16 w 422"/>
              <a:gd name="T21" fmla="*/ 122 h 345"/>
              <a:gd name="T22" fmla="*/ 44 w 422"/>
              <a:gd name="T23" fmla="*/ 132 h 345"/>
              <a:gd name="T24" fmla="*/ 42 w 422"/>
              <a:gd name="T25" fmla="*/ 122 h 345"/>
              <a:gd name="T26" fmla="*/ 20 w 422"/>
              <a:gd name="T27" fmla="*/ 80 h 345"/>
              <a:gd name="T28" fmla="*/ 18 w 422"/>
              <a:gd name="T29" fmla="*/ 48 h 345"/>
              <a:gd name="T30" fmla="*/ 28 w 422"/>
              <a:gd name="T31" fmla="*/ 16 h 345"/>
              <a:gd name="T32" fmla="*/ 86 w 422"/>
              <a:gd name="T33" fmla="*/ 68 h 345"/>
              <a:gd name="T34" fmla="*/ 156 w 422"/>
              <a:gd name="T35" fmla="*/ 98 h 345"/>
              <a:gd name="T36" fmla="*/ 208 w 422"/>
              <a:gd name="T37" fmla="*/ 108 h 345"/>
              <a:gd name="T38" fmla="*/ 206 w 422"/>
              <a:gd name="T39" fmla="*/ 78 h 345"/>
              <a:gd name="T40" fmla="*/ 220 w 422"/>
              <a:gd name="T41" fmla="*/ 40 h 345"/>
              <a:gd name="T42" fmla="*/ 236 w 422"/>
              <a:gd name="T43" fmla="*/ 20 h 345"/>
              <a:gd name="T44" fmla="*/ 268 w 422"/>
              <a:gd name="T45" fmla="*/ 4 h 345"/>
              <a:gd name="T46" fmla="*/ 304 w 422"/>
              <a:gd name="T47" fmla="*/ 2 h 345"/>
              <a:gd name="T48" fmla="*/ 330 w 422"/>
              <a:gd name="T49" fmla="*/ 10 h 345"/>
              <a:gd name="T50" fmla="*/ 352 w 422"/>
              <a:gd name="T51" fmla="*/ 26 h 345"/>
              <a:gd name="T52" fmla="*/ 360 w 422"/>
              <a:gd name="T53" fmla="*/ 28 h 345"/>
              <a:gd name="T54" fmla="*/ 406 w 422"/>
              <a:gd name="T55" fmla="*/ 10 h 345"/>
              <a:gd name="T56" fmla="*/ 404 w 422"/>
              <a:gd name="T57" fmla="*/ 22 h 345"/>
              <a:gd name="T58" fmla="*/ 386 w 422"/>
              <a:gd name="T59" fmla="*/ 46 h 345"/>
              <a:gd name="T60" fmla="*/ 398 w 422"/>
              <a:gd name="T61" fmla="*/ 50 h 345"/>
              <a:gd name="T62" fmla="*/ 422 w 422"/>
              <a:gd name="T63" fmla="*/ 44 h 345"/>
              <a:gd name="T64" fmla="*/ 400 w 422"/>
              <a:gd name="T65" fmla="*/ 68 h 345"/>
              <a:gd name="T66" fmla="*/ 380 w 422"/>
              <a:gd name="T67" fmla="*/ 90 h 345"/>
              <a:gd name="T68" fmla="*/ 372 w 422"/>
              <a:gd name="T69" fmla="*/ 154 h 345"/>
              <a:gd name="T70" fmla="*/ 350 w 422"/>
              <a:gd name="T71" fmla="*/ 215 h 345"/>
              <a:gd name="T72" fmla="*/ 314 w 422"/>
              <a:gd name="T73" fmla="*/ 267 h 345"/>
              <a:gd name="T74" fmla="*/ 268 w 422"/>
              <a:gd name="T75" fmla="*/ 307 h 345"/>
              <a:gd name="T76" fmla="*/ 232 w 422"/>
              <a:gd name="T77" fmla="*/ 327 h 345"/>
              <a:gd name="T78" fmla="*/ 150 w 422"/>
              <a:gd name="T79" fmla="*/ 345 h 345"/>
              <a:gd name="T80" fmla="*/ 98 w 422"/>
              <a:gd name="T81" fmla="*/ 343 h 345"/>
              <a:gd name="T82" fmla="*/ 30 w 422"/>
              <a:gd name="T83" fmla="*/ 323 h 345"/>
              <a:gd name="T84" fmla="*/ 0 w 422"/>
              <a:gd name="T85" fmla="*/ 309 h 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22" h="345">
                <a:moveTo>
                  <a:pt x="0" y="307"/>
                </a:moveTo>
                <a:lnTo>
                  <a:pt x="0" y="307"/>
                </a:lnTo>
                <a:lnTo>
                  <a:pt x="18" y="307"/>
                </a:lnTo>
                <a:lnTo>
                  <a:pt x="34" y="307"/>
                </a:lnTo>
                <a:lnTo>
                  <a:pt x="52" y="305"/>
                </a:lnTo>
                <a:lnTo>
                  <a:pt x="68" y="301"/>
                </a:lnTo>
                <a:lnTo>
                  <a:pt x="82" y="297"/>
                </a:lnTo>
                <a:lnTo>
                  <a:pt x="98" y="289"/>
                </a:lnTo>
                <a:lnTo>
                  <a:pt x="112" y="281"/>
                </a:lnTo>
                <a:lnTo>
                  <a:pt x="128" y="271"/>
                </a:lnTo>
                <a:lnTo>
                  <a:pt x="128" y="271"/>
                </a:lnTo>
                <a:lnTo>
                  <a:pt x="112" y="269"/>
                </a:lnTo>
                <a:lnTo>
                  <a:pt x="100" y="265"/>
                </a:lnTo>
                <a:lnTo>
                  <a:pt x="88" y="261"/>
                </a:lnTo>
                <a:lnTo>
                  <a:pt x="78" y="253"/>
                </a:lnTo>
                <a:lnTo>
                  <a:pt x="68" y="245"/>
                </a:lnTo>
                <a:lnTo>
                  <a:pt x="60" y="235"/>
                </a:lnTo>
                <a:lnTo>
                  <a:pt x="52" y="223"/>
                </a:lnTo>
                <a:lnTo>
                  <a:pt x="46" y="211"/>
                </a:lnTo>
                <a:lnTo>
                  <a:pt x="46" y="211"/>
                </a:lnTo>
                <a:lnTo>
                  <a:pt x="66" y="211"/>
                </a:lnTo>
                <a:lnTo>
                  <a:pt x="76" y="211"/>
                </a:lnTo>
                <a:lnTo>
                  <a:pt x="86" y="209"/>
                </a:lnTo>
                <a:lnTo>
                  <a:pt x="86" y="209"/>
                </a:lnTo>
                <a:lnTo>
                  <a:pt x="70" y="205"/>
                </a:lnTo>
                <a:lnTo>
                  <a:pt x="58" y="197"/>
                </a:lnTo>
                <a:lnTo>
                  <a:pt x="46" y="189"/>
                </a:lnTo>
                <a:lnTo>
                  <a:pt x="36" y="178"/>
                </a:lnTo>
                <a:lnTo>
                  <a:pt x="36" y="178"/>
                </a:lnTo>
                <a:lnTo>
                  <a:pt x="26" y="164"/>
                </a:lnTo>
                <a:lnTo>
                  <a:pt x="20" y="152"/>
                </a:lnTo>
                <a:lnTo>
                  <a:pt x="18" y="138"/>
                </a:lnTo>
                <a:lnTo>
                  <a:pt x="16" y="122"/>
                </a:lnTo>
                <a:lnTo>
                  <a:pt x="16" y="122"/>
                </a:lnTo>
                <a:lnTo>
                  <a:pt x="34" y="130"/>
                </a:lnTo>
                <a:lnTo>
                  <a:pt x="44" y="132"/>
                </a:lnTo>
                <a:lnTo>
                  <a:pt x="56" y="132"/>
                </a:lnTo>
                <a:lnTo>
                  <a:pt x="56" y="132"/>
                </a:lnTo>
                <a:lnTo>
                  <a:pt x="42" y="122"/>
                </a:lnTo>
                <a:lnTo>
                  <a:pt x="32" y="110"/>
                </a:lnTo>
                <a:lnTo>
                  <a:pt x="24" y="96"/>
                </a:lnTo>
                <a:lnTo>
                  <a:pt x="20" y="80"/>
                </a:lnTo>
                <a:lnTo>
                  <a:pt x="20" y="80"/>
                </a:lnTo>
                <a:lnTo>
                  <a:pt x="16" y="64"/>
                </a:lnTo>
                <a:lnTo>
                  <a:pt x="18" y="48"/>
                </a:lnTo>
                <a:lnTo>
                  <a:pt x="22" y="32"/>
                </a:lnTo>
                <a:lnTo>
                  <a:pt x="28" y="16"/>
                </a:lnTo>
                <a:lnTo>
                  <a:pt x="28" y="16"/>
                </a:lnTo>
                <a:lnTo>
                  <a:pt x="46" y="36"/>
                </a:lnTo>
                <a:lnTo>
                  <a:pt x="66" y="54"/>
                </a:lnTo>
                <a:lnTo>
                  <a:pt x="86" y="68"/>
                </a:lnTo>
                <a:lnTo>
                  <a:pt x="108" y="82"/>
                </a:lnTo>
                <a:lnTo>
                  <a:pt x="132" y="92"/>
                </a:lnTo>
                <a:lnTo>
                  <a:pt x="156" y="98"/>
                </a:lnTo>
                <a:lnTo>
                  <a:pt x="180" y="104"/>
                </a:lnTo>
                <a:lnTo>
                  <a:pt x="208" y="108"/>
                </a:lnTo>
                <a:lnTo>
                  <a:pt x="208" y="108"/>
                </a:lnTo>
                <a:lnTo>
                  <a:pt x="206" y="92"/>
                </a:lnTo>
                <a:lnTo>
                  <a:pt x="206" y="92"/>
                </a:lnTo>
                <a:lnTo>
                  <a:pt x="206" y="78"/>
                </a:lnTo>
                <a:lnTo>
                  <a:pt x="208" y="64"/>
                </a:lnTo>
                <a:lnTo>
                  <a:pt x="214" y="52"/>
                </a:lnTo>
                <a:lnTo>
                  <a:pt x="220" y="40"/>
                </a:lnTo>
                <a:lnTo>
                  <a:pt x="220" y="40"/>
                </a:lnTo>
                <a:lnTo>
                  <a:pt x="228" y="30"/>
                </a:lnTo>
                <a:lnTo>
                  <a:pt x="236" y="20"/>
                </a:lnTo>
                <a:lnTo>
                  <a:pt x="246" y="14"/>
                </a:lnTo>
                <a:lnTo>
                  <a:pt x="256" y="8"/>
                </a:lnTo>
                <a:lnTo>
                  <a:pt x="268" y="4"/>
                </a:lnTo>
                <a:lnTo>
                  <a:pt x="278" y="2"/>
                </a:lnTo>
                <a:lnTo>
                  <a:pt x="290" y="0"/>
                </a:lnTo>
                <a:lnTo>
                  <a:pt x="304" y="2"/>
                </a:lnTo>
                <a:lnTo>
                  <a:pt x="304" y="2"/>
                </a:lnTo>
                <a:lnTo>
                  <a:pt x="318" y="4"/>
                </a:lnTo>
                <a:lnTo>
                  <a:pt x="330" y="10"/>
                </a:lnTo>
                <a:lnTo>
                  <a:pt x="342" y="16"/>
                </a:lnTo>
                <a:lnTo>
                  <a:pt x="352" y="26"/>
                </a:lnTo>
                <a:lnTo>
                  <a:pt x="352" y="26"/>
                </a:lnTo>
                <a:lnTo>
                  <a:pt x="356" y="28"/>
                </a:lnTo>
                <a:lnTo>
                  <a:pt x="360" y="28"/>
                </a:lnTo>
                <a:lnTo>
                  <a:pt x="360" y="28"/>
                </a:lnTo>
                <a:lnTo>
                  <a:pt x="384" y="20"/>
                </a:lnTo>
                <a:lnTo>
                  <a:pt x="406" y="10"/>
                </a:lnTo>
                <a:lnTo>
                  <a:pt x="406" y="10"/>
                </a:lnTo>
                <a:lnTo>
                  <a:pt x="410" y="8"/>
                </a:lnTo>
                <a:lnTo>
                  <a:pt x="410" y="8"/>
                </a:lnTo>
                <a:lnTo>
                  <a:pt x="404" y="22"/>
                </a:lnTo>
                <a:lnTo>
                  <a:pt x="396" y="34"/>
                </a:lnTo>
                <a:lnTo>
                  <a:pt x="396" y="34"/>
                </a:lnTo>
                <a:lnTo>
                  <a:pt x="386" y="46"/>
                </a:lnTo>
                <a:lnTo>
                  <a:pt x="374" y="54"/>
                </a:lnTo>
                <a:lnTo>
                  <a:pt x="374" y="54"/>
                </a:lnTo>
                <a:lnTo>
                  <a:pt x="398" y="50"/>
                </a:lnTo>
                <a:lnTo>
                  <a:pt x="422" y="42"/>
                </a:lnTo>
                <a:lnTo>
                  <a:pt x="422" y="42"/>
                </a:lnTo>
                <a:lnTo>
                  <a:pt x="422" y="44"/>
                </a:lnTo>
                <a:lnTo>
                  <a:pt x="422" y="44"/>
                </a:lnTo>
                <a:lnTo>
                  <a:pt x="400" y="68"/>
                </a:lnTo>
                <a:lnTo>
                  <a:pt x="400" y="68"/>
                </a:lnTo>
                <a:lnTo>
                  <a:pt x="382" y="84"/>
                </a:lnTo>
                <a:lnTo>
                  <a:pt x="382" y="84"/>
                </a:lnTo>
                <a:lnTo>
                  <a:pt x="380" y="90"/>
                </a:lnTo>
                <a:lnTo>
                  <a:pt x="380" y="90"/>
                </a:lnTo>
                <a:lnTo>
                  <a:pt x="378" y="122"/>
                </a:lnTo>
                <a:lnTo>
                  <a:pt x="372" y="154"/>
                </a:lnTo>
                <a:lnTo>
                  <a:pt x="364" y="185"/>
                </a:lnTo>
                <a:lnTo>
                  <a:pt x="350" y="215"/>
                </a:lnTo>
                <a:lnTo>
                  <a:pt x="350" y="215"/>
                </a:lnTo>
                <a:lnTo>
                  <a:pt x="340" y="233"/>
                </a:lnTo>
                <a:lnTo>
                  <a:pt x="328" y="251"/>
                </a:lnTo>
                <a:lnTo>
                  <a:pt x="314" y="267"/>
                </a:lnTo>
                <a:lnTo>
                  <a:pt x="300" y="281"/>
                </a:lnTo>
                <a:lnTo>
                  <a:pt x="286" y="295"/>
                </a:lnTo>
                <a:lnTo>
                  <a:pt x="268" y="307"/>
                </a:lnTo>
                <a:lnTo>
                  <a:pt x="252" y="317"/>
                </a:lnTo>
                <a:lnTo>
                  <a:pt x="232" y="327"/>
                </a:lnTo>
                <a:lnTo>
                  <a:pt x="232" y="327"/>
                </a:lnTo>
                <a:lnTo>
                  <a:pt x="206" y="335"/>
                </a:lnTo>
                <a:lnTo>
                  <a:pt x="178" y="343"/>
                </a:lnTo>
                <a:lnTo>
                  <a:pt x="150" y="345"/>
                </a:lnTo>
                <a:lnTo>
                  <a:pt x="122" y="345"/>
                </a:lnTo>
                <a:lnTo>
                  <a:pt x="122" y="345"/>
                </a:lnTo>
                <a:lnTo>
                  <a:pt x="98" y="343"/>
                </a:lnTo>
                <a:lnTo>
                  <a:pt x="76" y="339"/>
                </a:lnTo>
                <a:lnTo>
                  <a:pt x="52" y="333"/>
                </a:lnTo>
                <a:lnTo>
                  <a:pt x="30" y="323"/>
                </a:lnTo>
                <a:lnTo>
                  <a:pt x="30" y="323"/>
                </a:lnTo>
                <a:lnTo>
                  <a:pt x="0" y="309"/>
                </a:lnTo>
                <a:lnTo>
                  <a:pt x="0" y="309"/>
                </a:lnTo>
                <a:lnTo>
                  <a:pt x="0" y="307"/>
                </a:lnTo>
                <a:lnTo>
                  <a:pt x="0" y="307"/>
                </a:lnTo>
                <a:close/>
              </a:path>
            </a:pathLst>
          </a:custGeom>
          <a:solidFill>
            <a:srgbClr val="F68B1F"/>
          </a:solidFill>
          <a:ln>
            <a:noFill/>
          </a:ln>
        </p:spPr>
        <p:txBody>
          <a:bodyPr lIns="51435" tIns="25718" rIns="51435" bIns="25718"/>
          <a:lstStyle/>
          <a:p>
            <a:pPr>
              <a:defRPr/>
            </a:pPr>
            <a:endParaRPr lang="en-IN" sz="1350"/>
          </a:p>
        </p:txBody>
      </p:sp>
      <p:grpSp>
        <p:nvGrpSpPr>
          <p:cNvPr id="8" name="Group 7"/>
          <p:cNvGrpSpPr/>
          <p:nvPr/>
        </p:nvGrpSpPr>
        <p:grpSpPr>
          <a:xfrm>
            <a:off x="6543675" y="4286250"/>
            <a:ext cx="239951" cy="322889"/>
            <a:chOff x="2652713" y="4170363"/>
            <a:chExt cx="687388" cy="693738"/>
          </a:xfrm>
          <a:solidFill>
            <a:schemeClr val="bg1"/>
          </a:solidFill>
        </p:grpSpPr>
        <p:sp>
          <p:nvSpPr>
            <p:cNvPr id="9" name="Freeform 10">
              <a:hlinkClick r:id="rId5"/>
            </p:cNvPr>
            <p:cNvSpPr/>
            <p:nvPr/>
          </p:nvSpPr>
          <p:spPr bwMode="auto">
            <a:xfrm>
              <a:off x="2652713" y="4170363"/>
              <a:ext cx="687388" cy="693738"/>
            </a:xfrm>
            <a:custGeom>
              <a:avLst/>
              <a:gdLst>
                <a:gd name="T0" fmla="*/ 0 w 433"/>
                <a:gd name="T1" fmla="*/ 233 h 437"/>
                <a:gd name="T2" fmla="*/ 0 w 433"/>
                <a:gd name="T3" fmla="*/ 205 h 437"/>
                <a:gd name="T4" fmla="*/ 0 w 433"/>
                <a:gd name="T5" fmla="*/ 201 h 437"/>
                <a:gd name="T6" fmla="*/ 4 w 433"/>
                <a:gd name="T7" fmla="*/ 168 h 437"/>
                <a:gd name="T8" fmla="*/ 16 w 433"/>
                <a:gd name="T9" fmla="*/ 136 h 437"/>
                <a:gd name="T10" fmla="*/ 28 w 433"/>
                <a:gd name="T11" fmla="*/ 110 h 437"/>
                <a:gd name="T12" fmla="*/ 60 w 433"/>
                <a:gd name="T13" fmla="*/ 66 h 437"/>
                <a:gd name="T14" fmla="*/ 80 w 433"/>
                <a:gd name="T15" fmla="*/ 48 h 437"/>
                <a:gd name="T16" fmla="*/ 130 w 433"/>
                <a:gd name="T17" fmla="*/ 18 h 437"/>
                <a:gd name="T18" fmla="*/ 188 w 433"/>
                <a:gd name="T19" fmla="*/ 2 h 437"/>
                <a:gd name="T20" fmla="*/ 204 w 433"/>
                <a:gd name="T21" fmla="*/ 0 h 437"/>
                <a:gd name="T22" fmla="*/ 230 w 433"/>
                <a:gd name="T23" fmla="*/ 0 h 437"/>
                <a:gd name="T24" fmla="*/ 232 w 433"/>
                <a:gd name="T25" fmla="*/ 2 h 437"/>
                <a:gd name="T26" fmla="*/ 266 w 433"/>
                <a:gd name="T27" fmla="*/ 6 h 437"/>
                <a:gd name="T28" fmla="*/ 292 w 433"/>
                <a:gd name="T29" fmla="*/ 14 h 437"/>
                <a:gd name="T30" fmla="*/ 338 w 433"/>
                <a:gd name="T31" fmla="*/ 38 h 437"/>
                <a:gd name="T32" fmla="*/ 360 w 433"/>
                <a:gd name="T33" fmla="*/ 56 h 437"/>
                <a:gd name="T34" fmla="*/ 400 w 433"/>
                <a:gd name="T35" fmla="*/ 102 h 437"/>
                <a:gd name="T36" fmla="*/ 411 w 433"/>
                <a:gd name="T37" fmla="*/ 122 h 437"/>
                <a:gd name="T38" fmla="*/ 427 w 433"/>
                <a:gd name="T39" fmla="*/ 166 h 437"/>
                <a:gd name="T40" fmla="*/ 431 w 433"/>
                <a:gd name="T41" fmla="*/ 189 h 437"/>
                <a:gd name="T42" fmla="*/ 433 w 433"/>
                <a:gd name="T43" fmla="*/ 205 h 437"/>
                <a:gd name="T44" fmla="*/ 433 w 433"/>
                <a:gd name="T45" fmla="*/ 233 h 437"/>
                <a:gd name="T46" fmla="*/ 431 w 433"/>
                <a:gd name="T47" fmla="*/ 249 h 437"/>
                <a:gd name="T48" fmla="*/ 423 w 433"/>
                <a:gd name="T49" fmla="*/ 285 h 437"/>
                <a:gd name="T50" fmla="*/ 409 w 433"/>
                <a:gd name="T51" fmla="*/ 317 h 437"/>
                <a:gd name="T52" fmla="*/ 396 w 433"/>
                <a:gd name="T53" fmla="*/ 341 h 437"/>
                <a:gd name="T54" fmla="*/ 362 w 433"/>
                <a:gd name="T55" fmla="*/ 379 h 437"/>
                <a:gd name="T56" fmla="*/ 342 w 433"/>
                <a:gd name="T57" fmla="*/ 395 h 437"/>
                <a:gd name="T58" fmla="*/ 296 w 433"/>
                <a:gd name="T59" fmla="*/ 421 h 437"/>
                <a:gd name="T60" fmla="*/ 246 w 433"/>
                <a:gd name="T61" fmla="*/ 435 h 437"/>
                <a:gd name="T62" fmla="*/ 230 w 433"/>
                <a:gd name="T63" fmla="*/ 437 h 437"/>
                <a:gd name="T64" fmla="*/ 204 w 433"/>
                <a:gd name="T65" fmla="*/ 437 h 437"/>
                <a:gd name="T66" fmla="*/ 188 w 433"/>
                <a:gd name="T67" fmla="*/ 435 h 437"/>
                <a:gd name="T68" fmla="*/ 170 w 433"/>
                <a:gd name="T69" fmla="*/ 431 h 437"/>
                <a:gd name="T70" fmla="*/ 134 w 433"/>
                <a:gd name="T71" fmla="*/ 421 h 437"/>
                <a:gd name="T72" fmla="*/ 118 w 433"/>
                <a:gd name="T73" fmla="*/ 413 h 437"/>
                <a:gd name="T74" fmla="*/ 74 w 433"/>
                <a:gd name="T75" fmla="*/ 383 h 437"/>
                <a:gd name="T76" fmla="*/ 40 w 433"/>
                <a:gd name="T77" fmla="*/ 345 h 437"/>
                <a:gd name="T78" fmla="*/ 26 w 433"/>
                <a:gd name="T79" fmla="*/ 323 h 437"/>
                <a:gd name="T80" fmla="*/ 6 w 433"/>
                <a:gd name="T81" fmla="*/ 273 h 437"/>
                <a:gd name="T82" fmla="*/ 2 w 433"/>
                <a:gd name="T83" fmla="*/ 247 h 437"/>
                <a:gd name="T84" fmla="*/ 0 w 433"/>
                <a:gd name="T85" fmla="*/ 233 h 4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33" h="437">
                  <a:moveTo>
                    <a:pt x="0" y="233"/>
                  </a:moveTo>
                  <a:lnTo>
                    <a:pt x="0" y="233"/>
                  </a:lnTo>
                  <a:lnTo>
                    <a:pt x="0" y="205"/>
                  </a:lnTo>
                  <a:lnTo>
                    <a:pt x="0" y="205"/>
                  </a:lnTo>
                  <a:lnTo>
                    <a:pt x="0" y="201"/>
                  </a:lnTo>
                  <a:lnTo>
                    <a:pt x="0" y="201"/>
                  </a:lnTo>
                  <a:lnTo>
                    <a:pt x="2" y="185"/>
                  </a:lnTo>
                  <a:lnTo>
                    <a:pt x="4" y="168"/>
                  </a:lnTo>
                  <a:lnTo>
                    <a:pt x="10" y="152"/>
                  </a:lnTo>
                  <a:lnTo>
                    <a:pt x="16" y="136"/>
                  </a:lnTo>
                  <a:lnTo>
                    <a:pt x="16" y="136"/>
                  </a:lnTo>
                  <a:lnTo>
                    <a:pt x="28" y="110"/>
                  </a:lnTo>
                  <a:lnTo>
                    <a:pt x="42" y="88"/>
                  </a:lnTo>
                  <a:lnTo>
                    <a:pt x="60" y="66"/>
                  </a:lnTo>
                  <a:lnTo>
                    <a:pt x="80" y="48"/>
                  </a:lnTo>
                  <a:lnTo>
                    <a:pt x="80" y="48"/>
                  </a:lnTo>
                  <a:lnTo>
                    <a:pt x="104" y="32"/>
                  </a:lnTo>
                  <a:lnTo>
                    <a:pt x="130" y="18"/>
                  </a:lnTo>
                  <a:lnTo>
                    <a:pt x="158" y="8"/>
                  </a:lnTo>
                  <a:lnTo>
                    <a:pt x="188" y="2"/>
                  </a:lnTo>
                  <a:lnTo>
                    <a:pt x="188" y="2"/>
                  </a:lnTo>
                  <a:lnTo>
                    <a:pt x="204" y="0"/>
                  </a:lnTo>
                  <a:lnTo>
                    <a:pt x="204" y="0"/>
                  </a:lnTo>
                  <a:lnTo>
                    <a:pt x="230" y="0"/>
                  </a:lnTo>
                  <a:lnTo>
                    <a:pt x="230" y="0"/>
                  </a:lnTo>
                  <a:lnTo>
                    <a:pt x="232" y="2"/>
                  </a:lnTo>
                  <a:lnTo>
                    <a:pt x="232" y="2"/>
                  </a:lnTo>
                  <a:lnTo>
                    <a:pt x="266" y="6"/>
                  </a:lnTo>
                  <a:lnTo>
                    <a:pt x="266" y="6"/>
                  </a:lnTo>
                  <a:lnTo>
                    <a:pt x="292" y="14"/>
                  </a:lnTo>
                  <a:lnTo>
                    <a:pt x="316" y="24"/>
                  </a:lnTo>
                  <a:lnTo>
                    <a:pt x="338" y="38"/>
                  </a:lnTo>
                  <a:lnTo>
                    <a:pt x="360" y="56"/>
                  </a:lnTo>
                  <a:lnTo>
                    <a:pt x="360" y="56"/>
                  </a:lnTo>
                  <a:lnTo>
                    <a:pt x="382" y="78"/>
                  </a:lnTo>
                  <a:lnTo>
                    <a:pt x="400" y="102"/>
                  </a:lnTo>
                  <a:lnTo>
                    <a:pt x="400" y="102"/>
                  </a:lnTo>
                  <a:lnTo>
                    <a:pt x="411" y="122"/>
                  </a:lnTo>
                  <a:lnTo>
                    <a:pt x="419" y="144"/>
                  </a:lnTo>
                  <a:lnTo>
                    <a:pt x="427" y="166"/>
                  </a:lnTo>
                  <a:lnTo>
                    <a:pt x="431" y="189"/>
                  </a:lnTo>
                  <a:lnTo>
                    <a:pt x="431" y="189"/>
                  </a:lnTo>
                  <a:lnTo>
                    <a:pt x="433" y="205"/>
                  </a:lnTo>
                  <a:lnTo>
                    <a:pt x="433" y="205"/>
                  </a:lnTo>
                  <a:lnTo>
                    <a:pt x="433" y="233"/>
                  </a:lnTo>
                  <a:lnTo>
                    <a:pt x="433" y="233"/>
                  </a:lnTo>
                  <a:lnTo>
                    <a:pt x="431" y="249"/>
                  </a:lnTo>
                  <a:lnTo>
                    <a:pt x="431" y="249"/>
                  </a:lnTo>
                  <a:lnTo>
                    <a:pt x="427" y="267"/>
                  </a:lnTo>
                  <a:lnTo>
                    <a:pt x="423" y="285"/>
                  </a:lnTo>
                  <a:lnTo>
                    <a:pt x="417" y="301"/>
                  </a:lnTo>
                  <a:lnTo>
                    <a:pt x="409" y="317"/>
                  </a:lnTo>
                  <a:lnTo>
                    <a:pt x="409" y="317"/>
                  </a:lnTo>
                  <a:lnTo>
                    <a:pt x="396" y="341"/>
                  </a:lnTo>
                  <a:lnTo>
                    <a:pt x="380" y="361"/>
                  </a:lnTo>
                  <a:lnTo>
                    <a:pt x="362" y="379"/>
                  </a:lnTo>
                  <a:lnTo>
                    <a:pt x="342" y="395"/>
                  </a:lnTo>
                  <a:lnTo>
                    <a:pt x="342" y="395"/>
                  </a:lnTo>
                  <a:lnTo>
                    <a:pt x="320" y="409"/>
                  </a:lnTo>
                  <a:lnTo>
                    <a:pt x="296" y="421"/>
                  </a:lnTo>
                  <a:lnTo>
                    <a:pt x="272" y="429"/>
                  </a:lnTo>
                  <a:lnTo>
                    <a:pt x="246" y="435"/>
                  </a:lnTo>
                  <a:lnTo>
                    <a:pt x="246" y="435"/>
                  </a:lnTo>
                  <a:lnTo>
                    <a:pt x="230" y="437"/>
                  </a:lnTo>
                  <a:lnTo>
                    <a:pt x="230" y="437"/>
                  </a:lnTo>
                  <a:lnTo>
                    <a:pt x="204" y="437"/>
                  </a:lnTo>
                  <a:lnTo>
                    <a:pt x="204" y="437"/>
                  </a:lnTo>
                  <a:lnTo>
                    <a:pt x="188" y="435"/>
                  </a:lnTo>
                  <a:lnTo>
                    <a:pt x="188" y="435"/>
                  </a:lnTo>
                  <a:lnTo>
                    <a:pt x="170" y="431"/>
                  </a:lnTo>
                  <a:lnTo>
                    <a:pt x="152" y="427"/>
                  </a:lnTo>
                  <a:lnTo>
                    <a:pt x="134" y="421"/>
                  </a:lnTo>
                  <a:lnTo>
                    <a:pt x="118" y="413"/>
                  </a:lnTo>
                  <a:lnTo>
                    <a:pt x="118" y="413"/>
                  </a:lnTo>
                  <a:lnTo>
                    <a:pt x="96" y="399"/>
                  </a:lnTo>
                  <a:lnTo>
                    <a:pt x="74" y="383"/>
                  </a:lnTo>
                  <a:lnTo>
                    <a:pt x="56" y="365"/>
                  </a:lnTo>
                  <a:lnTo>
                    <a:pt x="40" y="345"/>
                  </a:lnTo>
                  <a:lnTo>
                    <a:pt x="40" y="345"/>
                  </a:lnTo>
                  <a:lnTo>
                    <a:pt x="26" y="323"/>
                  </a:lnTo>
                  <a:lnTo>
                    <a:pt x="14" y="299"/>
                  </a:lnTo>
                  <a:lnTo>
                    <a:pt x="6" y="273"/>
                  </a:lnTo>
                  <a:lnTo>
                    <a:pt x="2" y="247"/>
                  </a:lnTo>
                  <a:lnTo>
                    <a:pt x="2" y="247"/>
                  </a:lnTo>
                  <a:lnTo>
                    <a:pt x="0" y="233"/>
                  </a:lnTo>
                  <a:lnTo>
                    <a:pt x="0" y="233"/>
                  </a:lnTo>
                  <a:close/>
                </a:path>
              </a:pathLst>
            </a:custGeom>
            <a:solidFill>
              <a:srgbClr val="F68B1F"/>
            </a:soli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IN" sz="1350" dirty="0"/>
            </a:p>
          </p:txBody>
        </p:sp>
        <p:sp>
          <p:nvSpPr>
            <p:cNvPr id="10" name="Freeform 12"/>
            <p:cNvSpPr/>
            <p:nvPr/>
          </p:nvSpPr>
          <p:spPr bwMode="auto">
            <a:xfrm>
              <a:off x="2922588" y="4389438"/>
              <a:ext cx="190500" cy="252413"/>
            </a:xfrm>
            <a:custGeom>
              <a:avLst/>
              <a:gdLst>
                <a:gd name="T0" fmla="*/ 0 w 120"/>
                <a:gd name="T1" fmla="*/ 159 h 159"/>
                <a:gd name="T2" fmla="*/ 0 w 120"/>
                <a:gd name="T3" fmla="*/ 159 h 159"/>
                <a:gd name="T4" fmla="*/ 0 w 120"/>
                <a:gd name="T5" fmla="*/ 0 h 159"/>
                <a:gd name="T6" fmla="*/ 0 w 120"/>
                <a:gd name="T7" fmla="*/ 0 h 159"/>
                <a:gd name="T8" fmla="*/ 120 w 120"/>
                <a:gd name="T9" fmla="*/ 81 h 159"/>
                <a:gd name="T10" fmla="*/ 120 w 120"/>
                <a:gd name="T11" fmla="*/ 81 h 159"/>
                <a:gd name="T12" fmla="*/ 0 w 120"/>
                <a:gd name="T13" fmla="*/ 159 h 159"/>
                <a:gd name="T14" fmla="*/ 0 w 120"/>
                <a:gd name="T15" fmla="*/ 159 h 15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0" h="159">
                  <a:moveTo>
                    <a:pt x="0" y="159"/>
                  </a:moveTo>
                  <a:lnTo>
                    <a:pt x="0" y="159"/>
                  </a:lnTo>
                  <a:lnTo>
                    <a:pt x="0" y="0"/>
                  </a:lnTo>
                  <a:lnTo>
                    <a:pt x="0" y="0"/>
                  </a:lnTo>
                  <a:lnTo>
                    <a:pt x="120" y="81"/>
                  </a:lnTo>
                  <a:lnTo>
                    <a:pt x="120" y="81"/>
                  </a:lnTo>
                  <a:lnTo>
                    <a:pt x="0" y="159"/>
                  </a:lnTo>
                  <a:lnTo>
                    <a:pt x="0" y="159"/>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IN" sz="1350"/>
            </a:p>
          </p:txBody>
        </p:sp>
      </p:grpSp>
      <p:sp>
        <p:nvSpPr>
          <p:cNvPr id="11" name="Freeform 13"/>
          <p:cNvSpPr/>
          <p:nvPr/>
        </p:nvSpPr>
        <p:spPr bwMode="auto">
          <a:xfrm>
            <a:off x="5581650" y="4354513"/>
            <a:ext cx="160338" cy="217487"/>
          </a:xfrm>
          <a:custGeom>
            <a:avLst/>
            <a:gdLst>
              <a:gd name="T0" fmla="*/ 0 w 278"/>
              <a:gd name="T1" fmla="*/ 281 h 281"/>
              <a:gd name="T2" fmla="*/ 0 w 278"/>
              <a:gd name="T3" fmla="*/ 8 h 281"/>
              <a:gd name="T4" fmla="*/ 4 w 278"/>
              <a:gd name="T5" fmla="*/ 6 h 281"/>
              <a:gd name="T6" fmla="*/ 88 w 278"/>
              <a:gd name="T7" fmla="*/ 6 h 281"/>
              <a:gd name="T8" fmla="*/ 92 w 278"/>
              <a:gd name="T9" fmla="*/ 12 h 281"/>
              <a:gd name="T10" fmla="*/ 92 w 278"/>
              <a:gd name="T11" fmla="*/ 46 h 281"/>
              <a:gd name="T12" fmla="*/ 100 w 278"/>
              <a:gd name="T13" fmla="*/ 34 h 281"/>
              <a:gd name="T14" fmla="*/ 112 w 278"/>
              <a:gd name="T15" fmla="*/ 20 h 281"/>
              <a:gd name="T16" fmla="*/ 142 w 278"/>
              <a:gd name="T17" fmla="*/ 4 h 281"/>
              <a:gd name="T18" fmla="*/ 160 w 278"/>
              <a:gd name="T19" fmla="*/ 2 h 281"/>
              <a:gd name="T20" fmla="*/ 192 w 278"/>
              <a:gd name="T21" fmla="*/ 2 h 281"/>
              <a:gd name="T22" fmla="*/ 222 w 278"/>
              <a:gd name="T23" fmla="*/ 12 h 281"/>
              <a:gd name="T24" fmla="*/ 234 w 278"/>
              <a:gd name="T25" fmla="*/ 18 h 281"/>
              <a:gd name="T26" fmla="*/ 254 w 278"/>
              <a:gd name="T27" fmla="*/ 38 h 281"/>
              <a:gd name="T28" fmla="*/ 262 w 278"/>
              <a:gd name="T29" fmla="*/ 50 h 281"/>
              <a:gd name="T30" fmla="*/ 274 w 278"/>
              <a:gd name="T31" fmla="*/ 84 h 281"/>
              <a:gd name="T32" fmla="*/ 278 w 278"/>
              <a:gd name="T33" fmla="*/ 123 h 281"/>
              <a:gd name="T34" fmla="*/ 278 w 278"/>
              <a:gd name="T35" fmla="*/ 279 h 281"/>
              <a:gd name="T36" fmla="*/ 278 w 278"/>
              <a:gd name="T37" fmla="*/ 281 h 281"/>
              <a:gd name="T38" fmla="*/ 186 w 278"/>
              <a:gd name="T39" fmla="*/ 281 h 281"/>
              <a:gd name="T40" fmla="*/ 186 w 278"/>
              <a:gd name="T41" fmla="*/ 277 h 281"/>
              <a:gd name="T42" fmla="*/ 186 w 278"/>
              <a:gd name="T43" fmla="*/ 137 h 281"/>
              <a:gd name="T44" fmla="*/ 186 w 278"/>
              <a:gd name="T45" fmla="*/ 119 h 281"/>
              <a:gd name="T46" fmla="*/ 182 w 278"/>
              <a:gd name="T47" fmla="*/ 101 h 281"/>
              <a:gd name="T48" fmla="*/ 164 w 278"/>
              <a:gd name="T49" fmla="*/ 78 h 281"/>
              <a:gd name="T50" fmla="*/ 138 w 278"/>
              <a:gd name="T51" fmla="*/ 72 h 281"/>
              <a:gd name="T52" fmla="*/ 122 w 278"/>
              <a:gd name="T53" fmla="*/ 76 h 281"/>
              <a:gd name="T54" fmla="*/ 100 w 278"/>
              <a:gd name="T55" fmla="*/ 94 h 281"/>
              <a:gd name="T56" fmla="*/ 94 w 278"/>
              <a:gd name="T57" fmla="*/ 109 h 281"/>
              <a:gd name="T58" fmla="*/ 92 w 278"/>
              <a:gd name="T59" fmla="*/ 131 h 281"/>
              <a:gd name="T60" fmla="*/ 92 w 278"/>
              <a:gd name="T61" fmla="*/ 277 h 281"/>
              <a:gd name="T62" fmla="*/ 90 w 278"/>
              <a:gd name="T63" fmla="*/ 281 h 281"/>
              <a:gd name="T64" fmla="*/ 88 w 278"/>
              <a:gd name="T65" fmla="*/ 281 h 281"/>
              <a:gd name="T66" fmla="*/ 6 w 278"/>
              <a:gd name="T67" fmla="*/ 281 h 281"/>
              <a:gd name="T68" fmla="*/ 0 w 278"/>
              <a:gd name="T69" fmla="*/ 281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78" h="281">
                <a:moveTo>
                  <a:pt x="0" y="281"/>
                </a:moveTo>
                <a:lnTo>
                  <a:pt x="0" y="281"/>
                </a:lnTo>
                <a:lnTo>
                  <a:pt x="0" y="8"/>
                </a:lnTo>
                <a:lnTo>
                  <a:pt x="0" y="8"/>
                </a:lnTo>
                <a:lnTo>
                  <a:pt x="4" y="6"/>
                </a:lnTo>
                <a:lnTo>
                  <a:pt x="4" y="6"/>
                </a:lnTo>
                <a:lnTo>
                  <a:pt x="88" y="6"/>
                </a:lnTo>
                <a:lnTo>
                  <a:pt x="88" y="6"/>
                </a:lnTo>
                <a:lnTo>
                  <a:pt x="90" y="8"/>
                </a:lnTo>
                <a:lnTo>
                  <a:pt x="92" y="12"/>
                </a:lnTo>
                <a:lnTo>
                  <a:pt x="92" y="12"/>
                </a:lnTo>
                <a:lnTo>
                  <a:pt x="92" y="46"/>
                </a:lnTo>
                <a:lnTo>
                  <a:pt x="92" y="46"/>
                </a:lnTo>
                <a:lnTo>
                  <a:pt x="100" y="34"/>
                </a:lnTo>
                <a:lnTo>
                  <a:pt x="100" y="34"/>
                </a:lnTo>
                <a:lnTo>
                  <a:pt x="112" y="20"/>
                </a:lnTo>
                <a:lnTo>
                  <a:pt x="126" y="12"/>
                </a:lnTo>
                <a:lnTo>
                  <a:pt x="142" y="4"/>
                </a:lnTo>
                <a:lnTo>
                  <a:pt x="160" y="2"/>
                </a:lnTo>
                <a:lnTo>
                  <a:pt x="160" y="2"/>
                </a:lnTo>
                <a:lnTo>
                  <a:pt x="176" y="0"/>
                </a:lnTo>
                <a:lnTo>
                  <a:pt x="192" y="2"/>
                </a:lnTo>
                <a:lnTo>
                  <a:pt x="206" y="6"/>
                </a:lnTo>
                <a:lnTo>
                  <a:pt x="222" y="12"/>
                </a:lnTo>
                <a:lnTo>
                  <a:pt x="222" y="12"/>
                </a:lnTo>
                <a:lnTo>
                  <a:pt x="234" y="18"/>
                </a:lnTo>
                <a:lnTo>
                  <a:pt x="244" y="28"/>
                </a:lnTo>
                <a:lnTo>
                  <a:pt x="254" y="38"/>
                </a:lnTo>
                <a:lnTo>
                  <a:pt x="262" y="50"/>
                </a:lnTo>
                <a:lnTo>
                  <a:pt x="262" y="50"/>
                </a:lnTo>
                <a:lnTo>
                  <a:pt x="270" y="66"/>
                </a:lnTo>
                <a:lnTo>
                  <a:pt x="274" y="84"/>
                </a:lnTo>
                <a:lnTo>
                  <a:pt x="276" y="105"/>
                </a:lnTo>
                <a:lnTo>
                  <a:pt x="278" y="123"/>
                </a:lnTo>
                <a:lnTo>
                  <a:pt x="278" y="123"/>
                </a:lnTo>
                <a:lnTo>
                  <a:pt x="278" y="279"/>
                </a:lnTo>
                <a:lnTo>
                  <a:pt x="278" y="279"/>
                </a:lnTo>
                <a:lnTo>
                  <a:pt x="278" y="281"/>
                </a:lnTo>
                <a:lnTo>
                  <a:pt x="278" y="281"/>
                </a:lnTo>
                <a:lnTo>
                  <a:pt x="186" y="281"/>
                </a:lnTo>
                <a:lnTo>
                  <a:pt x="186" y="281"/>
                </a:lnTo>
                <a:lnTo>
                  <a:pt x="186" y="277"/>
                </a:lnTo>
                <a:lnTo>
                  <a:pt x="186" y="277"/>
                </a:lnTo>
                <a:lnTo>
                  <a:pt x="186" y="137"/>
                </a:lnTo>
                <a:lnTo>
                  <a:pt x="186" y="137"/>
                </a:lnTo>
                <a:lnTo>
                  <a:pt x="186" y="119"/>
                </a:lnTo>
                <a:lnTo>
                  <a:pt x="182" y="101"/>
                </a:lnTo>
                <a:lnTo>
                  <a:pt x="182" y="101"/>
                </a:lnTo>
                <a:lnTo>
                  <a:pt x="174" y="88"/>
                </a:lnTo>
                <a:lnTo>
                  <a:pt x="164" y="78"/>
                </a:lnTo>
                <a:lnTo>
                  <a:pt x="152" y="74"/>
                </a:lnTo>
                <a:lnTo>
                  <a:pt x="138" y="72"/>
                </a:lnTo>
                <a:lnTo>
                  <a:pt x="138" y="72"/>
                </a:lnTo>
                <a:lnTo>
                  <a:pt x="122" y="76"/>
                </a:lnTo>
                <a:lnTo>
                  <a:pt x="110" y="84"/>
                </a:lnTo>
                <a:lnTo>
                  <a:pt x="100" y="94"/>
                </a:lnTo>
                <a:lnTo>
                  <a:pt x="94" y="109"/>
                </a:lnTo>
                <a:lnTo>
                  <a:pt x="94" y="109"/>
                </a:lnTo>
                <a:lnTo>
                  <a:pt x="92" y="119"/>
                </a:lnTo>
                <a:lnTo>
                  <a:pt x="92" y="131"/>
                </a:lnTo>
                <a:lnTo>
                  <a:pt x="92" y="131"/>
                </a:lnTo>
                <a:lnTo>
                  <a:pt x="92" y="277"/>
                </a:lnTo>
                <a:lnTo>
                  <a:pt x="92" y="277"/>
                </a:lnTo>
                <a:lnTo>
                  <a:pt x="90" y="281"/>
                </a:lnTo>
                <a:lnTo>
                  <a:pt x="88" y="281"/>
                </a:lnTo>
                <a:lnTo>
                  <a:pt x="88" y="281"/>
                </a:lnTo>
                <a:lnTo>
                  <a:pt x="6" y="281"/>
                </a:lnTo>
                <a:lnTo>
                  <a:pt x="6" y="281"/>
                </a:lnTo>
                <a:lnTo>
                  <a:pt x="0" y="281"/>
                </a:lnTo>
                <a:lnTo>
                  <a:pt x="0" y="281"/>
                </a:lnTo>
                <a:close/>
              </a:path>
            </a:pathLst>
          </a:custGeom>
          <a:solidFill>
            <a:srgbClr val="F68B1F"/>
          </a:solidFill>
          <a:ln>
            <a:noFill/>
          </a:ln>
        </p:spPr>
        <p:txBody>
          <a:bodyPr lIns="51435" tIns="25718" rIns="51435" bIns="25718"/>
          <a:lstStyle/>
          <a:p>
            <a:pPr>
              <a:defRPr/>
            </a:pPr>
            <a:endParaRPr lang="en-IN" sz="1350"/>
          </a:p>
        </p:txBody>
      </p:sp>
      <p:sp>
        <p:nvSpPr>
          <p:cNvPr id="12" name="Freeform 10"/>
          <p:cNvSpPr/>
          <p:nvPr/>
        </p:nvSpPr>
        <p:spPr bwMode="auto">
          <a:xfrm>
            <a:off x="5500688" y="4359275"/>
            <a:ext cx="52387" cy="212725"/>
          </a:xfrm>
          <a:custGeom>
            <a:avLst/>
            <a:gdLst>
              <a:gd name="T0" fmla="*/ 89 w 89"/>
              <a:gd name="T1" fmla="*/ 275 h 275"/>
              <a:gd name="T2" fmla="*/ 89 w 89"/>
              <a:gd name="T3" fmla="*/ 275 h 275"/>
              <a:gd name="T4" fmla="*/ 85 w 89"/>
              <a:gd name="T5" fmla="*/ 275 h 275"/>
              <a:gd name="T6" fmla="*/ 85 w 89"/>
              <a:gd name="T7" fmla="*/ 275 h 275"/>
              <a:gd name="T8" fmla="*/ 4 w 89"/>
              <a:gd name="T9" fmla="*/ 275 h 275"/>
              <a:gd name="T10" fmla="*/ 4 w 89"/>
              <a:gd name="T11" fmla="*/ 275 h 275"/>
              <a:gd name="T12" fmla="*/ 0 w 89"/>
              <a:gd name="T13" fmla="*/ 275 h 275"/>
              <a:gd name="T14" fmla="*/ 0 w 89"/>
              <a:gd name="T15" fmla="*/ 271 h 275"/>
              <a:gd name="T16" fmla="*/ 0 w 89"/>
              <a:gd name="T17" fmla="*/ 271 h 275"/>
              <a:gd name="T18" fmla="*/ 0 w 89"/>
              <a:gd name="T19" fmla="*/ 4 h 275"/>
              <a:gd name="T20" fmla="*/ 0 w 89"/>
              <a:gd name="T21" fmla="*/ 4 h 275"/>
              <a:gd name="T22" fmla="*/ 0 w 89"/>
              <a:gd name="T23" fmla="*/ 2 h 275"/>
              <a:gd name="T24" fmla="*/ 4 w 89"/>
              <a:gd name="T25" fmla="*/ 0 h 275"/>
              <a:gd name="T26" fmla="*/ 4 w 89"/>
              <a:gd name="T27" fmla="*/ 0 h 275"/>
              <a:gd name="T28" fmla="*/ 85 w 89"/>
              <a:gd name="T29" fmla="*/ 0 h 275"/>
              <a:gd name="T30" fmla="*/ 85 w 89"/>
              <a:gd name="T31" fmla="*/ 0 h 275"/>
              <a:gd name="T32" fmla="*/ 89 w 89"/>
              <a:gd name="T33" fmla="*/ 2 h 275"/>
              <a:gd name="T34" fmla="*/ 89 w 89"/>
              <a:gd name="T35" fmla="*/ 2 h 275"/>
              <a:gd name="T36" fmla="*/ 89 w 89"/>
              <a:gd name="T37" fmla="*/ 275 h 275"/>
              <a:gd name="T38" fmla="*/ 89 w 89"/>
              <a:gd name="T39" fmla="*/ 275 h 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9" h="275">
                <a:moveTo>
                  <a:pt x="89" y="275"/>
                </a:moveTo>
                <a:lnTo>
                  <a:pt x="89" y="275"/>
                </a:lnTo>
                <a:lnTo>
                  <a:pt x="85" y="275"/>
                </a:lnTo>
                <a:lnTo>
                  <a:pt x="85" y="275"/>
                </a:lnTo>
                <a:lnTo>
                  <a:pt x="4" y="275"/>
                </a:lnTo>
                <a:lnTo>
                  <a:pt x="4" y="275"/>
                </a:lnTo>
                <a:lnTo>
                  <a:pt x="0" y="275"/>
                </a:lnTo>
                <a:lnTo>
                  <a:pt x="0" y="271"/>
                </a:lnTo>
                <a:lnTo>
                  <a:pt x="0" y="271"/>
                </a:lnTo>
                <a:lnTo>
                  <a:pt x="0" y="4"/>
                </a:lnTo>
                <a:lnTo>
                  <a:pt x="0" y="4"/>
                </a:lnTo>
                <a:lnTo>
                  <a:pt x="0" y="2"/>
                </a:lnTo>
                <a:lnTo>
                  <a:pt x="4" y="0"/>
                </a:lnTo>
                <a:lnTo>
                  <a:pt x="4" y="0"/>
                </a:lnTo>
                <a:lnTo>
                  <a:pt x="85" y="0"/>
                </a:lnTo>
                <a:lnTo>
                  <a:pt x="85" y="0"/>
                </a:lnTo>
                <a:lnTo>
                  <a:pt x="89" y="2"/>
                </a:lnTo>
                <a:lnTo>
                  <a:pt x="89" y="2"/>
                </a:lnTo>
                <a:lnTo>
                  <a:pt x="89" y="275"/>
                </a:lnTo>
                <a:lnTo>
                  <a:pt x="89" y="275"/>
                </a:lnTo>
                <a:close/>
              </a:path>
            </a:pathLst>
          </a:custGeom>
          <a:solidFill>
            <a:srgbClr val="F68B1F"/>
          </a:solidFill>
          <a:ln>
            <a:noFill/>
          </a:ln>
        </p:spPr>
        <p:txBody>
          <a:bodyPr lIns="51435" tIns="25718" rIns="51435" bIns="25718"/>
          <a:lstStyle/>
          <a:p>
            <a:pPr>
              <a:defRPr/>
            </a:pPr>
            <a:endParaRPr lang="en-IN" sz="1350"/>
          </a:p>
        </p:txBody>
      </p:sp>
      <p:sp>
        <p:nvSpPr>
          <p:cNvPr id="13" name="Freeform 11"/>
          <p:cNvSpPr/>
          <p:nvPr/>
        </p:nvSpPr>
        <p:spPr bwMode="auto">
          <a:xfrm>
            <a:off x="5497513" y="4257675"/>
            <a:ext cx="58737" cy="73025"/>
          </a:xfrm>
          <a:custGeom>
            <a:avLst/>
            <a:gdLst>
              <a:gd name="T0" fmla="*/ 49 w 101"/>
              <a:gd name="T1" fmla="*/ 94 h 94"/>
              <a:gd name="T2" fmla="*/ 49 w 101"/>
              <a:gd name="T3" fmla="*/ 94 h 94"/>
              <a:gd name="T4" fmla="*/ 38 w 101"/>
              <a:gd name="T5" fmla="*/ 92 h 94"/>
              <a:gd name="T6" fmla="*/ 26 w 101"/>
              <a:gd name="T7" fmla="*/ 88 h 94"/>
              <a:gd name="T8" fmla="*/ 16 w 101"/>
              <a:gd name="T9" fmla="*/ 82 h 94"/>
              <a:gd name="T10" fmla="*/ 8 w 101"/>
              <a:gd name="T11" fmla="*/ 72 h 94"/>
              <a:gd name="T12" fmla="*/ 8 w 101"/>
              <a:gd name="T13" fmla="*/ 72 h 94"/>
              <a:gd name="T14" fmla="*/ 4 w 101"/>
              <a:gd name="T15" fmla="*/ 62 h 94"/>
              <a:gd name="T16" fmla="*/ 0 w 101"/>
              <a:gd name="T17" fmla="*/ 52 h 94"/>
              <a:gd name="T18" fmla="*/ 0 w 101"/>
              <a:gd name="T19" fmla="*/ 42 h 94"/>
              <a:gd name="T20" fmla="*/ 2 w 101"/>
              <a:gd name="T21" fmla="*/ 32 h 94"/>
              <a:gd name="T22" fmla="*/ 6 w 101"/>
              <a:gd name="T23" fmla="*/ 22 h 94"/>
              <a:gd name="T24" fmla="*/ 14 w 101"/>
              <a:gd name="T25" fmla="*/ 14 h 94"/>
              <a:gd name="T26" fmla="*/ 22 w 101"/>
              <a:gd name="T27" fmla="*/ 6 h 94"/>
              <a:gd name="T28" fmla="*/ 34 w 101"/>
              <a:gd name="T29" fmla="*/ 2 h 94"/>
              <a:gd name="T30" fmla="*/ 34 w 101"/>
              <a:gd name="T31" fmla="*/ 2 h 94"/>
              <a:gd name="T32" fmla="*/ 45 w 101"/>
              <a:gd name="T33" fmla="*/ 0 h 94"/>
              <a:gd name="T34" fmla="*/ 59 w 101"/>
              <a:gd name="T35" fmla="*/ 0 h 94"/>
              <a:gd name="T36" fmla="*/ 71 w 101"/>
              <a:gd name="T37" fmla="*/ 2 h 94"/>
              <a:gd name="T38" fmla="*/ 83 w 101"/>
              <a:gd name="T39" fmla="*/ 8 h 94"/>
              <a:gd name="T40" fmla="*/ 83 w 101"/>
              <a:gd name="T41" fmla="*/ 8 h 94"/>
              <a:gd name="T42" fmla="*/ 91 w 101"/>
              <a:gd name="T43" fmla="*/ 18 h 94"/>
              <a:gd name="T44" fmla="*/ 99 w 101"/>
              <a:gd name="T45" fmla="*/ 28 h 94"/>
              <a:gd name="T46" fmla="*/ 101 w 101"/>
              <a:gd name="T47" fmla="*/ 40 h 94"/>
              <a:gd name="T48" fmla="*/ 101 w 101"/>
              <a:gd name="T49" fmla="*/ 54 h 94"/>
              <a:gd name="T50" fmla="*/ 101 w 101"/>
              <a:gd name="T51" fmla="*/ 54 h 94"/>
              <a:gd name="T52" fmla="*/ 97 w 101"/>
              <a:gd name="T53" fmla="*/ 66 h 94"/>
              <a:gd name="T54" fmla="*/ 91 w 101"/>
              <a:gd name="T55" fmla="*/ 76 h 94"/>
              <a:gd name="T56" fmla="*/ 83 w 101"/>
              <a:gd name="T57" fmla="*/ 84 h 94"/>
              <a:gd name="T58" fmla="*/ 71 w 101"/>
              <a:gd name="T59" fmla="*/ 90 h 94"/>
              <a:gd name="T60" fmla="*/ 71 w 101"/>
              <a:gd name="T61" fmla="*/ 90 h 94"/>
              <a:gd name="T62" fmla="*/ 61 w 101"/>
              <a:gd name="T63" fmla="*/ 92 h 94"/>
              <a:gd name="T64" fmla="*/ 51 w 101"/>
              <a:gd name="T65" fmla="*/ 94 h 94"/>
              <a:gd name="T66" fmla="*/ 51 w 101"/>
              <a:gd name="T67" fmla="*/ 94 h 94"/>
              <a:gd name="T68" fmla="*/ 49 w 101"/>
              <a:gd name="T69" fmla="*/ 94 h 94"/>
              <a:gd name="T70" fmla="*/ 49 w 101"/>
              <a:gd name="T71" fmla="*/ 94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01" h="94">
                <a:moveTo>
                  <a:pt x="49" y="94"/>
                </a:moveTo>
                <a:lnTo>
                  <a:pt x="49" y="94"/>
                </a:lnTo>
                <a:lnTo>
                  <a:pt x="38" y="92"/>
                </a:lnTo>
                <a:lnTo>
                  <a:pt x="26" y="88"/>
                </a:lnTo>
                <a:lnTo>
                  <a:pt x="16" y="82"/>
                </a:lnTo>
                <a:lnTo>
                  <a:pt x="8" y="72"/>
                </a:lnTo>
                <a:lnTo>
                  <a:pt x="8" y="72"/>
                </a:lnTo>
                <a:lnTo>
                  <a:pt x="4" y="62"/>
                </a:lnTo>
                <a:lnTo>
                  <a:pt x="0" y="52"/>
                </a:lnTo>
                <a:lnTo>
                  <a:pt x="0" y="42"/>
                </a:lnTo>
                <a:lnTo>
                  <a:pt x="2" y="32"/>
                </a:lnTo>
                <a:lnTo>
                  <a:pt x="6" y="22"/>
                </a:lnTo>
                <a:lnTo>
                  <a:pt x="14" y="14"/>
                </a:lnTo>
                <a:lnTo>
                  <a:pt x="22" y="6"/>
                </a:lnTo>
                <a:lnTo>
                  <a:pt x="34" y="2"/>
                </a:lnTo>
                <a:lnTo>
                  <a:pt x="34" y="2"/>
                </a:lnTo>
                <a:lnTo>
                  <a:pt x="45" y="0"/>
                </a:lnTo>
                <a:lnTo>
                  <a:pt x="59" y="0"/>
                </a:lnTo>
                <a:lnTo>
                  <a:pt x="71" y="2"/>
                </a:lnTo>
                <a:lnTo>
                  <a:pt x="83" y="8"/>
                </a:lnTo>
                <a:lnTo>
                  <a:pt x="83" y="8"/>
                </a:lnTo>
                <a:lnTo>
                  <a:pt x="91" y="18"/>
                </a:lnTo>
                <a:lnTo>
                  <a:pt x="99" y="28"/>
                </a:lnTo>
                <a:lnTo>
                  <a:pt x="101" y="40"/>
                </a:lnTo>
                <a:lnTo>
                  <a:pt x="101" y="54"/>
                </a:lnTo>
                <a:lnTo>
                  <a:pt x="101" y="54"/>
                </a:lnTo>
                <a:lnTo>
                  <a:pt x="97" y="66"/>
                </a:lnTo>
                <a:lnTo>
                  <a:pt x="91" y="76"/>
                </a:lnTo>
                <a:lnTo>
                  <a:pt x="83" y="84"/>
                </a:lnTo>
                <a:lnTo>
                  <a:pt x="71" y="90"/>
                </a:lnTo>
                <a:lnTo>
                  <a:pt x="71" y="90"/>
                </a:lnTo>
                <a:lnTo>
                  <a:pt x="61" y="92"/>
                </a:lnTo>
                <a:lnTo>
                  <a:pt x="51" y="94"/>
                </a:lnTo>
                <a:lnTo>
                  <a:pt x="51" y="94"/>
                </a:lnTo>
                <a:lnTo>
                  <a:pt x="49" y="94"/>
                </a:lnTo>
                <a:lnTo>
                  <a:pt x="49" y="94"/>
                </a:lnTo>
                <a:close/>
              </a:path>
            </a:pathLst>
          </a:custGeom>
          <a:solidFill>
            <a:srgbClr val="F68B1F"/>
          </a:solidFill>
          <a:ln>
            <a:noFill/>
          </a:ln>
        </p:spPr>
        <p:txBody>
          <a:bodyPr lIns="51435" tIns="25718" rIns="51435" bIns="25718"/>
          <a:lstStyle/>
          <a:p>
            <a:pPr>
              <a:defRPr/>
            </a:pPr>
            <a:endParaRPr lang="en-IN" sz="1350"/>
          </a:p>
        </p:txBody>
      </p:sp>
      <p:sp>
        <p:nvSpPr>
          <p:cNvPr id="14" name="Freeform 12">
            <a:hlinkClick r:id="rId6"/>
          </p:cNvPr>
          <p:cNvSpPr/>
          <p:nvPr/>
        </p:nvSpPr>
        <p:spPr bwMode="auto">
          <a:xfrm>
            <a:off x="5903913" y="4271963"/>
            <a:ext cx="114300" cy="330200"/>
          </a:xfrm>
          <a:custGeom>
            <a:avLst/>
            <a:gdLst>
              <a:gd name="T0" fmla="*/ 92 w 140"/>
              <a:gd name="T1" fmla="*/ 152 h 305"/>
              <a:gd name="T2" fmla="*/ 92 w 140"/>
              <a:gd name="T3" fmla="*/ 152 h 305"/>
              <a:gd name="T4" fmla="*/ 92 w 140"/>
              <a:gd name="T5" fmla="*/ 305 h 305"/>
              <a:gd name="T6" fmla="*/ 92 w 140"/>
              <a:gd name="T7" fmla="*/ 305 h 305"/>
              <a:gd name="T8" fmla="*/ 30 w 140"/>
              <a:gd name="T9" fmla="*/ 305 h 305"/>
              <a:gd name="T10" fmla="*/ 30 w 140"/>
              <a:gd name="T11" fmla="*/ 305 h 305"/>
              <a:gd name="T12" fmla="*/ 30 w 140"/>
              <a:gd name="T13" fmla="*/ 152 h 305"/>
              <a:gd name="T14" fmla="*/ 30 w 140"/>
              <a:gd name="T15" fmla="*/ 152 h 305"/>
              <a:gd name="T16" fmla="*/ 0 w 140"/>
              <a:gd name="T17" fmla="*/ 152 h 305"/>
              <a:gd name="T18" fmla="*/ 0 w 140"/>
              <a:gd name="T19" fmla="*/ 152 h 305"/>
              <a:gd name="T20" fmla="*/ 0 w 140"/>
              <a:gd name="T21" fmla="*/ 98 h 305"/>
              <a:gd name="T22" fmla="*/ 0 w 140"/>
              <a:gd name="T23" fmla="*/ 98 h 305"/>
              <a:gd name="T24" fmla="*/ 30 w 140"/>
              <a:gd name="T25" fmla="*/ 98 h 305"/>
              <a:gd name="T26" fmla="*/ 30 w 140"/>
              <a:gd name="T27" fmla="*/ 98 h 305"/>
              <a:gd name="T28" fmla="*/ 30 w 140"/>
              <a:gd name="T29" fmla="*/ 94 h 305"/>
              <a:gd name="T30" fmla="*/ 30 w 140"/>
              <a:gd name="T31" fmla="*/ 94 h 305"/>
              <a:gd name="T32" fmla="*/ 30 w 140"/>
              <a:gd name="T33" fmla="*/ 56 h 305"/>
              <a:gd name="T34" fmla="*/ 30 w 140"/>
              <a:gd name="T35" fmla="*/ 56 h 305"/>
              <a:gd name="T36" fmla="*/ 32 w 140"/>
              <a:gd name="T37" fmla="*/ 42 h 305"/>
              <a:gd name="T38" fmla="*/ 38 w 140"/>
              <a:gd name="T39" fmla="*/ 30 h 305"/>
              <a:gd name="T40" fmla="*/ 46 w 140"/>
              <a:gd name="T41" fmla="*/ 18 h 305"/>
              <a:gd name="T42" fmla="*/ 58 w 140"/>
              <a:gd name="T43" fmla="*/ 8 h 305"/>
              <a:gd name="T44" fmla="*/ 58 w 140"/>
              <a:gd name="T45" fmla="*/ 8 h 305"/>
              <a:gd name="T46" fmla="*/ 74 w 140"/>
              <a:gd name="T47" fmla="*/ 2 h 305"/>
              <a:gd name="T48" fmla="*/ 90 w 140"/>
              <a:gd name="T49" fmla="*/ 0 h 305"/>
              <a:gd name="T50" fmla="*/ 90 w 140"/>
              <a:gd name="T51" fmla="*/ 0 h 305"/>
              <a:gd name="T52" fmla="*/ 138 w 140"/>
              <a:gd name="T53" fmla="*/ 0 h 305"/>
              <a:gd name="T54" fmla="*/ 138 w 140"/>
              <a:gd name="T55" fmla="*/ 0 h 305"/>
              <a:gd name="T56" fmla="*/ 140 w 140"/>
              <a:gd name="T57" fmla="*/ 0 h 305"/>
              <a:gd name="T58" fmla="*/ 140 w 140"/>
              <a:gd name="T59" fmla="*/ 0 h 305"/>
              <a:gd name="T60" fmla="*/ 140 w 140"/>
              <a:gd name="T61" fmla="*/ 52 h 305"/>
              <a:gd name="T62" fmla="*/ 140 w 140"/>
              <a:gd name="T63" fmla="*/ 52 h 305"/>
              <a:gd name="T64" fmla="*/ 132 w 140"/>
              <a:gd name="T65" fmla="*/ 52 h 305"/>
              <a:gd name="T66" fmla="*/ 132 w 140"/>
              <a:gd name="T67" fmla="*/ 52 h 305"/>
              <a:gd name="T68" fmla="*/ 106 w 140"/>
              <a:gd name="T69" fmla="*/ 52 h 305"/>
              <a:gd name="T70" fmla="*/ 106 w 140"/>
              <a:gd name="T71" fmla="*/ 52 h 305"/>
              <a:gd name="T72" fmla="*/ 102 w 140"/>
              <a:gd name="T73" fmla="*/ 54 h 305"/>
              <a:gd name="T74" fmla="*/ 96 w 140"/>
              <a:gd name="T75" fmla="*/ 56 h 305"/>
              <a:gd name="T76" fmla="*/ 94 w 140"/>
              <a:gd name="T77" fmla="*/ 60 h 305"/>
              <a:gd name="T78" fmla="*/ 92 w 140"/>
              <a:gd name="T79" fmla="*/ 64 h 305"/>
              <a:gd name="T80" fmla="*/ 92 w 140"/>
              <a:gd name="T81" fmla="*/ 64 h 305"/>
              <a:gd name="T82" fmla="*/ 92 w 140"/>
              <a:gd name="T83" fmla="*/ 98 h 305"/>
              <a:gd name="T84" fmla="*/ 92 w 140"/>
              <a:gd name="T85" fmla="*/ 98 h 305"/>
              <a:gd name="T86" fmla="*/ 140 w 140"/>
              <a:gd name="T87" fmla="*/ 98 h 305"/>
              <a:gd name="T88" fmla="*/ 140 w 140"/>
              <a:gd name="T89" fmla="*/ 98 h 305"/>
              <a:gd name="T90" fmla="*/ 136 w 140"/>
              <a:gd name="T91" fmla="*/ 152 h 305"/>
              <a:gd name="T92" fmla="*/ 136 w 140"/>
              <a:gd name="T93" fmla="*/ 152 h 305"/>
              <a:gd name="T94" fmla="*/ 92 w 140"/>
              <a:gd name="T95" fmla="*/ 152 h 305"/>
              <a:gd name="T96" fmla="*/ 92 w 140"/>
              <a:gd name="T97" fmla="*/ 152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40" h="305">
                <a:moveTo>
                  <a:pt x="92" y="152"/>
                </a:moveTo>
                <a:lnTo>
                  <a:pt x="92" y="152"/>
                </a:lnTo>
                <a:lnTo>
                  <a:pt x="92" y="305"/>
                </a:lnTo>
                <a:lnTo>
                  <a:pt x="92" y="305"/>
                </a:lnTo>
                <a:lnTo>
                  <a:pt x="30" y="305"/>
                </a:lnTo>
                <a:lnTo>
                  <a:pt x="30" y="305"/>
                </a:lnTo>
                <a:lnTo>
                  <a:pt x="30" y="152"/>
                </a:lnTo>
                <a:lnTo>
                  <a:pt x="30" y="152"/>
                </a:lnTo>
                <a:lnTo>
                  <a:pt x="0" y="152"/>
                </a:lnTo>
                <a:lnTo>
                  <a:pt x="0" y="152"/>
                </a:lnTo>
                <a:lnTo>
                  <a:pt x="0" y="98"/>
                </a:lnTo>
                <a:lnTo>
                  <a:pt x="0" y="98"/>
                </a:lnTo>
                <a:lnTo>
                  <a:pt x="30" y="98"/>
                </a:lnTo>
                <a:lnTo>
                  <a:pt x="30" y="98"/>
                </a:lnTo>
                <a:lnTo>
                  <a:pt x="30" y="94"/>
                </a:lnTo>
                <a:lnTo>
                  <a:pt x="30" y="94"/>
                </a:lnTo>
                <a:lnTo>
                  <a:pt x="30" y="56"/>
                </a:lnTo>
                <a:lnTo>
                  <a:pt x="30" y="56"/>
                </a:lnTo>
                <a:lnTo>
                  <a:pt x="32" y="42"/>
                </a:lnTo>
                <a:lnTo>
                  <a:pt x="38" y="30"/>
                </a:lnTo>
                <a:lnTo>
                  <a:pt x="46" y="18"/>
                </a:lnTo>
                <a:lnTo>
                  <a:pt x="58" y="8"/>
                </a:lnTo>
                <a:lnTo>
                  <a:pt x="58" y="8"/>
                </a:lnTo>
                <a:lnTo>
                  <a:pt x="74" y="2"/>
                </a:lnTo>
                <a:lnTo>
                  <a:pt x="90" y="0"/>
                </a:lnTo>
                <a:lnTo>
                  <a:pt x="90" y="0"/>
                </a:lnTo>
                <a:lnTo>
                  <a:pt x="138" y="0"/>
                </a:lnTo>
                <a:lnTo>
                  <a:pt x="138" y="0"/>
                </a:lnTo>
                <a:lnTo>
                  <a:pt x="140" y="0"/>
                </a:lnTo>
                <a:lnTo>
                  <a:pt x="140" y="0"/>
                </a:lnTo>
                <a:lnTo>
                  <a:pt x="140" y="52"/>
                </a:lnTo>
                <a:lnTo>
                  <a:pt x="140" y="52"/>
                </a:lnTo>
                <a:lnTo>
                  <a:pt x="132" y="52"/>
                </a:lnTo>
                <a:lnTo>
                  <a:pt x="132" y="52"/>
                </a:lnTo>
                <a:lnTo>
                  <a:pt x="106" y="52"/>
                </a:lnTo>
                <a:lnTo>
                  <a:pt x="106" y="52"/>
                </a:lnTo>
                <a:lnTo>
                  <a:pt x="102" y="54"/>
                </a:lnTo>
                <a:lnTo>
                  <a:pt x="96" y="56"/>
                </a:lnTo>
                <a:lnTo>
                  <a:pt x="94" y="60"/>
                </a:lnTo>
                <a:lnTo>
                  <a:pt x="92" y="64"/>
                </a:lnTo>
                <a:lnTo>
                  <a:pt x="92" y="64"/>
                </a:lnTo>
                <a:lnTo>
                  <a:pt x="92" y="98"/>
                </a:lnTo>
                <a:lnTo>
                  <a:pt x="92" y="98"/>
                </a:lnTo>
                <a:lnTo>
                  <a:pt x="140" y="98"/>
                </a:lnTo>
                <a:lnTo>
                  <a:pt x="140" y="98"/>
                </a:lnTo>
                <a:lnTo>
                  <a:pt x="136" y="152"/>
                </a:lnTo>
                <a:lnTo>
                  <a:pt x="136" y="152"/>
                </a:lnTo>
                <a:lnTo>
                  <a:pt x="92" y="152"/>
                </a:lnTo>
                <a:lnTo>
                  <a:pt x="92" y="152"/>
                </a:lnTo>
                <a:close/>
              </a:path>
            </a:pathLst>
          </a:custGeom>
          <a:solidFill>
            <a:srgbClr val="F68B1F"/>
          </a:solidFill>
          <a:ln>
            <a:noFill/>
          </a:ln>
        </p:spPr>
        <p:txBody>
          <a:bodyPr lIns="51435" tIns="25718" rIns="51435" bIns="25718"/>
          <a:lstStyle/>
          <a:p>
            <a:pPr>
              <a:defRPr/>
            </a:pPr>
            <a:endParaRPr lang="en-IN" sz="1350"/>
          </a:p>
        </p:txBody>
      </p:sp>
      <p:sp>
        <p:nvSpPr>
          <p:cNvPr id="6" name="Title 1"/>
          <p:cNvSpPr>
            <a:spLocks noGrp="1"/>
          </p:cNvSpPr>
          <p:nvPr>
            <p:ph type="title"/>
          </p:nvPr>
        </p:nvSpPr>
        <p:spPr>
          <a:xfrm>
            <a:off x="5429250" y="2971800"/>
            <a:ext cx="3593306" cy="1257300"/>
          </a:xfrm>
        </p:spPr>
        <p:txBody>
          <a:bodyPr>
            <a:noAutofit/>
          </a:bodyPr>
          <a:lstStyle>
            <a:lvl1pPr algn="l">
              <a:defRPr sz="3040">
                <a:solidFill>
                  <a:srgbClr val="0056A4"/>
                </a:solidFill>
              </a:defRPr>
            </a:lvl1pPr>
          </a:lstStyle>
          <a:p>
            <a:r>
              <a:rPr lang="en-US"/>
              <a:t>Click to edit Master title style</a:t>
            </a:r>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2_Presentation Title Slide">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Rectangle 3"/>
          <p:cNvSpPr/>
          <p:nvPr userDrawn="1"/>
        </p:nvSpPr>
        <p:spPr>
          <a:xfrm>
            <a:off x="0" y="0"/>
            <a:ext cx="8772525" cy="14922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5" name="Rectangle 4"/>
          <p:cNvSpPr/>
          <p:nvPr userDrawn="1"/>
        </p:nvSpPr>
        <p:spPr>
          <a:xfrm>
            <a:off x="6829425" y="5365750"/>
            <a:ext cx="2314575" cy="14922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pic>
        <p:nvPicPr>
          <p:cNvPr id="6" name="Picture 10"/>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11"/>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6843713" y="423863"/>
            <a:ext cx="2006600" cy="71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object 19"/>
          <p:cNvSpPr txBox="1"/>
          <p:nvPr userDrawn="1"/>
        </p:nvSpPr>
        <p:spPr>
          <a:xfrm>
            <a:off x="6500813" y="6253163"/>
            <a:ext cx="2282825" cy="111125"/>
          </a:xfrm>
          <a:prstGeom prst="rect">
            <a:avLst/>
          </a:prstGeom>
        </p:spPr>
        <p:txBody>
          <a:bodyPr lIns="0" tIns="7144" rIns="0" bIns="0">
            <a:spAutoFit/>
          </a:bodyPr>
          <a:lstStyle/>
          <a:p>
            <a:pPr marL="6985" algn="r">
              <a:spcBef>
                <a:spcPts val="55"/>
              </a:spcBef>
              <a:defRPr/>
            </a:pPr>
            <a:r>
              <a:rPr sz="675" dirty="0">
                <a:solidFill>
                  <a:schemeClr val="bg1">
                    <a:lumMod val="50000"/>
                  </a:schemeClr>
                </a:solidFill>
                <a:latin typeface="Arial" panose="020B0604020202020204" pitchFamily="34" charset="0"/>
                <a:cs typeface="Arial" panose="020B0604020202020204" pitchFamily="34" charset="0"/>
              </a:rPr>
              <a:t>© </a:t>
            </a:r>
            <a:r>
              <a:rPr sz="675" spc="-3" dirty="0">
                <a:solidFill>
                  <a:schemeClr val="bg1">
                    <a:lumMod val="50000"/>
                  </a:schemeClr>
                </a:solidFill>
                <a:latin typeface="Arial" panose="020B0604020202020204" pitchFamily="34" charset="0"/>
                <a:cs typeface="Arial" panose="020B0604020202020204" pitchFamily="34" charset="0"/>
              </a:rPr>
              <a:t>20</a:t>
            </a:r>
            <a:r>
              <a:rPr lang="en-US" sz="675" spc="-3" dirty="0">
                <a:solidFill>
                  <a:schemeClr val="bg1">
                    <a:lumMod val="50000"/>
                  </a:schemeClr>
                </a:solidFill>
                <a:latin typeface="Arial" panose="020B0604020202020204" pitchFamily="34" charset="0"/>
                <a:cs typeface="Arial" panose="020B0604020202020204" pitchFamily="34" charset="0"/>
              </a:rPr>
              <a:t>20</a:t>
            </a:r>
            <a:r>
              <a:rPr sz="675" spc="-3" dirty="0">
                <a:solidFill>
                  <a:schemeClr val="bg1">
                    <a:lumMod val="50000"/>
                  </a:schemeClr>
                </a:solidFill>
                <a:latin typeface="Arial" panose="020B0604020202020204" pitchFamily="34" charset="0"/>
                <a:cs typeface="Arial" panose="020B0604020202020204" pitchFamily="34" charset="0"/>
              </a:rPr>
              <a:t> </a:t>
            </a:r>
            <a:r>
              <a:rPr lang="en-US" sz="675" spc="-3" dirty="0">
                <a:solidFill>
                  <a:schemeClr val="bg1">
                    <a:lumMod val="50000"/>
                  </a:schemeClr>
                </a:solidFill>
                <a:latin typeface="Arial" panose="020B0604020202020204" pitchFamily="34" charset="0"/>
                <a:cs typeface="Arial" panose="020B0604020202020204" pitchFamily="34" charset="0"/>
              </a:rPr>
              <a:t>Coforge</a:t>
            </a:r>
            <a:endParaRPr sz="675" dirty="0">
              <a:solidFill>
                <a:schemeClr val="bg1">
                  <a:lumMod val="50000"/>
                </a:schemeClr>
              </a:solidFill>
              <a:latin typeface="Arial" panose="020B0604020202020204" pitchFamily="34" charset="0"/>
              <a:cs typeface="Arial" panose="020B0604020202020204" pitchFamily="34" charset="0"/>
            </a:endParaRPr>
          </a:p>
        </p:txBody>
      </p:sp>
      <p:sp>
        <p:nvSpPr>
          <p:cNvPr id="12" name="Title 1"/>
          <p:cNvSpPr>
            <a:spLocks noGrp="1"/>
          </p:cNvSpPr>
          <p:nvPr>
            <p:ph type="title"/>
          </p:nvPr>
        </p:nvSpPr>
        <p:spPr>
          <a:xfrm>
            <a:off x="5343525" y="2943948"/>
            <a:ext cx="3471863" cy="548878"/>
          </a:xfrm>
        </p:spPr>
        <p:txBody>
          <a:bodyPr>
            <a:noAutofit/>
          </a:bodyPr>
          <a:lstStyle>
            <a:lvl1pPr algn="l">
              <a:defRPr sz="3375">
                <a:solidFill>
                  <a:srgbClr val="0056A4"/>
                </a:solidFill>
              </a:defRPr>
            </a:lvl1pPr>
          </a:lstStyle>
          <a:p>
            <a:r>
              <a:rPr lang="en-US"/>
              <a:t>Click to edit Master title style</a:t>
            </a:r>
            <a:endParaRPr lang="en-US" dirty="0"/>
          </a:p>
        </p:txBody>
      </p:sp>
      <p:sp>
        <p:nvSpPr>
          <p:cNvPr id="17" name="Text Placeholder 5"/>
          <p:cNvSpPr>
            <a:spLocks noGrp="1"/>
          </p:cNvSpPr>
          <p:nvPr>
            <p:ph type="body" sz="quarter" idx="16"/>
          </p:nvPr>
        </p:nvSpPr>
        <p:spPr>
          <a:xfrm>
            <a:off x="5396335" y="3892380"/>
            <a:ext cx="3419053" cy="389135"/>
          </a:xfrm>
          <a:prstGeom prst="rect">
            <a:avLst/>
          </a:prstGeom>
        </p:spPr>
        <p:txBody>
          <a:bodyPr lIns="0" tIns="0" rIns="0" bIns="0" anchor="ctr">
            <a:noAutofit/>
          </a:bodyPr>
          <a:lstStyle>
            <a:lvl1pPr marL="0" indent="0" algn="l">
              <a:buFontTx/>
              <a:buNone/>
              <a:defRPr sz="2025" b="1">
                <a:solidFill>
                  <a:srgbClr val="F68B1F"/>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414338" y="1371600"/>
            <a:ext cx="7886700" cy="46291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56888" y="1395057"/>
            <a:ext cx="3900488" cy="43517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85963" y="1395057"/>
            <a:ext cx="3900488" cy="43517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Round Single Corner Rectangle 6"/>
          <p:cNvSpPr/>
          <p:nvPr userDrawn="1"/>
        </p:nvSpPr>
        <p:spPr>
          <a:xfrm>
            <a:off x="350838" y="1600200"/>
            <a:ext cx="2678112" cy="571500"/>
          </a:xfrm>
          <a:prstGeom prst="round1Rect">
            <a:avLst>
              <a:gd name="adj" fmla="val 50000"/>
            </a:avLst>
          </a:prstGeom>
          <a:solidFill>
            <a:srgbClr val="0061AF"/>
          </a:solidFill>
          <a:ln>
            <a:noFill/>
          </a:ln>
        </p:spPr>
        <p:style>
          <a:lnRef idx="2">
            <a:schemeClr val="accent1">
              <a:shade val="50000"/>
            </a:schemeClr>
          </a:lnRef>
          <a:fillRef idx="1">
            <a:schemeClr val="accent1"/>
          </a:fillRef>
          <a:effectRef idx="0">
            <a:schemeClr val="accent1"/>
          </a:effectRef>
          <a:fontRef idx="minor">
            <a:schemeClr val="lt1"/>
          </a:fontRef>
        </p:style>
        <p:txBody>
          <a:bodyPr lIns="51435" tIns="25718" rIns="51435" bIns="25718" anchor="ctr"/>
          <a:lstStyle/>
          <a:p>
            <a:pPr algn="ctr">
              <a:defRPr/>
            </a:pPr>
            <a:endParaRPr lang="en-US" sz="1350">
              <a:latin typeface="Arial" panose="020B0604020202020204" pitchFamily="34" charset="0"/>
              <a:cs typeface="Arial" panose="020B0604020202020204" pitchFamily="34" charset="0"/>
            </a:endParaRPr>
          </a:p>
        </p:txBody>
      </p:sp>
      <p:sp>
        <p:nvSpPr>
          <p:cNvPr id="7" name="Title 1"/>
          <p:cNvSpPr txBox="1"/>
          <p:nvPr userDrawn="1"/>
        </p:nvSpPr>
        <p:spPr>
          <a:xfrm>
            <a:off x="371475" y="1651000"/>
            <a:ext cx="2571750" cy="549275"/>
          </a:xfrm>
          <a:prstGeom prst="rect">
            <a:avLst/>
          </a:prstGeom>
        </p:spPr>
        <p:txBody>
          <a:bodyPr lIns="51435" tIns="25718" rIns="51435" bIns="25718" anchor="ctr">
            <a:normAutofit/>
          </a:bodyPr>
          <a:lstStyle>
            <a:lvl1pPr algn="l" defTabSz="914400" rtl="0" eaLnBrk="1" latinLnBrk="0" hangingPunct="1">
              <a:lnSpc>
                <a:spcPct val="90000"/>
              </a:lnSpc>
              <a:spcBef>
                <a:spcPct val="0"/>
              </a:spcBef>
              <a:buNone/>
              <a:defRPr sz="4000" b="1" kern="1200">
                <a:solidFill>
                  <a:schemeClr val="bg1"/>
                </a:solidFill>
                <a:latin typeface="Arial" panose="020B0604020202020204" pitchFamily="34" charset="0"/>
                <a:ea typeface="+mj-ea"/>
                <a:cs typeface="Arial" panose="020B0604020202020204" pitchFamily="34" charset="0"/>
              </a:defRPr>
            </a:lvl1pPr>
          </a:lstStyle>
          <a:p>
            <a:pPr>
              <a:defRPr/>
            </a:pPr>
            <a:r>
              <a:rPr lang="en-US" sz="1350" dirty="0"/>
              <a:t>Click to edit Master title style</a:t>
            </a:r>
          </a:p>
        </p:txBody>
      </p:sp>
      <p:sp>
        <p:nvSpPr>
          <p:cNvPr id="8" name="Round Single Corner Rectangle 11"/>
          <p:cNvSpPr/>
          <p:nvPr userDrawn="1"/>
        </p:nvSpPr>
        <p:spPr>
          <a:xfrm>
            <a:off x="3221038" y="1600200"/>
            <a:ext cx="2679700" cy="571500"/>
          </a:xfrm>
          <a:prstGeom prst="round1Rect">
            <a:avLst>
              <a:gd name="adj" fmla="val 50000"/>
            </a:avLst>
          </a:prstGeom>
          <a:solidFill>
            <a:srgbClr val="F68B1F"/>
          </a:solidFill>
          <a:ln>
            <a:noFill/>
          </a:ln>
        </p:spPr>
        <p:style>
          <a:lnRef idx="2">
            <a:schemeClr val="accent1">
              <a:shade val="50000"/>
            </a:schemeClr>
          </a:lnRef>
          <a:fillRef idx="1">
            <a:schemeClr val="accent1"/>
          </a:fillRef>
          <a:effectRef idx="0">
            <a:schemeClr val="accent1"/>
          </a:effectRef>
          <a:fontRef idx="minor">
            <a:schemeClr val="lt1"/>
          </a:fontRef>
        </p:style>
        <p:txBody>
          <a:bodyPr lIns="51435" tIns="25718" rIns="51435" bIns="25718" anchor="ctr"/>
          <a:lstStyle/>
          <a:p>
            <a:pPr algn="ctr">
              <a:defRPr/>
            </a:pPr>
            <a:endParaRPr lang="en-US" sz="1350">
              <a:latin typeface="Arial" panose="020B0604020202020204" pitchFamily="34" charset="0"/>
              <a:cs typeface="Arial" panose="020B0604020202020204" pitchFamily="34" charset="0"/>
            </a:endParaRPr>
          </a:p>
        </p:txBody>
      </p:sp>
      <p:sp>
        <p:nvSpPr>
          <p:cNvPr id="9" name="Title 1"/>
          <p:cNvSpPr txBox="1"/>
          <p:nvPr userDrawn="1"/>
        </p:nvSpPr>
        <p:spPr>
          <a:xfrm>
            <a:off x="3243263" y="1651000"/>
            <a:ext cx="2571750" cy="549275"/>
          </a:xfrm>
          <a:prstGeom prst="rect">
            <a:avLst/>
          </a:prstGeom>
        </p:spPr>
        <p:txBody>
          <a:bodyPr lIns="51435" tIns="25718" rIns="51435" bIns="25718" anchor="ctr">
            <a:normAutofit/>
          </a:bodyPr>
          <a:lstStyle>
            <a:lvl1pPr algn="l" defTabSz="914400" rtl="0" eaLnBrk="1" latinLnBrk="0" hangingPunct="1">
              <a:lnSpc>
                <a:spcPct val="90000"/>
              </a:lnSpc>
              <a:spcBef>
                <a:spcPct val="0"/>
              </a:spcBef>
              <a:buNone/>
              <a:defRPr sz="4000" b="1" kern="1200">
                <a:solidFill>
                  <a:schemeClr val="bg1"/>
                </a:solidFill>
                <a:latin typeface="Arial" panose="020B0604020202020204" pitchFamily="34" charset="0"/>
                <a:ea typeface="+mj-ea"/>
                <a:cs typeface="Arial" panose="020B0604020202020204" pitchFamily="34" charset="0"/>
              </a:defRPr>
            </a:lvl1pPr>
          </a:lstStyle>
          <a:p>
            <a:pPr>
              <a:defRPr/>
            </a:pPr>
            <a:r>
              <a:rPr lang="en-US" sz="1350" dirty="0"/>
              <a:t>Click to edit Master title style</a:t>
            </a:r>
          </a:p>
        </p:txBody>
      </p:sp>
      <p:sp>
        <p:nvSpPr>
          <p:cNvPr id="10" name="Round Single Corner Rectangle 14"/>
          <p:cNvSpPr/>
          <p:nvPr userDrawn="1"/>
        </p:nvSpPr>
        <p:spPr>
          <a:xfrm>
            <a:off x="6094413" y="1600200"/>
            <a:ext cx="2678112" cy="571500"/>
          </a:xfrm>
          <a:prstGeom prst="round1Rect">
            <a:avLst>
              <a:gd name="adj" fmla="val 50000"/>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lIns="51435" tIns="25718" rIns="51435" bIns="25718" anchor="ctr"/>
          <a:lstStyle/>
          <a:p>
            <a:pPr algn="ctr">
              <a:defRPr/>
            </a:pPr>
            <a:endParaRPr lang="en-US" sz="1350">
              <a:latin typeface="Arial" panose="020B0604020202020204" pitchFamily="34" charset="0"/>
              <a:cs typeface="Arial" panose="020B0604020202020204" pitchFamily="34" charset="0"/>
            </a:endParaRPr>
          </a:p>
        </p:txBody>
      </p:sp>
      <p:sp>
        <p:nvSpPr>
          <p:cNvPr id="12" name="Title 1"/>
          <p:cNvSpPr txBox="1"/>
          <p:nvPr userDrawn="1"/>
        </p:nvSpPr>
        <p:spPr>
          <a:xfrm>
            <a:off x="6115050" y="1651000"/>
            <a:ext cx="2571750" cy="549275"/>
          </a:xfrm>
          <a:prstGeom prst="rect">
            <a:avLst/>
          </a:prstGeom>
        </p:spPr>
        <p:txBody>
          <a:bodyPr lIns="51435" tIns="25718" rIns="51435" bIns="25718" anchor="ctr">
            <a:normAutofit/>
          </a:bodyPr>
          <a:lstStyle>
            <a:lvl1pPr algn="l" defTabSz="914400" rtl="0" eaLnBrk="1" latinLnBrk="0" hangingPunct="1">
              <a:lnSpc>
                <a:spcPct val="90000"/>
              </a:lnSpc>
              <a:spcBef>
                <a:spcPct val="0"/>
              </a:spcBef>
              <a:buNone/>
              <a:defRPr sz="4000" b="1" kern="1200">
                <a:solidFill>
                  <a:schemeClr val="bg1"/>
                </a:solidFill>
                <a:latin typeface="Arial" panose="020B0604020202020204" pitchFamily="34" charset="0"/>
                <a:ea typeface="+mj-ea"/>
                <a:cs typeface="Arial" panose="020B0604020202020204" pitchFamily="34" charset="0"/>
              </a:defRPr>
            </a:lvl1pPr>
          </a:lstStyle>
          <a:p>
            <a:pPr>
              <a:defRPr/>
            </a:pPr>
            <a:r>
              <a:rPr lang="en-US" sz="1350" dirty="0"/>
              <a:t>Click to edit Master title style</a:t>
            </a:r>
          </a:p>
        </p:txBody>
      </p:sp>
      <p:sp>
        <p:nvSpPr>
          <p:cNvPr id="2" name="Title 1"/>
          <p:cNvSpPr>
            <a:spLocks noGrp="1"/>
          </p:cNvSpPr>
          <p:nvPr>
            <p:ph type="title"/>
          </p:nvPr>
        </p:nvSpPr>
        <p:spPr/>
        <p:txBody>
          <a:bodyPr/>
          <a:lstStyle/>
          <a:p>
            <a:r>
              <a:rPr lang="en-US"/>
              <a:t>Click to edit Master title style</a:t>
            </a:r>
            <a:endParaRPr lang="en-US" dirty="0"/>
          </a:p>
        </p:txBody>
      </p:sp>
      <p:sp>
        <p:nvSpPr>
          <p:cNvPr id="11" name="Text Placeholder 5"/>
          <p:cNvSpPr>
            <a:spLocks noGrp="1"/>
          </p:cNvSpPr>
          <p:nvPr>
            <p:ph type="body" sz="quarter" idx="14"/>
          </p:nvPr>
        </p:nvSpPr>
        <p:spPr>
          <a:xfrm>
            <a:off x="364331" y="2245381"/>
            <a:ext cx="2664619" cy="2934464"/>
          </a:xfrm>
          <a:prstGeom prst="rect">
            <a:avLst/>
          </a:prstGeom>
        </p:spPr>
        <p:txBody>
          <a:bodyPr tIns="91440" bIns="91440">
            <a:noAutofit/>
          </a:bodyPr>
          <a:lstStyle>
            <a:lvl1pPr marL="96520" marR="0" indent="-96520" algn="l" defTabSz="342900" rtl="0" eaLnBrk="1" fontAlgn="auto" latinLnBrk="0" hangingPunct="1">
              <a:lnSpc>
                <a:spcPct val="100000"/>
              </a:lnSpc>
              <a:spcBef>
                <a:spcPts val="340"/>
              </a:spcBef>
              <a:spcAft>
                <a:spcPts val="340"/>
              </a:spcAft>
              <a:buClrTx/>
              <a:buSzTx/>
              <a:buFont typeface="Arial" panose="020B0604020202020204" pitchFamily="34" charset="0"/>
              <a:buChar char="•"/>
              <a:tabLst>
                <a:tab pos="95885" algn="l"/>
              </a:tabLst>
              <a:defRPr lang="en-US" sz="1015" b="0" kern="1200" dirty="0">
                <a:solidFill>
                  <a:schemeClr val="tx1"/>
                </a:solidFill>
                <a:latin typeface="Arial" panose="020B0604020202020204" pitchFamily="34" charset="0"/>
                <a:ea typeface="+mn-ea"/>
                <a:cs typeface="Arial" panose="020B0604020202020204" pitchFamily="34" charset="0"/>
              </a:defRPr>
            </a:lvl1pPr>
            <a:lvl2pPr marL="160655" indent="-154305">
              <a:buFont typeface="Wingdings" panose="05000000000000000000" pitchFamily="2" charset="2"/>
              <a:buChar char="§"/>
              <a:tabLst>
                <a:tab pos="160655" algn="l"/>
              </a:tabLst>
              <a:defRPr sz="675"/>
            </a:lvl2pPr>
            <a:lvl3pPr marL="160655" indent="-154305">
              <a:buFont typeface="Wingdings" panose="05000000000000000000" pitchFamily="2" charset="2"/>
              <a:buChar char="§"/>
              <a:tabLst>
                <a:tab pos="160655" algn="l"/>
              </a:tabLst>
              <a:defRPr sz="675"/>
            </a:lvl3pPr>
            <a:lvl4pPr marL="160655" indent="-154305">
              <a:buFont typeface="Wingdings" panose="05000000000000000000" pitchFamily="2" charset="2"/>
              <a:buChar char="§"/>
              <a:tabLst>
                <a:tab pos="160655" algn="l"/>
              </a:tabLst>
              <a:defRPr sz="675"/>
            </a:lvl4pPr>
            <a:lvl5pPr marL="160655" indent="-154305">
              <a:buFont typeface="Wingdings" panose="05000000000000000000" pitchFamily="2" charset="2"/>
              <a:buChar char="§"/>
              <a:tabLst>
                <a:tab pos="160655" algn="l"/>
              </a:tabLst>
              <a:defRPr sz="675"/>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5"/>
          <p:cNvSpPr>
            <a:spLocks noGrp="1"/>
          </p:cNvSpPr>
          <p:nvPr>
            <p:ph type="body" sz="quarter" idx="15"/>
          </p:nvPr>
        </p:nvSpPr>
        <p:spPr>
          <a:xfrm>
            <a:off x="3235813" y="2245381"/>
            <a:ext cx="2664619" cy="2934464"/>
          </a:xfrm>
          <a:prstGeom prst="rect">
            <a:avLst/>
          </a:prstGeom>
        </p:spPr>
        <p:txBody>
          <a:bodyPr tIns="91440" bIns="91440">
            <a:noAutofit/>
          </a:bodyPr>
          <a:lstStyle>
            <a:lvl1pPr marL="96520" marR="0" indent="-96520" algn="l" defTabSz="342900" rtl="0" eaLnBrk="1" fontAlgn="auto" latinLnBrk="0" hangingPunct="1">
              <a:lnSpc>
                <a:spcPct val="100000"/>
              </a:lnSpc>
              <a:spcBef>
                <a:spcPts val="340"/>
              </a:spcBef>
              <a:spcAft>
                <a:spcPts val="340"/>
              </a:spcAft>
              <a:buClrTx/>
              <a:buSzTx/>
              <a:buFont typeface="Arial" panose="020B0604020202020204" pitchFamily="34" charset="0"/>
              <a:buChar char="•"/>
              <a:tabLst>
                <a:tab pos="95885" algn="l"/>
              </a:tabLst>
              <a:defRPr lang="en-US" sz="1015" b="0" kern="1200" dirty="0">
                <a:solidFill>
                  <a:schemeClr val="tx1"/>
                </a:solidFill>
                <a:latin typeface="Arial" panose="020B0604020202020204" pitchFamily="34" charset="0"/>
                <a:ea typeface="+mn-ea"/>
                <a:cs typeface="Arial" panose="020B0604020202020204" pitchFamily="34" charset="0"/>
              </a:defRPr>
            </a:lvl1pPr>
            <a:lvl2pPr marL="160655" indent="-154305">
              <a:buFont typeface="Wingdings" panose="05000000000000000000" pitchFamily="2" charset="2"/>
              <a:buChar char="§"/>
              <a:tabLst>
                <a:tab pos="160655" algn="l"/>
              </a:tabLst>
              <a:defRPr sz="675"/>
            </a:lvl2pPr>
            <a:lvl3pPr marL="160655" indent="-154305">
              <a:buFont typeface="Wingdings" panose="05000000000000000000" pitchFamily="2" charset="2"/>
              <a:buChar char="§"/>
              <a:tabLst>
                <a:tab pos="160655" algn="l"/>
              </a:tabLst>
              <a:defRPr sz="675"/>
            </a:lvl3pPr>
            <a:lvl4pPr marL="160655" indent="-154305">
              <a:buFont typeface="Wingdings" panose="05000000000000000000" pitchFamily="2" charset="2"/>
              <a:buChar char="§"/>
              <a:tabLst>
                <a:tab pos="160655" algn="l"/>
              </a:tabLst>
              <a:defRPr sz="675"/>
            </a:lvl4pPr>
            <a:lvl5pPr marL="160655" indent="-154305">
              <a:buFont typeface="Wingdings" panose="05000000000000000000" pitchFamily="2" charset="2"/>
              <a:buChar char="§"/>
              <a:tabLst>
                <a:tab pos="160655" algn="l"/>
              </a:tabLst>
              <a:defRPr sz="675"/>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5"/>
          <p:cNvSpPr>
            <a:spLocks noGrp="1"/>
          </p:cNvSpPr>
          <p:nvPr>
            <p:ph type="body" sz="quarter" idx="16"/>
          </p:nvPr>
        </p:nvSpPr>
        <p:spPr>
          <a:xfrm>
            <a:off x="6107906" y="2245381"/>
            <a:ext cx="2664619" cy="2934464"/>
          </a:xfrm>
          <a:prstGeom prst="rect">
            <a:avLst/>
          </a:prstGeom>
        </p:spPr>
        <p:txBody>
          <a:bodyPr tIns="91440" bIns="91440">
            <a:noAutofit/>
          </a:bodyPr>
          <a:lstStyle>
            <a:lvl1pPr marL="96520" marR="0" indent="-96520" algn="l" defTabSz="342900" rtl="0" eaLnBrk="1" fontAlgn="auto" latinLnBrk="0" hangingPunct="1">
              <a:lnSpc>
                <a:spcPct val="100000"/>
              </a:lnSpc>
              <a:spcBef>
                <a:spcPts val="340"/>
              </a:spcBef>
              <a:spcAft>
                <a:spcPts val="340"/>
              </a:spcAft>
              <a:buClrTx/>
              <a:buSzTx/>
              <a:buFont typeface="Arial" panose="020B0604020202020204" pitchFamily="34" charset="0"/>
              <a:buChar char="•"/>
              <a:tabLst>
                <a:tab pos="95885" algn="l"/>
              </a:tabLst>
              <a:defRPr lang="en-US" sz="1015" b="0" kern="1200" dirty="0">
                <a:solidFill>
                  <a:schemeClr val="tx1"/>
                </a:solidFill>
                <a:latin typeface="Arial" panose="020B0604020202020204" pitchFamily="34" charset="0"/>
                <a:ea typeface="+mn-ea"/>
                <a:cs typeface="Arial" panose="020B0604020202020204" pitchFamily="34" charset="0"/>
              </a:defRPr>
            </a:lvl1pPr>
            <a:lvl2pPr marL="160655" indent="-154305">
              <a:buFont typeface="Wingdings" panose="05000000000000000000" pitchFamily="2" charset="2"/>
              <a:buChar char="§"/>
              <a:tabLst>
                <a:tab pos="160655" algn="l"/>
              </a:tabLst>
              <a:defRPr sz="675"/>
            </a:lvl2pPr>
            <a:lvl3pPr marL="160655" indent="-154305">
              <a:buFont typeface="Wingdings" panose="05000000000000000000" pitchFamily="2" charset="2"/>
              <a:buChar char="§"/>
              <a:tabLst>
                <a:tab pos="160655" algn="l"/>
              </a:tabLst>
              <a:defRPr sz="675"/>
            </a:lvl3pPr>
            <a:lvl4pPr marL="160655" indent="-154305">
              <a:buFont typeface="Wingdings" panose="05000000000000000000" pitchFamily="2" charset="2"/>
              <a:buChar char="§"/>
              <a:tabLst>
                <a:tab pos="160655" algn="l"/>
              </a:tabLst>
              <a:defRPr sz="675"/>
            </a:lvl4pPr>
            <a:lvl5pPr marL="160655" indent="-154305">
              <a:buFont typeface="Wingdings" panose="05000000000000000000" pitchFamily="2" charset="2"/>
              <a:buChar char="§"/>
              <a:tabLst>
                <a:tab pos="160655" algn="l"/>
              </a:tabLst>
              <a:defRPr sz="675"/>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Picture Placeholder 6"/>
          <p:cNvSpPr>
            <a:spLocks noGrp="1"/>
          </p:cNvSpPr>
          <p:nvPr>
            <p:ph type="pic" sz="quarter" idx="13"/>
          </p:nvPr>
        </p:nvSpPr>
        <p:spPr>
          <a:xfrm>
            <a:off x="814388" y="1485900"/>
            <a:ext cx="1457325" cy="1943100"/>
          </a:xfrm>
          <a:prstGeom prst="ellipse">
            <a:avLst/>
          </a:prstGeom>
          <a:solidFill>
            <a:schemeClr val="accent5">
              <a:lumMod val="40000"/>
              <a:lumOff val="60000"/>
            </a:schemeClr>
          </a:solidFill>
        </p:spPr>
        <p:txBody>
          <a:bodyPr rtlCol="0">
            <a:normAutofit/>
          </a:bodyPr>
          <a:lstStyle>
            <a:lvl1pPr marL="0" marR="0" indent="0" algn="ctr" defTabSz="450850" rtl="0" eaLnBrk="1" fontAlgn="auto" latinLnBrk="0" hangingPunct="1">
              <a:lnSpc>
                <a:spcPct val="160000"/>
              </a:lnSpc>
              <a:spcBef>
                <a:spcPts val="0"/>
              </a:spcBef>
              <a:spcAft>
                <a:spcPts val="0"/>
              </a:spcAft>
              <a:buClrTx/>
              <a:buSzTx/>
              <a:buFont typeface="Arial" panose="020B0604020202020204" pitchFamily="34" charset="0"/>
              <a:buNone/>
              <a:defRPr sz="675"/>
            </a:lvl1pPr>
          </a:lstStyle>
          <a:p>
            <a:pPr lvl="0"/>
            <a:r>
              <a:rPr lang="en-US" altLang="ja-JP" noProof="0"/>
              <a:t>Click icon to add picture</a:t>
            </a:r>
            <a:endParaRPr lang="ja-JP" altLang="en-US" noProof="0" dirty="0"/>
          </a:p>
        </p:txBody>
      </p:sp>
      <p:sp>
        <p:nvSpPr>
          <p:cNvPr id="5" name="Text Placeholder 5"/>
          <p:cNvSpPr>
            <a:spLocks noGrp="1"/>
          </p:cNvSpPr>
          <p:nvPr>
            <p:ph type="body" sz="quarter" idx="11"/>
          </p:nvPr>
        </p:nvSpPr>
        <p:spPr>
          <a:xfrm>
            <a:off x="800100" y="3577290"/>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8" name="Text Placeholder 5"/>
          <p:cNvSpPr>
            <a:spLocks noGrp="1"/>
          </p:cNvSpPr>
          <p:nvPr>
            <p:ph type="body" sz="quarter" idx="12"/>
          </p:nvPr>
        </p:nvSpPr>
        <p:spPr>
          <a:xfrm>
            <a:off x="800100" y="4041308"/>
            <a:ext cx="1585913" cy="346940"/>
          </a:xfrm>
          <a:prstGeom prst="rect">
            <a:avLst/>
          </a:prstGeom>
        </p:spPr>
        <p:txBody>
          <a:bodyPr lIns="0" tIns="0" rIns="0" bIns="0"/>
          <a:lstStyle>
            <a:lvl1pPr marL="0" indent="0">
              <a:buFontTx/>
              <a:buNone/>
              <a:defRPr sz="1125" b="1">
                <a:solidFill>
                  <a:srgbClr val="F68B1F"/>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9" name="Text Placeholder 5"/>
          <p:cNvSpPr>
            <a:spLocks noGrp="1"/>
          </p:cNvSpPr>
          <p:nvPr>
            <p:ph type="body" sz="quarter" idx="14"/>
          </p:nvPr>
        </p:nvSpPr>
        <p:spPr>
          <a:xfrm>
            <a:off x="800100" y="4514850"/>
            <a:ext cx="1585913" cy="1645047"/>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2" name="Picture Placeholder 6"/>
          <p:cNvSpPr>
            <a:spLocks noGrp="1"/>
          </p:cNvSpPr>
          <p:nvPr>
            <p:ph type="pic" sz="quarter" idx="15"/>
          </p:nvPr>
        </p:nvSpPr>
        <p:spPr>
          <a:xfrm>
            <a:off x="2843213" y="1485900"/>
            <a:ext cx="1457325" cy="1943100"/>
          </a:xfrm>
          <a:prstGeom prst="ellipse">
            <a:avLst/>
          </a:prstGeom>
          <a:solidFill>
            <a:schemeClr val="accent5">
              <a:lumMod val="40000"/>
              <a:lumOff val="60000"/>
            </a:schemeClr>
          </a:solidFill>
        </p:spPr>
        <p:txBody>
          <a:bodyPr rtlCol="0">
            <a:normAutofit/>
          </a:bodyPr>
          <a:lstStyle>
            <a:lvl1pPr marL="0" marR="0" indent="0" algn="ctr" defTabSz="450850" rtl="0" eaLnBrk="1" fontAlgn="auto" latinLnBrk="0" hangingPunct="1">
              <a:lnSpc>
                <a:spcPct val="160000"/>
              </a:lnSpc>
              <a:spcBef>
                <a:spcPts val="0"/>
              </a:spcBef>
              <a:spcAft>
                <a:spcPts val="0"/>
              </a:spcAft>
              <a:buClrTx/>
              <a:buSzTx/>
              <a:buFont typeface="Arial" panose="020B0604020202020204" pitchFamily="34" charset="0"/>
              <a:buNone/>
              <a:defRPr sz="675"/>
            </a:lvl1pPr>
          </a:lstStyle>
          <a:p>
            <a:pPr lvl="0"/>
            <a:r>
              <a:rPr lang="en-US" altLang="ja-JP" noProof="0"/>
              <a:t>Click icon to add picture</a:t>
            </a:r>
            <a:endParaRPr lang="ja-JP" altLang="en-US" noProof="0" dirty="0"/>
          </a:p>
        </p:txBody>
      </p:sp>
      <p:sp>
        <p:nvSpPr>
          <p:cNvPr id="23" name="Text Placeholder 5"/>
          <p:cNvSpPr>
            <a:spLocks noGrp="1"/>
          </p:cNvSpPr>
          <p:nvPr>
            <p:ph type="body" sz="quarter" idx="16"/>
          </p:nvPr>
        </p:nvSpPr>
        <p:spPr>
          <a:xfrm>
            <a:off x="2828925" y="3577290"/>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24" name="Text Placeholder 5"/>
          <p:cNvSpPr>
            <a:spLocks noGrp="1"/>
          </p:cNvSpPr>
          <p:nvPr>
            <p:ph type="body" sz="quarter" idx="17"/>
          </p:nvPr>
        </p:nvSpPr>
        <p:spPr>
          <a:xfrm>
            <a:off x="2828925" y="4041308"/>
            <a:ext cx="1585913" cy="346940"/>
          </a:xfrm>
          <a:prstGeom prst="rect">
            <a:avLst/>
          </a:prstGeom>
        </p:spPr>
        <p:txBody>
          <a:bodyPr lIns="0" tIns="0" rIns="0" bIns="0"/>
          <a:lstStyle>
            <a:lvl1pPr marL="0" indent="0">
              <a:buFontTx/>
              <a:buNone/>
              <a:defRPr sz="1125" b="1">
                <a:solidFill>
                  <a:srgbClr val="F68B1F"/>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25" name="Text Placeholder 5"/>
          <p:cNvSpPr>
            <a:spLocks noGrp="1"/>
          </p:cNvSpPr>
          <p:nvPr>
            <p:ph type="body" sz="quarter" idx="18"/>
          </p:nvPr>
        </p:nvSpPr>
        <p:spPr>
          <a:xfrm>
            <a:off x="2828925" y="4514850"/>
            <a:ext cx="1585913" cy="1645047"/>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0" name="Picture Placeholder 6"/>
          <p:cNvSpPr>
            <a:spLocks noGrp="1"/>
          </p:cNvSpPr>
          <p:nvPr>
            <p:ph type="pic" sz="quarter" idx="19"/>
          </p:nvPr>
        </p:nvSpPr>
        <p:spPr>
          <a:xfrm>
            <a:off x="4857750" y="1485900"/>
            <a:ext cx="1457325" cy="1943100"/>
          </a:xfrm>
          <a:prstGeom prst="ellipse">
            <a:avLst/>
          </a:prstGeom>
          <a:solidFill>
            <a:schemeClr val="accent5">
              <a:lumMod val="40000"/>
              <a:lumOff val="60000"/>
            </a:schemeClr>
          </a:solidFill>
        </p:spPr>
        <p:txBody>
          <a:bodyPr rtlCol="0">
            <a:normAutofit/>
          </a:bodyPr>
          <a:lstStyle>
            <a:lvl1pPr marL="0" marR="0" indent="0" algn="ctr" defTabSz="450850" rtl="0" eaLnBrk="1" fontAlgn="auto" latinLnBrk="0" hangingPunct="1">
              <a:lnSpc>
                <a:spcPct val="160000"/>
              </a:lnSpc>
              <a:spcBef>
                <a:spcPts val="0"/>
              </a:spcBef>
              <a:spcAft>
                <a:spcPts val="0"/>
              </a:spcAft>
              <a:buClrTx/>
              <a:buSzTx/>
              <a:buFont typeface="Arial" panose="020B0604020202020204" pitchFamily="34" charset="0"/>
              <a:buNone/>
              <a:defRPr sz="675"/>
            </a:lvl1pPr>
          </a:lstStyle>
          <a:p>
            <a:pPr lvl="0"/>
            <a:r>
              <a:rPr lang="en-US" altLang="ja-JP" noProof="0"/>
              <a:t>Click icon to add picture</a:t>
            </a:r>
            <a:endParaRPr lang="ja-JP" altLang="en-US" noProof="0" dirty="0"/>
          </a:p>
        </p:txBody>
      </p:sp>
      <p:sp>
        <p:nvSpPr>
          <p:cNvPr id="31" name="Text Placeholder 5"/>
          <p:cNvSpPr>
            <a:spLocks noGrp="1"/>
          </p:cNvSpPr>
          <p:nvPr>
            <p:ph type="body" sz="quarter" idx="20"/>
          </p:nvPr>
        </p:nvSpPr>
        <p:spPr>
          <a:xfrm>
            <a:off x="4843462" y="3577290"/>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32" name="Text Placeholder 5"/>
          <p:cNvSpPr>
            <a:spLocks noGrp="1"/>
          </p:cNvSpPr>
          <p:nvPr>
            <p:ph type="body" sz="quarter" idx="21"/>
          </p:nvPr>
        </p:nvSpPr>
        <p:spPr>
          <a:xfrm>
            <a:off x="4843462" y="4041308"/>
            <a:ext cx="1585913" cy="346940"/>
          </a:xfrm>
          <a:prstGeom prst="rect">
            <a:avLst/>
          </a:prstGeom>
        </p:spPr>
        <p:txBody>
          <a:bodyPr lIns="0" tIns="0" rIns="0" bIns="0"/>
          <a:lstStyle>
            <a:lvl1pPr marL="0" indent="0">
              <a:buFontTx/>
              <a:buNone/>
              <a:defRPr sz="1125" b="1">
                <a:solidFill>
                  <a:srgbClr val="F68B1F"/>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33" name="Text Placeholder 5"/>
          <p:cNvSpPr>
            <a:spLocks noGrp="1"/>
          </p:cNvSpPr>
          <p:nvPr>
            <p:ph type="body" sz="quarter" idx="22"/>
          </p:nvPr>
        </p:nvSpPr>
        <p:spPr>
          <a:xfrm>
            <a:off x="4843462" y="4514850"/>
            <a:ext cx="1585913" cy="1645047"/>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4" name="Picture Placeholder 6"/>
          <p:cNvSpPr>
            <a:spLocks noGrp="1"/>
          </p:cNvSpPr>
          <p:nvPr>
            <p:ph type="pic" sz="quarter" idx="23"/>
          </p:nvPr>
        </p:nvSpPr>
        <p:spPr>
          <a:xfrm>
            <a:off x="6886575" y="1485900"/>
            <a:ext cx="1457325" cy="1943100"/>
          </a:xfrm>
          <a:prstGeom prst="ellipse">
            <a:avLst/>
          </a:prstGeom>
          <a:solidFill>
            <a:schemeClr val="accent5">
              <a:lumMod val="40000"/>
              <a:lumOff val="60000"/>
            </a:schemeClr>
          </a:solidFill>
        </p:spPr>
        <p:txBody>
          <a:bodyPr rtlCol="0">
            <a:normAutofit/>
          </a:bodyPr>
          <a:lstStyle>
            <a:lvl1pPr marL="0" marR="0" indent="0" algn="ctr" defTabSz="450850" rtl="0" eaLnBrk="1" fontAlgn="auto" latinLnBrk="0" hangingPunct="1">
              <a:lnSpc>
                <a:spcPct val="160000"/>
              </a:lnSpc>
              <a:spcBef>
                <a:spcPts val="0"/>
              </a:spcBef>
              <a:spcAft>
                <a:spcPts val="0"/>
              </a:spcAft>
              <a:buClrTx/>
              <a:buSzTx/>
              <a:buFont typeface="Arial" panose="020B0604020202020204" pitchFamily="34" charset="0"/>
              <a:buNone/>
              <a:defRPr sz="675"/>
            </a:lvl1pPr>
          </a:lstStyle>
          <a:p>
            <a:pPr lvl="0"/>
            <a:r>
              <a:rPr lang="en-US" altLang="ja-JP" noProof="0"/>
              <a:t>Click icon to add picture</a:t>
            </a:r>
            <a:endParaRPr lang="ja-JP" altLang="en-US" noProof="0" dirty="0"/>
          </a:p>
        </p:txBody>
      </p:sp>
      <p:sp>
        <p:nvSpPr>
          <p:cNvPr id="35" name="Text Placeholder 5"/>
          <p:cNvSpPr>
            <a:spLocks noGrp="1"/>
          </p:cNvSpPr>
          <p:nvPr>
            <p:ph type="body" sz="quarter" idx="24"/>
          </p:nvPr>
        </p:nvSpPr>
        <p:spPr>
          <a:xfrm>
            <a:off x="6872287" y="3577290"/>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36" name="Text Placeholder 5"/>
          <p:cNvSpPr>
            <a:spLocks noGrp="1"/>
          </p:cNvSpPr>
          <p:nvPr>
            <p:ph type="body" sz="quarter" idx="25"/>
          </p:nvPr>
        </p:nvSpPr>
        <p:spPr>
          <a:xfrm>
            <a:off x="6872287" y="4041308"/>
            <a:ext cx="1585913" cy="346940"/>
          </a:xfrm>
          <a:prstGeom prst="rect">
            <a:avLst/>
          </a:prstGeom>
        </p:spPr>
        <p:txBody>
          <a:bodyPr lIns="0" tIns="0" rIns="0" bIns="0"/>
          <a:lstStyle>
            <a:lvl1pPr marL="0" indent="0">
              <a:buFontTx/>
              <a:buNone/>
              <a:defRPr sz="1125" b="1">
                <a:solidFill>
                  <a:srgbClr val="F68B1F"/>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37" name="Text Placeholder 5"/>
          <p:cNvSpPr>
            <a:spLocks noGrp="1"/>
          </p:cNvSpPr>
          <p:nvPr>
            <p:ph type="body" sz="quarter" idx="26"/>
          </p:nvPr>
        </p:nvSpPr>
        <p:spPr>
          <a:xfrm>
            <a:off x="6872287" y="4514850"/>
            <a:ext cx="1585913" cy="1645047"/>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11" name="Arc 10"/>
          <p:cNvSpPr>
            <a:spLocks noChangeAspect="1"/>
          </p:cNvSpPr>
          <p:nvPr userDrawn="1"/>
        </p:nvSpPr>
        <p:spPr>
          <a:xfrm>
            <a:off x="392113" y="2554288"/>
            <a:ext cx="1579562" cy="2105025"/>
          </a:xfrm>
          <a:prstGeom prst="arc">
            <a:avLst>
              <a:gd name="adj1" fmla="val 14511769"/>
              <a:gd name="adj2" fmla="val 10954347"/>
            </a:avLst>
          </a:prstGeom>
          <a:ln w="22225">
            <a:solidFill>
              <a:srgbClr val="0056A4"/>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dirty="0"/>
          </a:p>
        </p:txBody>
      </p:sp>
      <p:sp>
        <p:nvSpPr>
          <p:cNvPr id="12" name="Arc 11"/>
          <p:cNvSpPr>
            <a:spLocks noChangeAspect="1"/>
          </p:cNvSpPr>
          <p:nvPr userDrawn="1"/>
        </p:nvSpPr>
        <p:spPr>
          <a:xfrm rot="11700000">
            <a:off x="330200" y="2471738"/>
            <a:ext cx="1701800" cy="2268537"/>
          </a:xfrm>
          <a:prstGeom prst="arc">
            <a:avLst>
              <a:gd name="adj1" fmla="val 14511769"/>
              <a:gd name="adj2" fmla="val 10954347"/>
            </a:avLst>
          </a:prstGeom>
          <a:ln w="22225">
            <a:solidFill>
              <a:srgbClr val="0056A4"/>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a:p>
        </p:txBody>
      </p:sp>
      <p:sp>
        <p:nvSpPr>
          <p:cNvPr id="14" name="Arc 13"/>
          <p:cNvSpPr>
            <a:spLocks noChangeAspect="1"/>
          </p:cNvSpPr>
          <p:nvPr userDrawn="1"/>
        </p:nvSpPr>
        <p:spPr>
          <a:xfrm>
            <a:off x="4725988" y="2554288"/>
            <a:ext cx="1577975" cy="2105025"/>
          </a:xfrm>
          <a:prstGeom prst="arc">
            <a:avLst>
              <a:gd name="adj1" fmla="val 14511769"/>
              <a:gd name="adj2" fmla="val 10954347"/>
            </a:avLst>
          </a:prstGeom>
          <a:ln w="22225">
            <a:solidFill>
              <a:srgbClr val="0056A4"/>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dirty="0"/>
          </a:p>
        </p:txBody>
      </p:sp>
      <p:sp>
        <p:nvSpPr>
          <p:cNvPr id="15" name="Arc 14"/>
          <p:cNvSpPr>
            <a:spLocks noChangeAspect="1"/>
          </p:cNvSpPr>
          <p:nvPr userDrawn="1"/>
        </p:nvSpPr>
        <p:spPr>
          <a:xfrm rot="11700000">
            <a:off x="4664075" y="2471738"/>
            <a:ext cx="1701800" cy="2268537"/>
          </a:xfrm>
          <a:prstGeom prst="arc">
            <a:avLst>
              <a:gd name="adj1" fmla="val 14511769"/>
              <a:gd name="adj2" fmla="val 10954347"/>
            </a:avLst>
          </a:prstGeom>
          <a:ln w="22225">
            <a:solidFill>
              <a:srgbClr val="0056A4"/>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a:p>
        </p:txBody>
      </p:sp>
      <p:sp>
        <p:nvSpPr>
          <p:cNvPr id="2" name="Title 1"/>
          <p:cNvSpPr>
            <a:spLocks noGrp="1"/>
          </p:cNvSpPr>
          <p:nvPr>
            <p:ph type="title"/>
          </p:nvPr>
        </p:nvSpPr>
        <p:spPr/>
        <p:txBody>
          <a:bodyPr/>
          <a:lstStyle/>
          <a:p>
            <a:r>
              <a:rPr lang="en-US"/>
              <a:t>Click to edit Master title style</a:t>
            </a:r>
          </a:p>
        </p:txBody>
      </p:sp>
      <p:sp>
        <p:nvSpPr>
          <p:cNvPr id="6" name="Picture Placeholder 6"/>
          <p:cNvSpPr>
            <a:spLocks noGrp="1"/>
          </p:cNvSpPr>
          <p:nvPr>
            <p:ph type="pic" sz="quarter" idx="13"/>
          </p:nvPr>
        </p:nvSpPr>
        <p:spPr>
          <a:xfrm>
            <a:off x="452643" y="2634974"/>
            <a:ext cx="1457325" cy="1943100"/>
          </a:xfrm>
          <a:prstGeom prst="ellipse">
            <a:avLst/>
          </a:prstGeom>
          <a:solidFill>
            <a:schemeClr val="accent5">
              <a:lumMod val="40000"/>
              <a:lumOff val="60000"/>
            </a:schemeClr>
          </a:solidFill>
        </p:spPr>
        <p:txBody>
          <a:bodyPr rtlCol="0">
            <a:normAutofit/>
          </a:bodyPr>
          <a:lstStyle>
            <a:lvl1pPr marL="0" marR="0" indent="0" algn="ctr" defTabSz="450850" rtl="0" eaLnBrk="1" fontAlgn="auto" latinLnBrk="0" hangingPunct="1">
              <a:lnSpc>
                <a:spcPct val="160000"/>
              </a:lnSpc>
              <a:spcBef>
                <a:spcPts val="0"/>
              </a:spcBef>
              <a:spcAft>
                <a:spcPts val="0"/>
              </a:spcAft>
              <a:buClrTx/>
              <a:buSzTx/>
              <a:buFont typeface="Arial" panose="020B0604020202020204" pitchFamily="34" charset="0"/>
              <a:buNone/>
              <a:defRPr sz="675"/>
            </a:lvl1pPr>
          </a:lstStyle>
          <a:p>
            <a:pPr lvl="0"/>
            <a:r>
              <a:rPr lang="en-US" altLang="ja-JP" noProof="0"/>
              <a:t>Click icon to add picture</a:t>
            </a:r>
            <a:endParaRPr lang="ja-JP" altLang="en-US" noProof="0" dirty="0"/>
          </a:p>
        </p:txBody>
      </p:sp>
      <p:sp>
        <p:nvSpPr>
          <p:cNvPr id="5" name="Text Placeholder 5"/>
          <p:cNvSpPr>
            <a:spLocks noGrp="1"/>
          </p:cNvSpPr>
          <p:nvPr>
            <p:ph type="body" sz="quarter" idx="11"/>
          </p:nvPr>
        </p:nvSpPr>
        <p:spPr>
          <a:xfrm>
            <a:off x="2043112" y="2605741"/>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8" name="Text Placeholder 5"/>
          <p:cNvSpPr>
            <a:spLocks noGrp="1"/>
          </p:cNvSpPr>
          <p:nvPr>
            <p:ph type="body" sz="quarter" idx="12"/>
          </p:nvPr>
        </p:nvSpPr>
        <p:spPr>
          <a:xfrm>
            <a:off x="2043112" y="3069758"/>
            <a:ext cx="1585913" cy="346940"/>
          </a:xfrm>
          <a:prstGeom prst="rect">
            <a:avLst/>
          </a:prstGeom>
        </p:spPr>
        <p:txBody>
          <a:bodyPr lIns="0" tIns="0" rIns="0" bIns="0"/>
          <a:lstStyle>
            <a:lvl1pPr marL="0" indent="0">
              <a:buFontTx/>
              <a:buNone/>
              <a:defRPr sz="1125" b="1">
                <a:solidFill>
                  <a:srgbClr val="F68B1F"/>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9" name="Text Placeholder 5"/>
          <p:cNvSpPr>
            <a:spLocks noGrp="1"/>
          </p:cNvSpPr>
          <p:nvPr>
            <p:ph type="body" sz="quarter" idx="14"/>
          </p:nvPr>
        </p:nvSpPr>
        <p:spPr>
          <a:xfrm>
            <a:off x="2043112" y="3543300"/>
            <a:ext cx="2328863" cy="857250"/>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Text Placeholder 5"/>
          <p:cNvSpPr>
            <a:spLocks noGrp="1"/>
          </p:cNvSpPr>
          <p:nvPr>
            <p:ph type="body" sz="quarter" idx="16"/>
          </p:nvPr>
        </p:nvSpPr>
        <p:spPr>
          <a:xfrm>
            <a:off x="6457950" y="2605741"/>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21" name="Text Placeholder 5"/>
          <p:cNvSpPr>
            <a:spLocks noGrp="1"/>
          </p:cNvSpPr>
          <p:nvPr>
            <p:ph type="body" sz="quarter" idx="17"/>
          </p:nvPr>
        </p:nvSpPr>
        <p:spPr>
          <a:xfrm>
            <a:off x="6457950" y="3069758"/>
            <a:ext cx="1585913" cy="346940"/>
          </a:xfrm>
          <a:prstGeom prst="rect">
            <a:avLst/>
          </a:prstGeom>
        </p:spPr>
        <p:txBody>
          <a:bodyPr lIns="0" tIns="0" rIns="0" bIns="0"/>
          <a:lstStyle>
            <a:lvl1pPr marL="0" indent="0">
              <a:buFontTx/>
              <a:buNone/>
              <a:defRPr sz="1125" b="1">
                <a:solidFill>
                  <a:srgbClr val="F68B1F"/>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26" name="Text Placeholder 5"/>
          <p:cNvSpPr>
            <a:spLocks noGrp="1"/>
          </p:cNvSpPr>
          <p:nvPr>
            <p:ph type="body" sz="quarter" idx="18"/>
          </p:nvPr>
        </p:nvSpPr>
        <p:spPr>
          <a:xfrm>
            <a:off x="6457950" y="3543300"/>
            <a:ext cx="2328863" cy="857250"/>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Picture Placeholder 6"/>
          <p:cNvSpPr>
            <a:spLocks noGrp="1"/>
          </p:cNvSpPr>
          <p:nvPr>
            <p:ph type="pic" sz="quarter" idx="19"/>
          </p:nvPr>
        </p:nvSpPr>
        <p:spPr>
          <a:xfrm>
            <a:off x="4786314" y="2634974"/>
            <a:ext cx="1457325" cy="1943100"/>
          </a:xfrm>
          <a:prstGeom prst="ellipse">
            <a:avLst/>
          </a:prstGeom>
          <a:solidFill>
            <a:schemeClr val="accent5">
              <a:lumMod val="40000"/>
              <a:lumOff val="60000"/>
            </a:schemeClr>
          </a:solidFill>
        </p:spPr>
        <p:txBody>
          <a:bodyPr rtlCol="0">
            <a:normAutofit/>
          </a:bodyPr>
          <a:lstStyle>
            <a:lvl1pPr marL="0" marR="0" indent="0" algn="ctr" defTabSz="450850" rtl="0" eaLnBrk="1" fontAlgn="auto" latinLnBrk="0" hangingPunct="1">
              <a:lnSpc>
                <a:spcPct val="160000"/>
              </a:lnSpc>
              <a:spcBef>
                <a:spcPts val="0"/>
              </a:spcBef>
              <a:spcAft>
                <a:spcPts val="0"/>
              </a:spcAft>
              <a:buClrTx/>
              <a:buSzTx/>
              <a:buFont typeface="Arial" panose="020B0604020202020204" pitchFamily="34" charset="0"/>
              <a:buNone/>
              <a:defRPr sz="675"/>
            </a:lvl1pPr>
          </a:lstStyle>
          <a:p>
            <a:pPr lvl="0"/>
            <a:r>
              <a:rPr lang="en-US" altLang="ja-JP" noProof="0"/>
              <a:t>Click icon to add picture</a:t>
            </a:r>
            <a:endParaRPr lang="ja-JP" altLang="en-US" noProof="0"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Contents">
    <p:spTree>
      <p:nvGrpSpPr>
        <p:cNvPr id="1" name=""/>
        <p:cNvGrpSpPr/>
        <p:nvPr/>
      </p:nvGrpSpPr>
      <p:grpSpPr>
        <a:xfrm>
          <a:off x="0" y="0"/>
          <a:ext cx="0" cy="0"/>
          <a:chOff x="0" y="0"/>
          <a:chExt cx="0" cy="0"/>
        </a:xfrm>
      </p:grpSpPr>
      <p:pic>
        <p:nvPicPr>
          <p:cNvPr id="4" name="Picture 7"/>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userDrawn="1"/>
        </p:nvSpPr>
        <p:spPr>
          <a:xfrm>
            <a:off x="0" y="0"/>
            <a:ext cx="1381125" cy="15525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6" name="Oval 5"/>
          <p:cNvSpPr/>
          <p:nvPr userDrawn="1"/>
        </p:nvSpPr>
        <p:spPr>
          <a:xfrm>
            <a:off x="8643938" y="6286500"/>
            <a:ext cx="342900" cy="457200"/>
          </a:xfrm>
          <a:prstGeom prst="ellipse">
            <a:avLst/>
          </a:prstGeom>
          <a:noFill/>
          <a:ln w="19050">
            <a:solidFill>
              <a:srgbClr val="F68B1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7" name="Holder 5"/>
          <p:cNvSpPr txBox="1"/>
          <p:nvPr userDrawn="1"/>
        </p:nvSpPr>
        <p:spPr>
          <a:xfrm>
            <a:off x="8578850" y="6343650"/>
            <a:ext cx="490538" cy="342900"/>
          </a:xfrm>
          <a:prstGeom prst="rect">
            <a:avLst/>
          </a:prstGeom>
        </p:spPr>
        <p:txBody>
          <a:bodyPr lIns="0" tIns="0" rIns="0" bIns="0" anchor="ctr"/>
          <a:lstStyle>
            <a:defPPr>
              <a:defRPr lang="en-US"/>
            </a:defPPr>
            <a:lvl1pPr marL="0" algn="r" defTabSz="914400" rtl="0" eaLnBrk="1" latinLnBrk="0" hangingPunct="1">
              <a:defRPr sz="2000" b="1" kern="1200">
                <a:solidFill>
                  <a:srgbClr val="001B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fld id="{A0450552-B38F-4EEB-B3F7-964F287A877B}" type="slidenum">
              <a:rPr lang="en-GB" sz="790" smtClean="0">
                <a:solidFill>
                  <a:schemeClr val="bg1">
                    <a:lumMod val="50000"/>
                  </a:schemeClr>
                </a:solidFill>
              </a:rPr>
              <a:t>‹#›</a:t>
            </a:fld>
            <a:endParaRPr lang="en-GB" sz="790" dirty="0">
              <a:solidFill>
                <a:schemeClr val="bg1">
                  <a:lumMod val="50000"/>
                </a:schemeClr>
              </a:solidFill>
            </a:endParaRPr>
          </a:p>
        </p:txBody>
      </p:sp>
      <p:grpSp>
        <p:nvGrpSpPr>
          <p:cNvPr id="8" name="Group 13"/>
          <p:cNvGrpSpPr/>
          <p:nvPr userDrawn="1"/>
        </p:nvGrpSpPr>
        <p:grpSpPr bwMode="auto">
          <a:xfrm>
            <a:off x="5686425" y="1028700"/>
            <a:ext cx="3459163" cy="3814763"/>
            <a:chOff x="10032998" y="1581147"/>
            <a:chExt cx="6225676" cy="5010153"/>
          </a:xfrm>
        </p:grpSpPr>
        <p:pic>
          <p:nvPicPr>
            <p:cNvPr id="9" name="Graphic 14"/>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0110141" y="1660375"/>
              <a:ext cx="6148533" cy="493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Oval 11"/>
            <p:cNvSpPr>
              <a:spLocks noChangeAspect="1"/>
            </p:cNvSpPr>
            <p:nvPr userDrawn="1"/>
          </p:nvSpPr>
          <p:spPr>
            <a:xfrm>
              <a:off x="10032998" y="1581147"/>
              <a:ext cx="220000" cy="21266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sz="1350"/>
            </a:p>
          </p:txBody>
        </p:sp>
      </p:grpSp>
      <p:sp>
        <p:nvSpPr>
          <p:cNvPr id="10" name="Title 1"/>
          <p:cNvSpPr>
            <a:spLocks noGrp="1"/>
          </p:cNvSpPr>
          <p:nvPr>
            <p:ph type="title"/>
          </p:nvPr>
        </p:nvSpPr>
        <p:spPr>
          <a:xfrm>
            <a:off x="362138" y="457200"/>
            <a:ext cx="5109397" cy="548878"/>
          </a:xfrm>
        </p:spPr>
        <p:txBody>
          <a:bodyPr/>
          <a:lstStyle>
            <a:lvl1pPr>
              <a:defRPr>
                <a:solidFill>
                  <a:srgbClr val="0056A4"/>
                </a:solidFill>
              </a:defRPr>
            </a:lvl1pPr>
          </a:lstStyle>
          <a:p>
            <a:r>
              <a:rPr lang="en-US"/>
              <a:t>Click to edit Master title style</a:t>
            </a:r>
            <a:endParaRPr lang="en-US" dirty="0"/>
          </a:p>
        </p:txBody>
      </p:sp>
      <p:sp>
        <p:nvSpPr>
          <p:cNvPr id="11" name="Text Placeholder 5"/>
          <p:cNvSpPr>
            <a:spLocks noGrp="1"/>
          </p:cNvSpPr>
          <p:nvPr>
            <p:ph type="body" sz="quarter" idx="15"/>
          </p:nvPr>
        </p:nvSpPr>
        <p:spPr>
          <a:xfrm>
            <a:off x="405000" y="1371600"/>
            <a:ext cx="5067113" cy="857250"/>
          </a:xfrm>
          <a:prstGeom prst="rect">
            <a:avLst/>
          </a:prstGeom>
        </p:spPr>
        <p:txBody>
          <a:bodyPr lIns="0" tIns="0" rIns="0" bIns="0">
            <a:noAutofit/>
          </a:bodyPr>
          <a:lstStyle>
            <a:lvl1pPr marL="0" marR="0" indent="0" algn="l" defTabSz="514350" rtl="0" eaLnBrk="1" fontAlgn="auto" latinLnBrk="0" hangingPunct="1">
              <a:lnSpc>
                <a:spcPct val="100000"/>
              </a:lnSpc>
              <a:spcBef>
                <a:spcPts val="565"/>
              </a:spcBef>
              <a:spcAft>
                <a:spcPts val="0"/>
              </a:spcAft>
              <a:buClrTx/>
              <a:buSzTx/>
              <a:buFontTx/>
              <a:buNone/>
              <a:defRPr sz="1125"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_Contents">
    <p:spTree>
      <p:nvGrpSpPr>
        <p:cNvPr id="1" name=""/>
        <p:cNvGrpSpPr/>
        <p:nvPr/>
      </p:nvGrpSpPr>
      <p:grpSpPr>
        <a:xfrm>
          <a:off x="0" y="0"/>
          <a:ext cx="0" cy="0"/>
          <a:chOff x="0" y="0"/>
          <a:chExt cx="0" cy="0"/>
        </a:xfrm>
      </p:grpSpPr>
      <p:pic>
        <p:nvPicPr>
          <p:cNvPr id="4" name="Picture 7"/>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userDrawn="1"/>
        </p:nvSpPr>
        <p:spPr>
          <a:xfrm>
            <a:off x="0" y="0"/>
            <a:ext cx="1381125" cy="15525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6" name="Oval 5"/>
          <p:cNvSpPr/>
          <p:nvPr userDrawn="1"/>
        </p:nvSpPr>
        <p:spPr>
          <a:xfrm>
            <a:off x="8643938" y="6286500"/>
            <a:ext cx="342900" cy="457200"/>
          </a:xfrm>
          <a:prstGeom prst="ellipse">
            <a:avLst/>
          </a:prstGeom>
          <a:noFill/>
          <a:ln w="19050">
            <a:solidFill>
              <a:srgbClr val="F68B1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7" name="Holder 5"/>
          <p:cNvSpPr txBox="1"/>
          <p:nvPr userDrawn="1"/>
        </p:nvSpPr>
        <p:spPr>
          <a:xfrm>
            <a:off x="8578850" y="6343650"/>
            <a:ext cx="490538" cy="342900"/>
          </a:xfrm>
          <a:prstGeom prst="rect">
            <a:avLst/>
          </a:prstGeom>
        </p:spPr>
        <p:txBody>
          <a:bodyPr lIns="0" tIns="0" rIns="0" bIns="0" anchor="ctr"/>
          <a:lstStyle>
            <a:defPPr>
              <a:defRPr lang="en-US"/>
            </a:defPPr>
            <a:lvl1pPr marL="0" algn="r" defTabSz="914400" rtl="0" eaLnBrk="1" latinLnBrk="0" hangingPunct="1">
              <a:defRPr sz="2000" b="1" kern="1200">
                <a:solidFill>
                  <a:srgbClr val="001B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fld id="{96243A8C-8571-4B1B-865B-0AE06F5B3A38}" type="slidenum">
              <a:rPr lang="en-GB" sz="790" smtClean="0">
                <a:solidFill>
                  <a:schemeClr val="bg1">
                    <a:lumMod val="50000"/>
                  </a:schemeClr>
                </a:solidFill>
              </a:rPr>
              <a:t>‹#›</a:t>
            </a:fld>
            <a:endParaRPr lang="en-GB" sz="790" dirty="0">
              <a:solidFill>
                <a:schemeClr val="bg1">
                  <a:lumMod val="50000"/>
                </a:schemeClr>
              </a:solidFill>
            </a:endParaRPr>
          </a:p>
        </p:txBody>
      </p:sp>
      <p:grpSp>
        <p:nvGrpSpPr>
          <p:cNvPr id="8" name="Group 13"/>
          <p:cNvGrpSpPr/>
          <p:nvPr userDrawn="1"/>
        </p:nvGrpSpPr>
        <p:grpSpPr bwMode="auto">
          <a:xfrm>
            <a:off x="5686425" y="1028700"/>
            <a:ext cx="3459163" cy="3814763"/>
            <a:chOff x="10032998" y="1581147"/>
            <a:chExt cx="6225676" cy="5010153"/>
          </a:xfrm>
        </p:grpSpPr>
        <p:pic>
          <p:nvPicPr>
            <p:cNvPr id="9" name="Graphic 14"/>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0110141" y="1660375"/>
              <a:ext cx="6148533" cy="493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Oval 11"/>
            <p:cNvSpPr>
              <a:spLocks noChangeAspect="1"/>
            </p:cNvSpPr>
            <p:nvPr userDrawn="1"/>
          </p:nvSpPr>
          <p:spPr>
            <a:xfrm>
              <a:off x="10032998" y="1581147"/>
              <a:ext cx="220000" cy="21266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sz="1350"/>
            </a:p>
          </p:txBody>
        </p:sp>
      </p:grpSp>
      <p:sp>
        <p:nvSpPr>
          <p:cNvPr id="10" name="Title 1"/>
          <p:cNvSpPr>
            <a:spLocks noGrp="1"/>
          </p:cNvSpPr>
          <p:nvPr>
            <p:ph type="title"/>
          </p:nvPr>
        </p:nvSpPr>
        <p:spPr>
          <a:xfrm>
            <a:off x="362138" y="457200"/>
            <a:ext cx="5109397" cy="548878"/>
          </a:xfrm>
        </p:spPr>
        <p:txBody>
          <a:bodyPr/>
          <a:lstStyle>
            <a:lvl1pPr>
              <a:defRPr>
                <a:solidFill>
                  <a:srgbClr val="0056A4"/>
                </a:solidFill>
              </a:defRPr>
            </a:lvl1pPr>
          </a:lstStyle>
          <a:p>
            <a:r>
              <a:rPr lang="en-US"/>
              <a:t>Click to edit Master title style</a:t>
            </a:r>
            <a:endParaRPr lang="en-US" dirty="0"/>
          </a:p>
        </p:txBody>
      </p:sp>
      <p:sp>
        <p:nvSpPr>
          <p:cNvPr id="11" name="Text Placeholder 5"/>
          <p:cNvSpPr>
            <a:spLocks noGrp="1"/>
          </p:cNvSpPr>
          <p:nvPr>
            <p:ph type="body" sz="quarter" idx="15"/>
          </p:nvPr>
        </p:nvSpPr>
        <p:spPr>
          <a:xfrm>
            <a:off x="405000" y="1371600"/>
            <a:ext cx="5067113" cy="857250"/>
          </a:xfrm>
          <a:prstGeom prst="rect">
            <a:avLst/>
          </a:prstGeom>
        </p:spPr>
        <p:txBody>
          <a:bodyPr lIns="0" tIns="0" rIns="0" bIns="0">
            <a:noAutofit/>
          </a:bodyPr>
          <a:lstStyle>
            <a:lvl1pPr marL="0" marR="0" indent="0" algn="l" defTabSz="514350" rtl="0" eaLnBrk="1" fontAlgn="auto" latinLnBrk="0" hangingPunct="1">
              <a:lnSpc>
                <a:spcPct val="100000"/>
              </a:lnSpc>
              <a:spcBef>
                <a:spcPts val="565"/>
              </a:spcBef>
              <a:spcAft>
                <a:spcPts val="0"/>
              </a:spcAft>
              <a:buClrTx/>
              <a:buSzTx/>
              <a:buFontTx/>
              <a:buNone/>
              <a:defRPr sz="1125"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_Contents">
    <p:spTree>
      <p:nvGrpSpPr>
        <p:cNvPr id="1" name=""/>
        <p:cNvGrpSpPr/>
        <p:nvPr/>
      </p:nvGrpSpPr>
      <p:grpSpPr>
        <a:xfrm>
          <a:off x="0" y="0"/>
          <a:ext cx="0" cy="0"/>
          <a:chOff x="0" y="0"/>
          <a:chExt cx="0" cy="0"/>
        </a:xfrm>
      </p:grpSpPr>
      <p:pic>
        <p:nvPicPr>
          <p:cNvPr id="4" name="Picture 7"/>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userDrawn="1"/>
        </p:nvSpPr>
        <p:spPr>
          <a:xfrm>
            <a:off x="0" y="0"/>
            <a:ext cx="1381125" cy="15525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6" name="Oval 5"/>
          <p:cNvSpPr/>
          <p:nvPr userDrawn="1"/>
        </p:nvSpPr>
        <p:spPr>
          <a:xfrm>
            <a:off x="8643938" y="6286500"/>
            <a:ext cx="342900" cy="457200"/>
          </a:xfrm>
          <a:prstGeom prst="ellipse">
            <a:avLst/>
          </a:prstGeom>
          <a:noFill/>
          <a:ln w="19050">
            <a:solidFill>
              <a:srgbClr val="F68B1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7" name="Holder 5"/>
          <p:cNvSpPr txBox="1"/>
          <p:nvPr userDrawn="1"/>
        </p:nvSpPr>
        <p:spPr>
          <a:xfrm>
            <a:off x="8578850" y="6343650"/>
            <a:ext cx="490538" cy="342900"/>
          </a:xfrm>
          <a:prstGeom prst="rect">
            <a:avLst/>
          </a:prstGeom>
        </p:spPr>
        <p:txBody>
          <a:bodyPr lIns="0" tIns="0" rIns="0" bIns="0" anchor="ctr"/>
          <a:lstStyle>
            <a:defPPr>
              <a:defRPr lang="en-US"/>
            </a:defPPr>
            <a:lvl1pPr marL="0" algn="r" defTabSz="914400" rtl="0" eaLnBrk="1" latinLnBrk="0" hangingPunct="1">
              <a:defRPr sz="2000" b="1" kern="1200">
                <a:solidFill>
                  <a:srgbClr val="001B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fld id="{63DD3FC1-8B8F-46A3-B85E-093632260D0B}" type="slidenum">
              <a:rPr lang="en-GB" sz="790" smtClean="0">
                <a:solidFill>
                  <a:schemeClr val="bg1">
                    <a:lumMod val="50000"/>
                  </a:schemeClr>
                </a:solidFill>
              </a:rPr>
              <a:t>‹#›</a:t>
            </a:fld>
            <a:endParaRPr lang="en-GB" sz="790" dirty="0">
              <a:solidFill>
                <a:schemeClr val="bg1">
                  <a:lumMod val="50000"/>
                </a:schemeClr>
              </a:solidFill>
            </a:endParaRPr>
          </a:p>
        </p:txBody>
      </p:sp>
      <p:grpSp>
        <p:nvGrpSpPr>
          <p:cNvPr id="8" name="Group 13"/>
          <p:cNvGrpSpPr/>
          <p:nvPr userDrawn="1"/>
        </p:nvGrpSpPr>
        <p:grpSpPr bwMode="auto">
          <a:xfrm>
            <a:off x="5686425" y="1028700"/>
            <a:ext cx="3459163" cy="3814763"/>
            <a:chOff x="10032998" y="1581147"/>
            <a:chExt cx="6225676" cy="5010153"/>
          </a:xfrm>
        </p:grpSpPr>
        <p:pic>
          <p:nvPicPr>
            <p:cNvPr id="9" name="Graphic 14"/>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0110141" y="1660375"/>
              <a:ext cx="6148533" cy="493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Oval 9"/>
            <p:cNvSpPr>
              <a:spLocks noChangeAspect="1"/>
            </p:cNvSpPr>
            <p:nvPr userDrawn="1"/>
          </p:nvSpPr>
          <p:spPr>
            <a:xfrm>
              <a:off x="10032998" y="1581147"/>
              <a:ext cx="220000" cy="212666"/>
            </a:xfrm>
            <a:prstGeom prst="ellipse">
              <a:avLst/>
            </a:prstGeom>
            <a:solidFill>
              <a:srgbClr val="0056A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sz="1350" dirty="0"/>
            </a:p>
          </p:txBody>
        </p:sp>
      </p:grpSp>
      <p:sp>
        <p:nvSpPr>
          <p:cNvPr id="11" name="Title 1"/>
          <p:cNvSpPr>
            <a:spLocks noGrp="1"/>
          </p:cNvSpPr>
          <p:nvPr>
            <p:ph type="title"/>
          </p:nvPr>
        </p:nvSpPr>
        <p:spPr>
          <a:xfrm>
            <a:off x="362138" y="457200"/>
            <a:ext cx="5109397" cy="548878"/>
          </a:xfrm>
        </p:spPr>
        <p:txBody>
          <a:bodyPr/>
          <a:lstStyle>
            <a:lvl1pPr>
              <a:defRPr>
                <a:solidFill>
                  <a:srgbClr val="0056A4"/>
                </a:solidFill>
              </a:defRPr>
            </a:lvl1pPr>
          </a:lstStyle>
          <a:p>
            <a:r>
              <a:rPr lang="en-US"/>
              <a:t>Click to edit Master title style</a:t>
            </a:r>
            <a:endParaRPr lang="en-US" dirty="0"/>
          </a:p>
        </p:txBody>
      </p:sp>
      <p:sp>
        <p:nvSpPr>
          <p:cNvPr id="12" name="Text Placeholder 5"/>
          <p:cNvSpPr>
            <a:spLocks noGrp="1"/>
          </p:cNvSpPr>
          <p:nvPr>
            <p:ph type="body" sz="quarter" idx="15"/>
          </p:nvPr>
        </p:nvSpPr>
        <p:spPr>
          <a:xfrm>
            <a:off x="405000" y="1371600"/>
            <a:ext cx="5067113" cy="857250"/>
          </a:xfrm>
          <a:prstGeom prst="rect">
            <a:avLst/>
          </a:prstGeom>
        </p:spPr>
        <p:txBody>
          <a:bodyPr lIns="0" tIns="0" rIns="0" bIns="0">
            <a:noAutofit/>
          </a:bodyPr>
          <a:lstStyle>
            <a:lvl1pPr marL="0" marR="0" indent="0" algn="l" defTabSz="514350" rtl="0" eaLnBrk="1" fontAlgn="auto" latinLnBrk="0" hangingPunct="1">
              <a:lnSpc>
                <a:spcPct val="100000"/>
              </a:lnSpc>
              <a:spcBef>
                <a:spcPts val="565"/>
              </a:spcBef>
              <a:spcAft>
                <a:spcPts val="0"/>
              </a:spcAft>
              <a:buClrTx/>
              <a:buSzTx/>
              <a:buFontTx/>
              <a:buNone/>
              <a:defRPr sz="1125"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9" name="Oval 8"/>
          <p:cNvSpPr/>
          <p:nvPr userDrawn="1"/>
        </p:nvSpPr>
        <p:spPr>
          <a:xfrm>
            <a:off x="457200" y="2114550"/>
            <a:ext cx="814388" cy="1085850"/>
          </a:xfrm>
          <a:prstGeom prst="ellipse">
            <a:avLst/>
          </a:prstGeom>
          <a:solidFill>
            <a:srgbClr val="0056A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10" name="Oval 9"/>
          <p:cNvSpPr/>
          <p:nvPr userDrawn="1"/>
        </p:nvSpPr>
        <p:spPr>
          <a:xfrm>
            <a:off x="3249613" y="2114550"/>
            <a:ext cx="814387" cy="1085850"/>
          </a:xfrm>
          <a:prstGeom prst="ellipse">
            <a:avLst/>
          </a:prstGeom>
          <a:solidFill>
            <a:srgbClr val="F68B1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11" name="Oval 10"/>
          <p:cNvSpPr/>
          <p:nvPr userDrawn="1"/>
        </p:nvSpPr>
        <p:spPr>
          <a:xfrm>
            <a:off x="5994400" y="2114550"/>
            <a:ext cx="814388" cy="1085850"/>
          </a:xfrm>
          <a:prstGeom prst="ellipse">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pic>
        <p:nvPicPr>
          <p:cNvPr id="12" name="Picture 11"/>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6161088" y="2501900"/>
            <a:ext cx="473075"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12"/>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3463925" y="2465388"/>
            <a:ext cx="414338" cy="392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0" name="Group 19"/>
          <p:cNvGrpSpPr/>
          <p:nvPr userDrawn="1"/>
        </p:nvGrpSpPr>
        <p:grpSpPr bwMode="auto">
          <a:xfrm>
            <a:off x="733425" y="2365375"/>
            <a:ext cx="279400" cy="615950"/>
            <a:chOff x="6531329" y="2691707"/>
            <a:chExt cx="444716" cy="733318"/>
          </a:xfrm>
        </p:grpSpPr>
        <p:sp>
          <p:nvSpPr>
            <p:cNvPr id="21" name="Freeform 95"/>
            <p:cNvSpPr/>
            <p:nvPr/>
          </p:nvSpPr>
          <p:spPr bwMode="auto">
            <a:xfrm>
              <a:off x="6652002" y="3283678"/>
              <a:ext cx="203371" cy="52742"/>
            </a:xfrm>
            <a:custGeom>
              <a:avLst/>
              <a:gdLst>
                <a:gd name="T0" fmla="*/ 175909934 w 204"/>
                <a:gd name="T1" fmla="*/ 0 h 53"/>
                <a:gd name="T2" fmla="*/ 25840080 w 204"/>
                <a:gd name="T3" fmla="*/ 0 h 53"/>
                <a:gd name="T4" fmla="*/ 0 w 204"/>
                <a:gd name="T5" fmla="*/ 25747052 h 53"/>
                <a:gd name="T6" fmla="*/ 25840080 w 204"/>
                <a:gd name="T7" fmla="*/ 52485256 h 53"/>
                <a:gd name="T8" fmla="*/ 175909934 w 204"/>
                <a:gd name="T9" fmla="*/ 52485256 h 53"/>
                <a:gd name="T10" fmla="*/ 202743939 w 204"/>
                <a:gd name="T11" fmla="*/ 25747052 h 53"/>
                <a:gd name="T12" fmla="*/ 175909934 w 204"/>
                <a:gd name="T13" fmla="*/ 0 h 5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4" h="53">
                  <a:moveTo>
                    <a:pt x="177" y="0"/>
                  </a:moveTo>
                  <a:cubicBezTo>
                    <a:pt x="26" y="0"/>
                    <a:pt x="26" y="0"/>
                    <a:pt x="26" y="0"/>
                  </a:cubicBezTo>
                  <a:cubicBezTo>
                    <a:pt x="12" y="0"/>
                    <a:pt x="0" y="12"/>
                    <a:pt x="0" y="26"/>
                  </a:cubicBezTo>
                  <a:cubicBezTo>
                    <a:pt x="0" y="41"/>
                    <a:pt x="12" y="53"/>
                    <a:pt x="26" y="53"/>
                  </a:cubicBezTo>
                  <a:cubicBezTo>
                    <a:pt x="177" y="53"/>
                    <a:pt x="177" y="53"/>
                    <a:pt x="177" y="53"/>
                  </a:cubicBezTo>
                  <a:cubicBezTo>
                    <a:pt x="192" y="53"/>
                    <a:pt x="204" y="41"/>
                    <a:pt x="204" y="26"/>
                  </a:cubicBezTo>
                  <a:cubicBezTo>
                    <a:pt x="204" y="12"/>
                    <a:pt x="192" y="0"/>
                    <a:pt x="177" y="0"/>
                  </a:cubicBezTo>
                  <a:close/>
                </a:path>
              </a:pathLst>
            </a:custGeom>
            <a:noFill/>
            <a:ln w="19050" cap="rnd">
              <a:solidFill>
                <a:srgbClr val="FFFFFF"/>
              </a:solidFill>
              <a:prstDash val="solid"/>
              <a:round/>
            </a:ln>
            <a:extLst>
              <a:ext uri="{909E8E84-426E-40DD-AFC4-6F175D3DCCD1}">
                <a14:hiddenFill xmlns:a14="http://schemas.microsoft.com/office/drawing/2010/main">
                  <a:solidFill>
                    <a:srgbClr val="FFFFFF"/>
                  </a:solidFill>
                </a14:hiddenFill>
              </a:ext>
            </a:extLst>
          </p:spPr>
          <p:txBody>
            <a:bodyPr lIns="121920" tIns="60960" rIns="121920" bIns="60960"/>
            <a:lstStyle/>
            <a:p>
              <a:endParaRPr lang="de-DE"/>
            </a:p>
          </p:txBody>
        </p:sp>
        <p:sp>
          <p:nvSpPr>
            <p:cNvPr id="22" name="Freeform 96"/>
            <p:cNvSpPr/>
            <p:nvPr/>
          </p:nvSpPr>
          <p:spPr bwMode="auto">
            <a:xfrm>
              <a:off x="6652002" y="3336419"/>
              <a:ext cx="203371" cy="54007"/>
            </a:xfrm>
            <a:custGeom>
              <a:avLst/>
              <a:gdLst>
                <a:gd name="T0" fmla="*/ 175909934 w 204"/>
                <a:gd name="T1" fmla="*/ 0 h 54"/>
                <a:gd name="T2" fmla="*/ 25840080 w 204"/>
                <a:gd name="T3" fmla="*/ 0 h 54"/>
                <a:gd name="T4" fmla="*/ 0 w 204"/>
                <a:gd name="T5" fmla="*/ 27007501 h 54"/>
                <a:gd name="T6" fmla="*/ 25840080 w 204"/>
                <a:gd name="T7" fmla="*/ 54014001 h 54"/>
                <a:gd name="T8" fmla="*/ 175909934 w 204"/>
                <a:gd name="T9" fmla="*/ 54014001 h 54"/>
                <a:gd name="T10" fmla="*/ 202743939 w 204"/>
                <a:gd name="T11" fmla="*/ 27007501 h 54"/>
                <a:gd name="T12" fmla="*/ 175909934 w 204"/>
                <a:gd name="T13" fmla="*/ 0 h 5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4" h="54">
                  <a:moveTo>
                    <a:pt x="177" y="0"/>
                  </a:moveTo>
                  <a:cubicBezTo>
                    <a:pt x="26" y="0"/>
                    <a:pt x="26" y="0"/>
                    <a:pt x="26" y="0"/>
                  </a:cubicBezTo>
                  <a:cubicBezTo>
                    <a:pt x="12" y="0"/>
                    <a:pt x="0" y="12"/>
                    <a:pt x="0" y="27"/>
                  </a:cubicBezTo>
                  <a:cubicBezTo>
                    <a:pt x="0" y="42"/>
                    <a:pt x="12" y="54"/>
                    <a:pt x="26" y="54"/>
                  </a:cubicBezTo>
                  <a:cubicBezTo>
                    <a:pt x="177" y="54"/>
                    <a:pt x="177" y="54"/>
                    <a:pt x="177" y="54"/>
                  </a:cubicBezTo>
                  <a:cubicBezTo>
                    <a:pt x="192" y="54"/>
                    <a:pt x="204" y="42"/>
                    <a:pt x="204" y="27"/>
                  </a:cubicBezTo>
                  <a:cubicBezTo>
                    <a:pt x="204" y="12"/>
                    <a:pt x="192" y="0"/>
                    <a:pt x="177" y="0"/>
                  </a:cubicBezTo>
                  <a:close/>
                </a:path>
              </a:pathLst>
            </a:custGeom>
            <a:noFill/>
            <a:ln w="19050" cap="rnd">
              <a:solidFill>
                <a:srgbClr val="FFFFFF"/>
              </a:solidFill>
              <a:prstDash val="solid"/>
              <a:round/>
            </a:ln>
            <a:extLst>
              <a:ext uri="{909E8E84-426E-40DD-AFC4-6F175D3DCCD1}">
                <a14:hiddenFill xmlns:a14="http://schemas.microsoft.com/office/drawing/2010/main">
                  <a:solidFill>
                    <a:srgbClr val="FFFFFF"/>
                  </a:solidFill>
                </a14:hiddenFill>
              </a:ext>
            </a:extLst>
          </p:spPr>
          <p:txBody>
            <a:bodyPr lIns="121920" tIns="60960" rIns="121920" bIns="60960"/>
            <a:lstStyle/>
            <a:p>
              <a:endParaRPr lang="de-DE"/>
            </a:p>
          </p:txBody>
        </p:sp>
        <p:sp>
          <p:nvSpPr>
            <p:cNvPr id="23" name="Freeform 97"/>
            <p:cNvSpPr/>
            <p:nvPr/>
          </p:nvSpPr>
          <p:spPr bwMode="auto">
            <a:xfrm>
              <a:off x="6687866" y="3390427"/>
              <a:ext cx="131643" cy="34598"/>
            </a:xfrm>
            <a:custGeom>
              <a:avLst/>
              <a:gdLst>
                <a:gd name="T0" fmla="*/ 0 w 132"/>
                <a:gd name="T1" fmla="*/ 0 h 35"/>
                <a:gd name="T2" fmla="*/ 65643981 w 132"/>
                <a:gd name="T3" fmla="*/ 34200617 h 35"/>
                <a:gd name="T4" fmla="*/ 131286966 w 132"/>
                <a:gd name="T5" fmla="*/ 0 h 35"/>
                <a:gd name="T6" fmla="*/ 0 60000 65536"/>
                <a:gd name="T7" fmla="*/ 0 60000 65536"/>
                <a:gd name="T8" fmla="*/ 0 60000 65536"/>
              </a:gdLst>
              <a:ahLst/>
              <a:cxnLst>
                <a:cxn ang="T6">
                  <a:pos x="T0" y="T1"/>
                </a:cxn>
                <a:cxn ang="T7">
                  <a:pos x="T2" y="T3"/>
                </a:cxn>
                <a:cxn ang="T8">
                  <a:pos x="T4" y="T5"/>
                </a:cxn>
              </a:cxnLst>
              <a:rect l="0" t="0" r="r" b="b"/>
              <a:pathLst>
                <a:path w="132" h="35">
                  <a:moveTo>
                    <a:pt x="0" y="0"/>
                  </a:moveTo>
                  <a:cubicBezTo>
                    <a:pt x="0" y="19"/>
                    <a:pt x="29" y="35"/>
                    <a:pt x="66" y="35"/>
                  </a:cubicBezTo>
                  <a:cubicBezTo>
                    <a:pt x="102" y="35"/>
                    <a:pt x="132" y="19"/>
                    <a:pt x="132" y="0"/>
                  </a:cubicBezTo>
                </a:path>
              </a:pathLst>
            </a:custGeom>
            <a:noFill/>
            <a:ln w="19050" cap="rnd">
              <a:solidFill>
                <a:srgbClr val="FFFFFF"/>
              </a:solidFill>
              <a:prstDash val="solid"/>
              <a:round/>
            </a:ln>
            <a:extLst>
              <a:ext uri="{909E8E84-426E-40DD-AFC4-6F175D3DCCD1}">
                <a14:hiddenFill xmlns:a14="http://schemas.microsoft.com/office/drawing/2010/main">
                  <a:solidFill>
                    <a:srgbClr val="FFFFFF"/>
                  </a:solidFill>
                </a14:hiddenFill>
              </a:ext>
            </a:extLst>
          </p:spPr>
          <p:txBody>
            <a:bodyPr lIns="121920" tIns="60960" rIns="121920" bIns="60960"/>
            <a:lstStyle/>
            <a:p>
              <a:endParaRPr lang="de-DE"/>
            </a:p>
          </p:txBody>
        </p:sp>
        <p:sp>
          <p:nvSpPr>
            <p:cNvPr id="24" name="Freeform 98"/>
            <p:cNvSpPr/>
            <p:nvPr/>
          </p:nvSpPr>
          <p:spPr bwMode="auto">
            <a:xfrm>
              <a:off x="6531329" y="2691707"/>
              <a:ext cx="444716" cy="537964"/>
            </a:xfrm>
            <a:custGeom>
              <a:avLst/>
              <a:gdLst>
                <a:gd name="T0" fmla="*/ 221717848 w 446"/>
                <a:gd name="T1" fmla="*/ 0 h 540"/>
                <a:gd name="T2" fmla="*/ 0 w 446"/>
                <a:gd name="T3" fmla="*/ 221321378 h 540"/>
                <a:gd name="T4" fmla="*/ 61644019 w 446"/>
                <a:gd name="T5" fmla="*/ 376147417 h 540"/>
                <a:gd name="T6" fmla="*/ 93459161 w 446"/>
                <a:gd name="T7" fmla="*/ 436688292 h 540"/>
                <a:gd name="T8" fmla="*/ 93459161 w 446"/>
                <a:gd name="T9" fmla="*/ 480357022 h 540"/>
                <a:gd name="T10" fmla="*/ 149137405 w 446"/>
                <a:gd name="T11" fmla="*/ 535935676 h 540"/>
                <a:gd name="T12" fmla="*/ 294298291 w 446"/>
                <a:gd name="T13" fmla="*/ 535935676 h 540"/>
                <a:gd name="T14" fmla="*/ 349976535 w 446"/>
                <a:gd name="T15" fmla="*/ 480357022 h 540"/>
                <a:gd name="T16" fmla="*/ 349976535 w 446"/>
                <a:gd name="T17" fmla="*/ 436688292 h 540"/>
                <a:gd name="T18" fmla="*/ 380797548 w 446"/>
                <a:gd name="T19" fmla="*/ 376147417 h 540"/>
                <a:gd name="T20" fmla="*/ 443435697 w 446"/>
                <a:gd name="T21" fmla="*/ 221321378 h 540"/>
                <a:gd name="T22" fmla="*/ 221717848 w 446"/>
                <a:gd name="T23" fmla="*/ 0 h 54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46" h="540">
                  <a:moveTo>
                    <a:pt x="223" y="0"/>
                  </a:moveTo>
                  <a:cubicBezTo>
                    <a:pt x="99" y="0"/>
                    <a:pt x="0" y="100"/>
                    <a:pt x="0" y="223"/>
                  </a:cubicBezTo>
                  <a:cubicBezTo>
                    <a:pt x="0" y="284"/>
                    <a:pt x="22" y="339"/>
                    <a:pt x="62" y="379"/>
                  </a:cubicBezTo>
                  <a:cubicBezTo>
                    <a:pt x="83" y="399"/>
                    <a:pt x="94" y="415"/>
                    <a:pt x="94" y="440"/>
                  </a:cubicBezTo>
                  <a:cubicBezTo>
                    <a:pt x="94" y="466"/>
                    <a:pt x="94" y="484"/>
                    <a:pt x="94" y="484"/>
                  </a:cubicBezTo>
                  <a:cubicBezTo>
                    <a:pt x="94" y="515"/>
                    <a:pt x="119" y="540"/>
                    <a:pt x="150" y="540"/>
                  </a:cubicBezTo>
                  <a:cubicBezTo>
                    <a:pt x="296" y="540"/>
                    <a:pt x="296" y="540"/>
                    <a:pt x="296" y="540"/>
                  </a:cubicBezTo>
                  <a:cubicBezTo>
                    <a:pt x="327" y="540"/>
                    <a:pt x="352" y="515"/>
                    <a:pt x="352" y="484"/>
                  </a:cubicBezTo>
                  <a:cubicBezTo>
                    <a:pt x="352" y="484"/>
                    <a:pt x="352" y="466"/>
                    <a:pt x="352" y="440"/>
                  </a:cubicBezTo>
                  <a:cubicBezTo>
                    <a:pt x="352" y="415"/>
                    <a:pt x="362" y="399"/>
                    <a:pt x="383" y="379"/>
                  </a:cubicBezTo>
                  <a:cubicBezTo>
                    <a:pt x="423" y="339"/>
                    <a:pt x="446" y="284"/>
                    <a:pt x="446" y="223"/>
                  </a:cubicBezTo>
                  <a:cubicBezTo>
                    <a:pt x="446" y="100"/>
                    <a:pt x="347" y="0"/>
                    <a:pt x="223" y="0"/>
                  </a:cubicBezTo>
                  <a:close/>
                </a:path>
              </a:pathLst>
            </a:custGeom>
            <a:noFill/>
            <a:ln w="19050" cap="rnd">
              <a:solidFill>
                <a:srgbClr val="FFFFFF"/>
              </a:solidFill>
              <a:prstDash val="solid"/>
              <a:round/>
            </a:ln>
            <a:extLst>
              <a:ext uri="{909E8E84-426E-40DD-AFC4-6F175D3DCCD1}">
                <a14:hiddenFill xmlns:a14="http://schemas.microsoft.com/office/drawing/2010/main">
                  <a:solidFill>
                    <a:srgbClr val="FFFFFF"/>
                  </a:solidFill>
                </a14:hiddenFill>
              </a:ext>
            </a:extLst>
          </p:spPr>
          <p:txBody>
            <a:bodyPr lIns="121920" tIns="60960" rIns="121920" bIns="60960"/>
            <a:lstStyle/>
            <a:p>
              <a:endParaRPr lang="de-DE"/>
            </a:p>
          </p:txBody>
        </p:sp>
        <p:sp>
          <p:nvSpPr>
            <p:cNvPr id="25" name="Freeform 99"/>
            <p:cNvSpPr/>
            <p:nvPr/>
          </p:nvSpPr>
          <p:spPr bwMode="auto">
            <a:xfrm>
              <a:off x="6652002" y="3229670"/>
              <a:ext cx="203371" cy="54007"/>
            </a:xfrm>
            <a:custGeom>
              <a:avLst/>
              <a:gdLst>
                <a:gd name="T0" fmla="*/ 175909934 w 204"/>
                <a:gd name="T1" fmla="*/ 0 h 54"/>
                <a:gd name="T2" fmla="*/ 25840080 w 204"/>
                <a:gd name="T3" fmla="*/ 0 h 54"/>
                <a:gd name="T4" fmla="*/ 0 w 204"/>
                <a:gd name="T5" fmla="*/ 27007501 h 54"/>
                <a:gd name="T6" fmla="*/ 25840080 w 204"/>
                <a:gd name="T7" fmla="*/ 54014001 h 54"/>
                <a:gd name="T8" fmla="*/ 175909934 w 204"/>
                <a:gd name="T9" fmla="*/ 54014001 h 54"/>
                <a:gd name="T10" fmla="*/ 202743939 w 204"/>
                <a:gd name="T11" fmla="*/ 27007501 h 54"/>
                <a:gd name="T12" fmla="*/ 175909934 w 204"/>
                <a:gd name="T13" fmla="*/ 0 h 5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4" h="54">
                  <a:moveTo>
                    <a:pt x="177" y="0"/>
                  </a:moveTo>
                  <a:cubicBezTo>
                    <a:pt x="26" y="0"/>
                    <a:pt x="26" y="0"/>
                    <a:pt x="26" y="0"/>
                  </a:cubicBezTo>
                  <a:cubicBezTo>
                    <a:pt x="12" y="0"/>
                    <a:pt x="0" y="12"/>
                    <a:pt x="0" y="27"/>
                  </a:cubicBezTo>
                  <a:cubicBezTo>
                    <a:pt x="0" y="42"/>
                    <a:pt x="12" y="54"/>
                    <a:pt x="26" y="54"/>
                  </a:cubicBezTo>
                  <a:cubicBezTo>
                    <a:pt x="177" y="54"/>
                    <a:pt x="177" y="54"/>
                    <a:pt x="177" y="54"/>
                  </a:cubicBezTo>
                  <a:cubicBezTo>
                    <a:pt x="192" y="54"/>
                    <a:pt x="204" y="42"/>
                    <a:pt x="204" y="27"/>
                  </a:cubicBezTo>
                  <a:cubicBezTo>
                    <a:pt x="204" y="12"/>
                    <a:pt x="192" y="0"/>
                    <a:pt x="177" y="0"/>
                  </a:cubicBezTo>
                  <a:close/>
                </a:path>
              </a:pathLst>
            </a:custGeom>
            <a:noFill/>
            <a:ln w="19050" cap="rnd">
              <a:solidFill>
                <a:srgbClr val="FFFFFF"/>
              </a:solidFill>
              <a:prstDash val="solid"/>
              <a:round/>
            </a:ln>
            <a:extLst>
              <a:ext uri="{909E8E84-426E-40DD-AFC4-6F175D3DCCD1}">
                <a14:hiddenFill xmlns:a14="http://schemas.microsoft.com/office/drawing/2010/main">
                  <a:solidFill>
                    <a:srgbClr val="FFFFFF"/>
                  </a:solidFill>
                </a14:hiddenFill>
              </a:ext>
            </a:extLst>
          </p:spPr>
          <p:txBody>
            <a:bodyPr lIns="121920" tIns="60960" rIns="121920" bIns="60960"/>
            <a:lstStyle/>
            <a:p>
              <a:endParaRPr lang="de-DE"/>
            </a:p>
          </p:txBody>
        </p:sp>
      </p:grpSp>
      <p:sp>
        <p:nvSpPr>
          <p:cNvPr id="5" name="Title 1"/>
          <p:cNvSpPr>
            <a:spLocks noGrp="1"/>
          </p:cNvSpPr>
          <p:nvPr>
            <p:ph type="title"/>
          </p:nvPr>
        </p:nvSpPr>
        <p:spPr>
          <a:xfrm>
            <a:off x="1228725" y="400050"/>
            <a:ext cx="7372350" cy="548878"/>
          </a:xfrm>
        </p:spPr>
        <p:txBody>
          <a:bodyPr/>
          <a:lstStyle/>
          <a:p>
            <a:r>
              <a:rPr lang="en-US"/>
              <a:t>Click to edit Master title style</a:t>
            </a:r>
            <a:endParaRPr lang="en-US" dirty="0"/>
          </a:p>
        </p:txBody>
      </p:sp>
      <p:sp>
        <p:nvSpPr>
          <p:cNvPr id="14" name="Text Placeholder 5"/>
          <p:cNvSpPr>
            <a:spLocks noGrp="1"/>
          </p:cNvSpPr>
          <p:nvPr>
            <p:ph type="body" sz="quarter" idx="11"/>
          </p:nvPr>
        </p:nvSpPr>
        <p:spPr>
          <a:xfrm>
            <a:off x="1357312" y="2133601"/>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15" name="Text Placeholder 5"/>
          <p:cNvSpPr>
            <a:spLocks noGrp="1"/>
          </p:cNvSpPr>
          <p:nvPr>
            <p:ph type="body" sz="quarter" idx="14"/>
          </p:nvPr>
        </p:nvSpPr>
        <p:spPr>
          <a:xfrm>
            <a:off x="1357313" y="2613960"/>
            <a:ext cx="1714500" cy="2243790"/>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6" name="Text Placeholder 5"/>
          <p:cNvSpPr>
            <a:spLocks noGrp="1"/>
          </p:cNvSpPr>
          <p:nvPr>
            <p:ph type="body" sz="quarter" idx="15"/>
          </p:nvPr>
        </p:nvSpPr>
        <p:spPr>
          <a:xfrm>
            <a:off x="4155559" y="2133601"/>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17" name="Text Placeholder 5"/>
          <p:cNvSpPr>
            <a:spLocks noGrp="1"/>
          </p:cNvSpPr>
          <p:nvPr>
            <p:ph type="body" sz="quarter" idx="16"/>
          </p:nvPr>
        </p:nvSpPr>
        <p:spPr>
          <a:xfrm>
            <a:off x="4155559" y="2613960"/>
            <a:ext cx="1714500" cy="2243790"/>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Text Placeholder 5"/>
          <p:cNvSpPr>
            <a:spLocks noGrp="1"/>
          </p:cNvSpPr>
          <p:nvPr>
            <p:ph type="body" sz="quarter" idx="17"/>
          </p:nvPr>
        </p:nvSpPr>
        <p:spPr>
          <a:xfrm>
            <a:off x="6886575" y="2133601"/>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19" name="Text Placeholder 5"/>
          <p:cNvSpPr>
            <a:spLocks noGrp="1"/>
          </p:cNvSpPr>
          <p:nvPr>
            <p:ph type="body" sz="quarter" idx="18"/>
          </p:nvPr>
        </p:nvSpPr>
        <p:spPr>
          <a:xfrm>
            <a:off x="6886575" y="2613960"/>
            <a:ext cx="1714500" cy="2243790"/>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2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200"/>
                                        <p:tgtEl>
                                          <p:spTgt spid="13"/>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2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
        <p:cNvGrpSpPr/>
        <p:nvPr/>
      </p:nvGrpSpPr>
      <p:grpSpPr>
        <a:xfrm>
          <a:off x="0" y="0"/>
          <a:ext cx="0" cy="0"/>
          <a:chOff x="0" y="0"/>
          <a:chExt cx="0" cy="0"/>
        </a:xfrm>
      </p:grpSpPr>
      <p:sp>
        <p:nvSpPr>
          <p:cNvPr id="6" name="Oval 5"/>
          <p:cNvSpPr/>
          <p:nvPr userDrawn="1"/>
        </p:nvSpPr>
        <p:spPr>
          <a:xfrm>
            <a:off x="3784600" y="2132013"/>
            <a:ext cx="1628775" cy="2171700"/>
          </a:xfrm>
          <a:prstGeom prst="ellipse">
            <a:avLst/>
          </a:prstGeom>
          <a:solidFill>
            <a:srgbClr val="F68B1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7" name="Arc 6"/>
          <p:cNvSpPr>
            <a:spLocks noChangeAspect="1"/>
          </p:cNvSpPr>
          <p:nvPr userDrawn="1"/>
        </p:nvSpPr>
        <p:spPr>
          <a:xfrm>
            <a:off x="3706813" y="2030413"/>
            <a:ext cx="1782762" cy="2376487"/>
          </a:xfrm>
          <a:prstGeom prst="arc">
            <a:avLst>
              <a:gd name="adj1" fmla="val 14511769"/>
              <a:gd name="adj2" fmla="val 10954347"/>
            </a:avLst>
          </a:prstGeom>
          <a:ln w="22225">
            <a:solidFill>
              <a:srgbClr val="F68B1F"/>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dirty="0"/>
          </a:p>
        </p:txBody>
      </p:sp>
      <p:sp>
        <p:nvSpPr>
          <p:cNvPr id="8" name="Arc 7"/>
          <p:cNvSpPr>
            <a:spLocks noChangeAspect="1"/>
          </p:cNvSpPr>
          <p:nvPr userDrawn="1"/>
        </p:nvSpPr>
        <p:spPr>
          <a:xfrm rot="11700000">
            <a:off x="3748088" y="2084388"/>
            <a:ext cx="1700212" cy="2268537"/>
          </a:xfrm>
          <a:prstGeom prst="arc">
            <a:avLst>
              <a:gd name="adj1" fmla="val 14511769"/>
              <a:gd name="adj2" fmla="val 10954347"/>
            </a:avLst>
          </a:prstGeom>
          <a:ln w="22225">
            <a:solidFill>
              <a:srgbClr val="F68B1F"/>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a:p>
        </p:txBody>
      </p:sp>
      <p:sp>
        <p:nvSpPr>
          <p:cNvPr id="9" name="Oval 8"/>
          <p:cNvSpPr/>
          <p:nvPr userDrawn="1"/>
        </p:nvSpPr>
        <p:spPr>
          <a:xfrm>
            <a:off x="1463675" y="2132013"/>
            <a:ext cx="1628775" cy="2171700"/>
          </a:xfrm>
          <a:prstGeom prst="ellipse">
            <a:avLst/>
          </a:prstGeom>
          <a:solidFill>
            <a:srgbClr val="0056A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10" name="Arc 9"/>
          <p:cNvSpPr>
            <a:spLocks noChangeAspect="1"/>
          </p:cNvSpPr>
          <p:nvPr userDrawn="1"/>
        </p:nvSpPr>
        <p:spPr>
          <a:xfrm>
            <a:off x="1385888" y="2030413"/>
            <a:ext cx="1782762" cy="2376487"/>
          </a:xfrm>
          <a:prstGeom prst="arc">
            <a:avLst>
              <a:gd name="adj1" fmla="val 14511769"/>
              <a:gd name="adj2" fmla="val 10954347"/>
            </a:avLst>
          </a:prstGeom>
          <a:ln w="22225">
            <a:solidFill>
              <a:srgbClr val="0056A4"/>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dirty="0"/>
          </a:p>
        </p:txBody>
      </p:sp>
      <p:sp>
        <p:nvSpPr>
          <p:cNvPr id="11" name="Arc 10"/>
          <p:cNvSpPr>
            <a:spLocks noChangeAspect="1"/>
          </p:cNvSpPr>
          <p:nvPr userDrawn="1"/>
        </p:nvSpPr>
        <p:spPr>
          <a:xfrm rot="11700000">
            <a:off x="1427163" y="2084388"/>
            <a:ext cx="1700212" cy="2268537"/>
          </a:xfrm>
          <a:prstGeom prst="arc">
            <a:avLst>
              <a:gd name="adj1" fmla="val 14511769"/>
              <a:gd name="adj2" fmla="val 10954347"/>
            </a:avLst>
          </a:prstGeom>
          <a:ln w="22225">
            <a:solidFill>
              <a:srgbClr val="0056A4"/>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a:p>
        </p:txBody>
      </p:sp>
      <p:sp>
        <p:nvSpPr>
          <p:cNvPr id="13" name="Oval 12"/>
          <p:cNvSpPr/>
          <p:nvPr userDrawn="1"/>
        </p:nvSpPr>
        <p:spPr>
          <a:xfrm>
            <a:off x="6115050" y="2132013"/>
            <a:ext cx="1628775" cy="21717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14" name="Arc 13"/>
          <p:cNvSpPr>
            <a:spLocks noChangeAspect="1"/>
          </p:cNvSpPr>
          <p:nvPr userDrawn="1"/>
        </p:nvSpPr>
        <p:spPr>
          <a:xfrm>
            <a:off x="6037263" y="2030413"/>
            <a:ext cx="1782762" cy="2376487"/>
          </a:xfrm>
          <a:prstGeom prst="arc">
            <a:avLst>
              <a:gd name="adj1" fmla="val 14511769"/>
              <a:gd name="adj2" fmla="val 10954347"/>
            </a:avLst>
          </a:prstGeom>
          <a:ln w="22225">
            <a:solidFill>
              <a:schemeClr val="tx1">
                <a:lumMod val="85000"/>
                <a:lumOff val="15000"/>
              </a:schemeClr>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dirty="0"/>
          </a:p>
        </p:txBody>
      </p:sp>
      <p:sp>
        <p:nvSpPr>
          <p:cNvPr id="15" name="Arc 14"/>
          <p:cNvSpPr>
            <a:spLocks noChangeAspect="1"/>
          </p:cNvSpPr>
          <p:nvPr userDrawn="1"/>
        </p:nvSpPr>
        <p:spPr>
          <a:xfrm rot="11700000">
            <a:off x="6078538" y="2084388"/>
            <a:ext cx="1700212" cy="2268537"/>
          </a:xfrm>
          <a:prstGeom prst="arc">
            <a:avLst>
              <a:gd name="adj1" fmla="val 14511769"/>
              <a:gd name="adj2" fmla="val 10954347"/>
            </a:avLst>
          </a:prstGeom>
          <a:ln w="22225">
            <a:solidFill>
              <a:schemeClr val="tx1">
                <a:lumMod val="85000"/>
                <a:lumOff val="15000"/>
              </a:schemeClr>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a:p>
        </p:txBody>
      </p:sp>
      <p:sp>
        <p:nvSpPr>
          <p:cNvPr id="12" name="Title 1"/>
          <p:cNvSpPr>
            <a:spLocks noGrp="1"/>
          </p:cNvSpPr>
          <p:nvPr>
            <p:ph type="title"/>
          </p:nvPr>
        </p:nvSpPr>
        <p:spPr>
          <a:xfrm>
            <a:off x="1228725" y="400050"/>
            <a:ext cx="7458075" cy="548878"/>
          </a:xfrm>
        </p:spPr>
        <p:txBody>
          <a:bodyPr/>
          <a:lstStyle/>
          <a:p>
            <a:r>
              <a:rPr lang="en-US"/>
              <a:t>Click to edit Master title style</a:t>
            </a:r>
            <a:endParaRPr lang="en-US" dirty="0"/>
          </a:p>
        </p:txBody>
      </p:sp>
      <p:sp>
        <p:nvSpPr>
          <p:cNvPr id="16" name="Text Placeholder 5"/>
          <p:cNvSpPr>
            <a:spLocks noGrp="1"/>
          </p:cNvSpPr>
          <p:nvPr>
            <p:ph type="body" sz="quarter" idx="12"/>
          </p:nvPr>
        </p:nvSpPr>
        <p:spPr>
          <a:xfrm>
            <a:off x="3757613" y="2926564"/>
            <a:ext cx="1628775" cy="547672"/>
          </a:xfrm>
          <a:prstGeom prst="rect">
            <a:avLst/>
          </a:prstGeom>
        </p:spPr>
        <p:txBody>
          <a:bodyPr lIns="0" tIns="0" rIns="0" bIns="0" anchor="ctr"/>
          <a:lstStyle>
            <a:lvl1pPr marL="0" indent="0" algn="ctr">
              <a:buFontTx/>
              <a:buNone/>
              <a:defRPr sz="1125" b="1">
                <a:solidFill>
                  <a:schemeClr val="bg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20" name="Text Placeholder 5"/>
          <p:cNvSpPr>
            <a:spLocks noGrp="1"/>
          </p:cNvSpPr>
          <p:nvPr>
            <p:ph type="body" sz="quarter" idx="14"/>
          </p:nvPr>
        </p:nvSpPr>
        <p:spPr>
          <a:xfrm>
            <a:off x="1436742" y="2926564"/>
            <a:ext cx="1628775" cy="547672"/>
          </a:xfrm>
          <a:prstGeom prst="rect">
            <a:avLst/>
          </a:prstGeom>
        </p:spPr>
        <p:txBody>
          <a:bodyPr lIns="0" tIns="0" rIns="0" bIns="0" anchor="ctr"/>
          <a:lstStyle>
            <a:lvl1pPr marL="0" indent="0" algn="ctr">
              <a:buFontTx/>
              <a:buNone/>
              <a:defRPr sz="1125" b="1">
                <a:solidFill>
                  <a:schemeClr val="bg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24" name="Text Placeholder 5"/>
          <p:cNvSpPr>
            <a:spLocks noGrp="1"/>
          </p:cNvSpPr>
          <p:nvPr>
            <p:ph type="body" sz="quarter" idx="15"/>
          </p:nvPr>
        </p:nvSpPr>
        <p:spPr>
          <a:xfrm>
            <a:off x="6087952" y="2926564"/>
            <a:ext cx="1628775" cy="547672"/>
          </a:xfrm>
          <a:prstGeom prst="rect">
            <a:avLst/>
          </a:prstGeom>
        </p:spPr>
        <p:txBody>
          <a:bodyPr lIns="0" tIns="0" rIns="0" bIns="0" anchor="ctr"/>
          <a:lstStyle>
            <a:lvl1pPr marL="0" indent="0" algn="ctr">
              <a:buFontTx/>
              <a:buNone/>
              <a:defRPr sz="1125" b="1">
                <a:solidFill>
                  <a:schemeClr val="bg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5" name="Rectangle 4"/>
          <p:cNvSpPr/>
          <p:nvPr userDrawn="1"/>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pic>
        <p:nvPicPr>
          <p:cNvPr id="6" name="Picture 8"/>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85153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object 19"/>
          <p:cNvSpPr txBox="1"/>
          <p:nvPr userDrawn="1"/>
        </p:nvSpPr>
        <p:spPr>
          <a:xfrm>
            <a:off x="404813" y="6424613"/>
            <a:ext cx="2282825" cy="111125"/>
          </a:xfrm>
          <a:prstGeom prst="rect">
            <a:avLst/>
          </a:prstGeom>
        </p:spPr>
        <p:txBody>
          <a:bodyPr lIns="0" tIns="7144" rIns="0" bIns="0">
            <a:spAutoFit/>
          </a:bodyPr>
          <a:lstStyle/>
          <a:p>
            <a:pPr marL="6985">
              <a:spcBef>
                <a:spcPts val="55"/>
              </a:spcBef>
              <a:defRPr/>
            </a:pPr>
            <a:r>
              <a:rPr sz="675" dirty="0">
                <a:solidFill>
                  <a:schemeClr val="bg1">
                    <a:lumMod val="95000"/>
                  </a:schemeClr>
                </a:solidFill>
                <a:latin typeface="Arial" panose="020B0604020202020204" pitchFamily="34" charset="0"/>
                <a:cs typeface="Arial" panose="020B0604020202020204" pitchFamily="34" charset="0"/>
              </a:rPr>
              <a:t>© </a:t>
            </a:r>
            <a:r>
              <a:rPr sz="675" spc="-3" dirty="0">
                <a:solidFill>
                  <a:schemeClr val="bg1">
                    <a:lumMod val="95000"/>
                  </a:schemeClr>
                </a:solidFill>
                <a:latin typeface="Arial" panose="020B0604020202020204" pitchFamily="34" charset="0"/>
                <a:cs typeface="Arial" panose="020B0604020202020204" pitchFamily="34" charset="0"/>
              </a:rPr>
              <a:t>20</a:t>
            </a:r>
            <a:r>
              <a:rPr lang="en-US" sz="675" spc="-3" dirty="0">
                <a:solidFill>
                  <a:schemeClr val="bg1">
                    <a:lumMod val="95000"/>
                  </a:schemeClr>
                </a:solidFill>
                <a:latin typeface="Arial" panose="020B0604020202020204" pitchFamily="34" charset="0"/>
                <a:cs typeface="Arial" panose="020B0604020202020204" pitchFamily="34" charset="0"/>
              </a:rPr>
              <a:t>20</a:t>
            </a:r>
            <a:r>
              <a:rPr sz="675" spc="-3" dirty="0">
                <a:solidFill>
                  <a:schemeClr val="bg1">
                    <a:lumMod val="95000"/>
                  </a:schemeClr>
                </a:solidFill>
                <a:latin typeface="Arial" panose="020B0604020202020204" pitchFamily="34" charset="0"/>
                <a:cs typeface="Arial" panose="020B0604020202020204" pitchFamily="34" charset="0"/>
              </a:rPr>
              <a:t> </a:t>
            </a:r>
            <a:r>
              <a:rPr lang="en-US" sz="675" spc="-3" dirty="0">
                <a:solidFill>
                  <a:schemeClr val="bg1">
                    <a:lumMod val="95000"/>
                  </a:schemeClr>
                </a:solidFill>
                <a:latin typeface="Arial" panose="020B0604020202020204" pitchFamily="34" charset="0"/>
                <a:cs typeface="Arial" panose="020B0604020202020204" pitchFamily="34" charset="0"/>
              </a:rPr>
              <a:t>Coforge</a:t>
            </a:r>
            <a:endParaRPr sz="675" dirty="0">
              <a:solidFill>
                <a:schemeClr val="bg1">
                  <a:lumMod val="95000"/>
                </a:schemeClr>
              </a:solidFill>
              <a:latin typeface="Arial" panose="020B0604020202020204" pitchFamily="34" charset="0"/>
              <a:cs typeface="Arial" panose="020B0604020202020204" pitchFamily="34" charset="0"/>
            </a:endParaRPr>
          </a:p>
        </p:txBody>
      </p:sp>
      <p:sp>
        <p:nvSpPr>
          <p:cNvPr id="8" name="Oval 7"/>
          <p:cNvSpPr/>
          <p:nvPr userDrawn="1"/>
        </p:nvSpPr>
        <p:spPr>
          <a:xfrm>
            <a:off x="8643938" y="6286500"/>
            <a:ext cx="342900" cy="457200"/>
          </a:xfrm>
          <a:prstGeom prst="ellipse">
            <a:avLst/>
          </a:prstGeom>
          <a:noFill/>
          <a:ln w="19050">
            <a:solidFill>
              <a:srgbClr val="F68B1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9" name="Holder 5"/>
          <p:cNvSpPr txBox="1"/>
          <p:nvPr userDrawn="1"/>
        </p:nvSpPr>
        <p:spPr>
          <a:xfrm>
            <a:off x="8578850" y="6343650"/>
            <a:ext cx="490538" cy="342900"/>
          </a:xfrm>
          <a:prstGeom prst="rect">
            <a:avLst/>
          </a:prstGeom>
        </p:spPr>
        <p:txBody>
          <a:bodyPr lIns="0" tIns="0" rIns="0" bIns="0" anchor="ctr"/>
          <a:lstStyle>
            <a:defPPr>
              <a:defRPr lang="en-US"/>
            </a:defPPr>
            <a:lvl1pPr marL="0" algn="r" defTabSz="914400" rtl="0" eaLnBrk="1" latinLnBrk="0" hangingPunct="1">
              <a:defRPr sz="2000" b="1" kern="1200">
                <a:solidFill>
                  <a:srgbClr val="001B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fld id="{DCC19A6C-97F2-40B8-B2C9-6A0CE13C5205}" type="slidenum">
              <a:rPr lang="en-GB" sz="790" smtClean="0">
                <a:solidFill>
                  <a:schemeClr val="bg1">
                    <a:lumMod val="50000"/>
                  </a:schemeClr>
                </a:solidFill>
              </a:rPr>
              <a:t>‹#›</a:t>
            </a:fld>
            <a:endParaRPr lang="en-GB" sz="790" dirty="0">
              <a:solidFill>
                <a:schemeClr val="bg1">
                  <a:lumMod val="50000"/>
                </a:schemeClr>
              </a:solidFill>
            </a:endParaRPr>
          </a:p>
        </p:txBody>
      </p:sp>
      <p:grpSp>
        <p:nvGrpSpPr>
          <p:cNvPr id="10" name="Group 14"/>
          <p:cNvGrpSpPr/>
          <p:nvPr userDrawn="1"/>
        </p:nvGrpSpPr>
        <p:grpSpPr bwMode="auto">
          <a:xfrm>
            <a:off x="4443413" y="725488"/>
            <a:ext cx="717550" cy="6132512"/>
            <a:chOff x="8146768" y="966535"/>
            <a:chExt cx="1276632" cy="8177465"/>
          </a:xfrm>
        </p:grpSpPr>
        <p:pic>
          <p:nvPicPr>
            <p:cNvPr id="11" name="Graphic 15"/>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8146768" y="989820"/>
              <a:ext cx="1276632" cy="8154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Oval 11"/>
            <p:cNvSpPr>
              <a:spLocks noChangeAspect="1"/>
            </p:cNvSpPr>
            <p:nvPr userDrawn="1"/>
          </p:nvSpPr>
          <p:spPr>
            <a:xfrm>
              <a:off x="8629741" y="966535"/>
              <a:ext cx="217480" cy="215921"/>
            </a:xfrm>
            <a:prstGeom prst="ellipse">
              <a:avLst/>
            </a:prstGeom>
            <a:solidFill>
              <a:srgbClr val="F68B1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sz="1350"/>
            </a:p>
          </p:txBody>
        </p:sp>
      </p:grpSp>
      <p:sp>
        <p:nvSpPr>
          <p:cNvPr id="20" name="Title 1"/>
          <p:cNvSpPr>
            <a:spLocks noGrp="1"/>
          </p:cNvSpPr>
          <p:nvPr>
            <p:ph type="title"/>
          </p:nvPr>
        </p:nvSpPr>
        <p:spPr>
          <a:xfrm>
            <a:off x="328613" y="457200"/>
            <a:ext cx="4114800" cy="548878"/>
          </a:xfrm>
        </p:spPr>
        <p:txBody>
          <a:bodyPr/>
          <a:lstStyle>
            <a:lvl1pPr>
              <a:defRPr>
                <a:solidFill>
                  <a:schemeClr val="bg1"/>
                </a:solidFill>
              </a:defRPr>
            </a:lvl1pPr>
          </a:lstStyle>
          <a:p>
            <a:r>
              <a:rPr lang="en-US"/>
              <a:t>Click to edit Master title style</a:t>
            </a:r>
            <a:endParaRPr lang="en-US" dirty="0"/>
          </a:p>
        </p:txBody>
      </p:sp>
      <p:sp>
        <p:nvSpPr>
          <p:cNvPr id="21" name="Text Placeholder 5"/>
          <p:cNvSpPr>
            <a:spLocks noGrp="1"/>
          </p:cNvSpPr>
          <p:nvPr>
            <p:ph type="body" sz="quarter" idx="14"/>
          </p:nvPr>
        </p:nvSpPr>
        <p:spPr>
          <a:xfrm>
            <a:off x="405000" y="1463278"/>
            <a:ext cx="4167000" cy="857250"/>
          </a:xfrm>
          <a:prstGeom prst="rect">
            <a:avLst/>
          </a:prstGeom>
        </p:spPr>
        <p:txBody>
          <a:bodyPr lIns="0" tIns="0" rIns="0" bIns="0">
            <a:noAutofit/>
          </a:bodyPr>
          <a:lstStyle>
            <a:lvl1pPr marL="0" marR="0" indent="0" algn="l" defTabSz="514350" rtl="0" eaLnBrk="1" fontAlgn="auto" latinLnBrk="0" hangingPunct="1">
              <a:lnSpc>
                <a:spcPct val="100000"/>
              </a:lnSpc>
              <a:spcBef>
                <a:spcPts val="565"/>
              </a:spcBef>
              <a:spcAft>
                <a:spcPts val="0"/>
              </a:spcAft>
              <a:buClrTx/>
              <a:buSzTx/>
              <a:buFontTx/>
              <a:buNone/>
              <a:defRPr sz="1125" b="0">
                <a:solidFill>
                  <a:schemeClr val="bg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22" name="Text Placeholder 5"/>
          <p:cNvSpPr>
            <a:spLocks noGrp="1"/>
          </p:cNvSpPr>
          <p:nvPr>
            <p:ph type="body" sz="quarter" idx="15"/>
          </p:nvPr>
        </p:nvSpPr>
        <p:spPr>
          <a:xfrm>
            <a:off x="5129212" y="606028"/>
            <a:ext cx="3814763" cy="857250"/>
          </a:xfrm>
          <a:prstGeom prst="rect">
            <a:avLst/>
          </a:prstGeom>
        </p:spPr>
        <p:txBody>
          <a:bodyPr lIns="0" tIns="0" rIns="0" bIns="0">
            <a:noAutofit/>
          </a:bodyPr>
          <a:lstStyle>
            <a:lvl1pPr marL="0" marR="0" indent="0" algn="l" defTabSz="514350" rtl="0" eaLnBrk="1" fontAlgn="auto" latinLnBrk="0" hangingPunct="1">
              <a:lnSpc>
                <a:spcPct val="100000"/>
              </a:lnSpc>
              <a:spcBef>
                <a:spcPts val="565"/>
              </a:spcBef>
              <a:spcAft>
                <a:spcPts val="0"/>
              </a:spcAft>
              <a:buClrTx/>
              <a:buSzTx/>
              <a:buFontTx/>
              <a:buNone/>
              <a:defRPr sz="1125"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5" name="Title 1"/>
          <p:cNvSpPr txBox="1"/>
          <p:nvPr userDrawn="1"/>
        </p:nvSpPr>
        <p:spPr>
          <a:xfrm>
            <a:off x="1228725" y="447675"/>
            <a:ext cx="7415213" cy="549275"/>
          </a:xfrm>
          <a:prstGeom prst="rect">
            <a:avLst/>
          </a:prstGeom>
        </p:spPr>
        <p:txBody>
          <a:bodyPr lIns="51435" tIns="25718" rIns="51435" bIns="25718" anchor="ctr">
            <a:normAutofit/>
          </a:bodyPr>
          <a:lstStyle>
            <a:lvl1pPr algn="l" defTabSz="914400" rtl="0" eaLnBrk="1" latinLnBrk="0" hangingPunct="1">
              <a:lnSpc>
                <a:spcPct val="90000"/>
              </a:lnSpc>
              <a:spcBef>
                <a:spcPct val="0"/>
              </a:spcBef>
              <a:buNone/>
              <a:defRPr sz="4000" b="1" kern="1200">
                <a:solidFill>
                  <a:schemeClr val="bg1"/>
                </a:solidFill>
                <a:latin typeface="Arial" panose="020B0604020202020204" pitchFamily="34" charset="0"/>
                <a:ea typeface="+mj-ea"/>
                <a:cs typeface="Arial" panose="020B0604020202020204" pitchFamily="34" charset="0"/>
              </a:defRPr>
            </a:lvl1pPr>
          </a:lstStyle>
          <a:p>
            <a:pPr>
              <a:defRPr/>
            </a:pPr>
            <a:r>
              <a:rPr lang="en-US" sz="2250" dirty="0">
                <a:solidFill>
                  <a:srgbClr val="0056A4"/>
                </a:solidFill>
              </a:rPr>
              <a:t>Click to edit Master title style</a:t>
            </a:r>
          </a:p>
        </p:txBody>
      </p:sp>
      <p:sp>
        <p:nvSpPr>
          <p:cNvPr id="2" name="Title 1"/>
          <p:cNvSpPr>
            <a:spLocks noGrp="1"/>
          </p:cNvSpPr>
          <p:nvPr>
            <p:ph type="title"/>
          </p:nvPr>
        </p:nvSpPr>
        <p:spPr>
          <a:xfrm>
            <a:off x="714375" y="1371600"/>
            <a:ext cx="2949476" cy="1070372"/>
          </a:xfrm>
        </p:spPr>
        <p:txBody>
          <a:bodyPr/>
          <a:lstStyle>
            <a:lvl1pPr>
              <a:defRPr sz="1800">
                <a:solidFill>
                  <a:srgbClr val="0056A4"/>
                </a:solidFill>
              </a:defRPr>
            </a:lvl1pPr>
          </a:lstStyle>
          <a:p>
            <a:r>
              <a:rPr lang="en-US"/>
              <a:t>Click to edit Master title style</a:t>
            </a:r>
            <a:endParaRPr lang="en-US" dirty="0"/>
          </a:p>
        </p:txBody>
      </p:sp>
      <p:sp>
        <p:nvSpPr>
          <p:cNvPr id="3" name="Content Placeholder 2"/>
          <p:cNvSpPr>
            <a:spLocks noGrp="1"/>
          </p:cNvSpPr>
          <p:nvPr>
            <p:ph idx="1"/>
          </p:nvPr>
        </p:nvSpPr>
        <p:spPr>
          <a:xfrm>
            <a:off x="3971925" y="1371600"/>
            <a:ext cx="4629150" cy="4874419"/>
          </a:xfrm>
        </p:spPr>
        <p:txBody>
          <a:bodyPr/>
          <a:lstStyle>
            <a:lvl1pPr>
              <a:defRPr sz="1575"/>
            </a:lvl1pPr>
            <a:lvl2pPr>
              <a:defRPr sz="1350"/>
            </a:lvl2pPr>
            <a:lvl3pPr>
              <a:defRPr sz="1125"/>
            </a:lvl3pPr>
            <a:lvl4pPr>
              <a:defRPr sz="1015"/>
            </a:lvl4pPr>
            <a:lvl5pPr>
              <a:defRPr sz="1015"/>
            </a:lvl5pPr>
            <a:lvl6pPr>
              <a:defRPr sz="1125"/>
            </a:lvl6pPr>
            <a:lvl7pPr>
              <a:defRPr sz="1125"/>
            </a:lvl7pPr>
            <a:lvl8pPr>
              <a:defRPr sz="1125"/>
            </a:lvl8pPr>
            <a:lvl9pPr>
              <a:defRPr sz="112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14375" y="2441972"/>
            <a:ext cx="2949476" cy="3811191"/>
          </a:xfrm>
        </p:spPr>
        <p:txBody>
          <a:bodyPr/>
          <a:lstStyle>
            <a:lvl1pPr marL="0" indent="0">
              <a:buNone/>
              <a:defRPr sz="900"/>
            </a:lvl1pPr>
            <a:lvl2pPr marL="257175" indent="0">
              <a:buNone/>
              <a:defRPr sz="790"/>
            </a:lvl2pPr>
            <a:lvl3pPr marL="514350" indent="0">
              <a:buNone/>
              <a:defRPr sz="675"/>
            </a:lvl3pPr>
            <a:lvl4pPr marL="771525" indent="0">
              <a:buNone/>
              <a:defRPr sz="565"/>
            </a:lvl4pPr>
            <a:lvl5pPr marL="1028700" indent="0">
              <a:buNone/>
              <a:defRPr sz="565"/>
            </a:lvl5pPr>
            <a:lvl6pPr marL="1285875" indent="0">
              <a:buNone/>
              <a:defRPr sz="565"/>
            </a:lvl6pPr>
            <a:lvl7pPr marL="1543050" indent="0">
              <a:buNone/>
              <a:defRPr sz="565"/>
            </a:lvl7pPr>
            <a:lvl8pPr marL="1800225" indent="0">
              <a:buNone/>
              <a:defRPr sz="565"/>
            </a:lvl8pPr>
            <a:lvl9pPr marL="2057400" indent="0">
              <a:buNone/>
              <a:defRPr sz="565"/>
            </a:lvl9pPr>
          </a:lstStyle>
          <a:p>
            <a:pPr lvl="0"/>
            <a:r>
              <a:rPr lang="en-US"/>
              <a:t>Click to edit Master text styles</a:t>
            </a: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Presentation Title Slide">
    <p:spTree>
      <p:nvGrpSpPr>
        <p:cNvPr id="1" name=""/>
        <p:cNvGrpSpPr/>
        <p:nvPr/>
      </p:nvGrpSpPr>
      <p:grpSpPr>
        <a:xfrm>
          <a:off x="0" y="0"/>
          <a:ext cx="0" cy="0"/>
          <a:chOff x="0" y="0"/>
          <a:chExt cx="0" cy="0"/>
        </a:xfrm>
      </p:grpSpPr>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3_Presentation Title Slide">
    <p:spTree>
      <p:nvGrpSpPr>
        <p:cNvPr id="1" name=""/>
        <p:cNvGrpSpPr/>
        <p:nvPr/>
      </p:nvGrpSpPr>
      <p:grpSpPr>
        <a:xfrm>
          <a:off x="0" y="0"/>
          <a:ext cx="0" cy="0"/>
          <a:chOff x="0" y="0"/>
          <a:chExt cx="0" cy="0"/>
        </a:xfrm>
      </p:grpSpPr>
      <p:pic>
        <p:nvPicPr>
          <p:cNvPr id="3" name="Picture 7"/>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object 19"/>
          <p:cNvSpPr txBox="1"/>
          <p:nvPr userDrawn="1"/>
        </p:nvSpPr>
        <p:spPr>
          <a:xfrm>
            <a:off x="404813" y="6481763"/>
            <a:ext cx="2282825" cy="111125"/>
          </a:xfrm>
          <a:prstGeom prst="rect">
            <a:avLst/>
          </a:prstGeom>
        </p:spPr>
        <p:txBody>
          <a:bodyPr lIns="0" tIns="7144" rIns="0" bIns="0">
            <a:spAutoFit/>
          </a:bodyPr>
          <a:lstStyle/>
          <a:p>
            <a:pPr marL="6985">
              <a:spcBef>
                <a:spcPts val="55"/>
              </a:spcBef>
              <a:defRPr/>
            </a:pPr>
            <a:r>
              <a:rPr sz="675" dirty="0">
                <a:solidFill>
                  <a:schemeClr val="bg1">
                    <a:lumMod val="95000"/>
                  </a:schemeClr>
                </a:solidFill>
                <a:latin typeface="Arial" panose="020B0604020202020204" pitchFamily="34" charset="0"/>
                <a:cs typeface="Arial" panose="020B0604020202020204" pitchFamily="34" charset="0"/>
              </a:rPr>
              <a:t>© </a:t>
            </a:r>
            <a:r>
              <a:rPr sz="675" spc="-3" dirty="0">
                <a:solidFill>
                  <a:schemeClr val="bg1">
                    <a:lumMod val="95000"/>
                  </a:schemeClr>
                </a:solidFill>
                <a:latin typeface="Arial" panose="020B0604020202020204" pitchFamily="34" charset="0"/>
                <a:cs typeface="Arial" panose="020B0604020202020204" pitchFamily="34" charset="0"/>
              </a:rPr>
              <a:t>20</a:t>
            </a:r>
            <a:r>
              <a:rPr lang="en-US" sz="675" spc="-3" dirty="0">
                <a:solidFill>
                  <a:schemeClr val="bg1">
                    <a:lumMod val="95000"/>
                  </a:schemeClr>
                </a:solidFill>
                <a:latin typeface="Arial" panose="020B0604020202020204" pitchFamily="34" charset="0"/>
                <a:cs typeface="Arial" panose="020B0604020202020204" pitchFamily="34" charset="0"/>
              </a:rPr>
              <a:t>20</a:t>
            </a:r>
            <a:r>
              <a:rPr sz="675" spc="-3" dirty="0">
                <a:solidFill>
                  <a:schemeClr val="bg1">
                    <a:lumMod val="95000"/>
                  </a:schemeClr>
                </a:solidFill>
                <a:latin typeface="Arial" panose="020B0604020202020204" pitchFamily="34" charset="0"/>
                <a:cs typeface="Arial" panose="020B0604020202020204" pitchFamily="34" charset="0"/>
              </a:rPr>
              <a:t> </a:t>
            </a:r>
            <a:r>
              <a:rPr lang="en-US" sz="675" spc="-3" dirty="0">
                <a:solidFill>
                  <a:schemeClr val="bg1">
                    <a:lumMod val="95000"/>
                  </a:schemeClr>
                </a:solidFill>
                <a:latin typeface="Arial" panose="020B0604020202020204" pitchFamily="34" charset="0"/>
                <a:cs typeface="Arial" panose="020B0604020202020204" pitchFamily="34" charset="0"/>
              </a:rPr>
              <a:t>Coforge</a:t>
            </a:r>
            <a:endParaRPr sz="675" dirty="0">
              <a:solidFill>
                <a:schemeClr val="bg1">
                  <a:lumMod val="95000"/>
                </a:schemeClr>
              </a:solidFill>
              <a:latin typeface="Arial" panose="020B0604020202020204" pitchFamily="34" charset="0"/>
              <a:cs typeface="Arial" panose="020B0604020202020204" pitchFamily="34" charset="0"/>
            </a:endParaRPr>
          </a:p>
        </p:txBody>
      </p:sp>
      <p:pic>
        <p:nvPicPr>
          <p:cNvPr id="5" name="Picture 10"/>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t="17314" b="23924"/>
          <a:stretch>
            <a:fillRect/>
          </a:stretch>
        </p:blipFill>
        <p:spPr bwMode="auto">
          <a:xfrm>
            <a:off x="6861175" y="382588"/>
            <a:ext cx="1984375" cy="874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1"/>
          <p:cNvSpPr>
            <a:spLocks noGrp="1"/>
          </p:cNvSpPr>
          <p:nvPr>
            <p:ph type="title"/>
          </p:nvPr>
        </p:nvSpPr>
        <p:spPr>
          <a:xfrm>
            <a:off x="4529138" y="2800350"/>
            <a:ext cx="3593306" cy="1257300"/>
          </a:xfrm>
        </p:spPr>
        <p:txBody>
          <a:bodyPr>
            <a:noAutofit/>
          </a:bodyPr>
          <a:lstStyle>
            <a:lvl1pPr algn="l">
              <a:defRPr sz="3040">
                <a:solidFill>
                  <a:schemeClr val="bg1"/>
                </a:solidFill>
              </a:defRPr>
            </a:lvl1pPr>
          </a:lstStyle>
          <a:p>
            <a:r>
              <a:rPr lang="en-US"/>
              <a:t>Click to edit Master title style</a:t>
            </a:r>
            <a:endParaRPr lang="en-US" dirty="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4_Presentation Title Slide">
    <p:spTree>
      <p:nvGrpSpPr>
        <p:cNvPr id="1" name=""/>
        <p:cNvGrpSpPr/>
        <p:nvPr/>
      </p:nvGrpSpPr>
      <p:grpSpPr>
        <a:xfrm>
          <a:off x="0" y="0"/>
          <a:ext cx="0" cy="0"/>
          <a:chOff x="0" y="0"/>
          <a:chExt cx="0" cy="0"/>
        </a:xfrm>
      </p:grpSpPr>
      <p:pic>
        <p:nvPicPr>
          <p:cNvPr id="3" name="Picture 7"/>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object 19"/>
          <p:cNvSpPr txBox="1"/>
          <p:nvPr userDrawn="1"/>
        </p:nvSpPr>
        <p:spPr>
          <a:xfrm>
            <a:off x="6500813" y="6343650"/>
            <a:ext cx="2282825" cy="111125"/>
          </a:xfrm>
          <a:prstGeom prst="rect">
            <a:avLst/>
          </a:prstGeom>
        </p:spPr>
        <p:txBody>
          <a:bodyPr lIns="0" tIns="7144" rIns="0" bIns="0">
            <a:spAutoFit/>
          </a:bodyPr>
          <a:lstStyle/>
          <a:p>
            <a:pPr marL="6985" algn="r">
              <a:spcBef>
                <a:spcPts val="55"/>
              </a:spcBef>
              <a:defRPr/>
            </a:pPr>
            <a:r>
              <a:rPr sz="675" dirty="0">
                <a:solidFill>
                  <a:schemeClr val="bg1">
                    <a:lumMod val="50000"/>
                  </a:schemeClr>
                </a:solidFill>
                <a:latin typeface="Arial" panose="020B0604020202020204" pitchFamily="34" charset="0"/>
                <a:cs typeface="Arial" panose="020B0604020202020204" pitchFamily="34" charset="0"/>
              </a:rPr>
              <a:t>© </a:t>
            </a:r>
            <a:r>
              <a:rPr sz="675" spc="-3" dirty="0">
                <a:solidFill>
                  <a:schemeClr val="bg1">
                    <a:lumMod val="50000"/>
                  </a:schemeClr>
                </a:solidFill>
                <a:latin typeface="Arial" panose="020B0604020202020204" pitchFamily="34" charset="0"/>
                <a:cs typeface="Arial" panose="020B0604020202020204" pitchFamily="34" charset="0"/>
              </a:rPr>
              <a:t>20</a:t>
            </a:r>
            <a:r>
              <a:rPr lang="en-US" sz="675" spc="-3" dirty="0">
                <a:solidFill>
                  <a:schemeClr val="bg1">
                    <a:lumMod val="50000"/>
                  </a:schemeClr>
                </a:solidFill>
                <a:latin typeface="Arial" panose="020B0604020202020204" pitchFamily="34" charset="0"/>
                <a:cs typeface="Arial" panose="020B0604020202020204" pitchFamily="34" charset="0"/>
              </a:rPr>
              <a:t>20</a:t>
            </a:r>
            <a:r>
              <a:rPr sz="675" spc="-3" dirty="0">
                <a:solidFill>
                  <a:schemeClr val="bg1">
                    <a:lumMod val="50000"/>
                  </a:schemeClr>
                </a:solidFill>
                <a:latin typeface="Arial" panose="020B0604020202020204" pitchFamily="34" charset="0"/>
                <a:cs typeface="Arial" panose="020B0604020202020204" pitchFamily="34" charset="0"/>
              </a:rPr>
              <a:t> </a:t>
            </a:r>
            <a:r>
              <a:rPr lang="en-US" sz="675" spc="-3" dirty="0">
                <a:solidFill>
                  <a:schemeClr val="bg1">
                    <a:lumMod val="50000"/>
                  </a:schemeClr>
                </a:solidFill>
                <a:latin typeface="Arial" panose="020B0604020202020204" pitchFamily="34" charset="0"/>
                <a:cs typeface="Arial" panose="020B0604020202020204" pitchFamily="34" charset="0"/>
              </a:rPr>
              <a:t>Coforge</a:t>
            </a:r>
            <a:endParaRPr sz="675" dirty="0">
              <a:solidFill>
                <a:schemeClr val="bg1">
                  <a:lumMod val="50000"/>
                </a:schemeClr>
              </a:solidFill>
              <a:latin typeface="Arial" panose="020B0604020202020204" pitchFamily="34" charset="0"/>
              <a:cs typeface="Arial" panose="020B0604020202020204" pitchFamily="34" charset="0"/>
            </a:endParaRPr>
          </a:p>
        </p:txBody>
      </p:sp>
      <p:pic>
        <p:nvPicPr>
          <p:cNvPr id="5" name="Picture 10"/>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6843713" y="423863"/>
            <a:ext cx="2006600" cy="71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reeform 8">
            <a:hlinkClick r:id="rId4"/>
          </p:cNvPr>
          <p:cNvSpPr/>
          <p:nvPr userDrawn="1"/>
        </p:nvSpPr>
        <p:spPr bwMode="auto">
          <a:xfrm>
            <a:off x="6180138" y="4308475"/>
            <a:ext cx="244475" cy="266700"/>
          </a:xfrm>
          <a:custGeom>
            <a:avLst/>
            <a:gdLst>
              <a:gd name="T0" fmla="*/ 18 w 422"/>
              <a:gd name="T1" fmla="*/ 307 h 345"/>
              <a:gd name="T2" fmla="*/ 68 w 422"/>
              <a:gd name="T3" fmla="*/ 301 h 345"/>
              <a:gd name="T4" fmla="*/ 112 w 422"/>
              <a:gd name="T5" fmla="*/ 281 h 345"/>
              <a:gd name="T6" fmla="*/ 112 w 422"/>
              <a:gd name="T7" fmla="*/ 269 h 345"/>
              <a:gd name="T8" fmla="*/ 78 w 422"/>
              <a:gd name="T9" fmla="*/ 253 h 345"/>
              <a:gd name="T10" fmla="*/ 52 w 422"/>
              <a:gd name="T11" fmla="*/ 223 h 345"/>
              <a:gd name="T12" fmla="*/ 66 w 422"/>
              <a:gd name="T13" fmla="*/ 211 h 345"/>
              <a:gd name="T14" fmla="*/ 86 w 422"/>
              <a:gd name="T15" fmla="*/ 209 h 345"/>
              <a:gd name="T16" fmla="*/ 46 w 422"/>
              <a:gd name="T17" fmla="*/ 189 h 345"/>
              <a:gd name="T18" fmla="*/ 26 w 422"/>
              <a:gd name="T19" fmla="*/ 164 h 345"/>
              <a:gd name="T20" fmla="*/ 16 w 422"/>
              <a:gd name="T21" fmla="*/ 122 h 345"/>
              <a:gd name="T22" fmla="*/ 44 w 422"/>
              <a:gd name="T23" fmla="*/ 132 h 345"/>
              <a:gd name="T24" fmla="*/ 42 w 422"/>
              <a:gd name="T25" fmla="*/ 122 h 345"/>
              <a:gd name="T26" fmla="*/ 20 w 422"/>
              <a:gd name="T27" fmla="*/ 80 h 345"/>
              <a:gd name="T28" fmla="*/ 18 w 422"/>
              <a:gd name="T29" fmla="*/ 48 h 345"/>
              <a:gd name="T30" fmla="*/ 28 w 422"/>
              <a:gd name="T31" fmla="*/ 16 h 345"/>
              <a:gd name="T32" fmla="*/ 86 w 422"/>
              <a:gd name="T33" fmla="*/ 68 h 345"/>
              <a:gd name="T34" fmla="*/ 156 w 422"/>
              <a:gd name="T35" fmla="*/ 98 h 345"/>
              <a:gd name="T36" fmla="*/ 208 w 422"/>
              <a:gd name="T37" fmla="*/ 108 h 345"/>
              <a:gd name="T38" fmla="*/ 206 w 422"/>
              <a:gd name="T39" fmla="*/ 78 h 345"/>
              <a:gd name="T40" fmla="*/ 220 w 422"/>
              <a:gd name="T41" fmla="*/ 40 h 345"/>
              <a:gd name="T42" fmla="*/ 236 w 422"/>
              <a:gd name="T43" fmla="*/ 20 h 345"/>
              <a:gd name="T44" fmla="*/ 268 w 422"/>
              <a:gd name="T45" fmla="*/ 4 h 345"/>
              <a:gd name="T46" fmla="*/ 304 w 422"/>
              <a:gd name="T47" fmla="*/ 2 h 345"/>
              <a:gd name="T48" fmla="*/ 330 w 422"/>
              <a:gd name="T49" fmla="*/ 10 h 345"/>
              <a:gd name="T50" fmla="*/ 352 w 422"/>
              <a:gd name="T51" fmla="*/ 26 h 345"/>
              <a:gd name="T52" fmla="*/ 360 w 422"/>
              <a:gd name="T53" fmla="*/ 28 h 345"/>
              <a:gd name="T54" fmla="*/ 406 w 422"/>
              <a:gd name="T55" fmla="*/ 10 h 345"/>
              <a:gd name="T56" fmla="*/ 404 w 422"/>
              <a:gd name="T57" fmla="*/ 22 h 345"/>
              <a:gd name="T58" fmla="*/ 386 w 422"/>
              <a:gd name="T59" fmla="*/ 46 h 345"/>
              <a:gd name="T60" fmla="*/ 398 w 422"/>
              <a:gd name="T61" fmla="*/ 50 h 345"/>
              <a:gd name="T62" fmla="*/ 422 w 422"/>
              <a:gd name="T63" fmla="*/ 44 h 345"/>
              <a:gd name="T64" fmla="*/ 400 w 422"/>
              <a:gd name="T65" fmla="*/ 68 h 345"/>
              <a:gd name="T66" fmla="*/ 380 w 422"/>
              <a:gd name="T67" fmla="*/ 90 h 345"/>
              <a:gd name="T68" fmla="*/ 372 w 422"/>
              <a:gd name="T69" fmla="*/ 154 h 345"/>
              <a:gd name="T70" fmla="*/ 350 w 422"/>
              <a:gd name="T71" fmla="*/ 215 h 345"/>
              <a:gd name="T72" fmla="*/ 314 w 422"/>
              <a:gd name="T73" fmla="*/ 267 h 345"/>
              <a:gd name="T74" fmla="*/ 268 w 422"/>
              <a:gd name="T75" fmla="*/ 307 h 345"/>
              <a:gd name="T76" fmla="*/ 232 w 422"/>
              <a:gd name="T77" fmla="*/ 327 h 345"/>
              <a:gd name="T78" fmla="*/ 150 w 422"/>
              <a:gd name="T79" fmla="*/ 345 h 345"/>
              <a:gd name="T80" fmla="*/ 98 w 422"/>
              <a:gd name="T81" fmla="*/ 343 h 345"/>
              <a:gd name="T82" fmla="*/ 30 w 422"/>
              <a:gd name="T83" fmla="*/ 323 h 345"/>
              <a:gd name="T84" fmla="*/ 0 w 422"/>
              <a:gd name="T85" fmla="*/ 309 h 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22" h="345">
                <a:moveTo>
                  <a:pt x="0" y="307"/>
                </a:moveTo>
                <a:lnTo>
                  <a:pt x="0" y="307"/>
                </a:lnTo>
                <a:lnTo>
                  <a:pt x="18" y="307"/>
                </a:lnTo>
                <a:lnTo>
                  <a:pt x="34" y="307"/>
                </a:lnTo>
                <a:lnTo>
                  <a:pt x="52" y="305"/>
                </a:lnTo>
                <a:lnTo>
                  <a:pt x="68" y="301"/>
                </a:lnTo>
                <a:lnTo>
                  <a:pt x="82" y="297"/>
                </a:lnTo>
                <a:lnTo>
                  <a:pt x="98" y="289"/>
                </a:lnTo>
                <a:lnTo>
                  <a:pt x="112" y="281"/>
                </a:lnTo>
                <a:lnTo>
                  <a:pt x="128" y="271"/>
                </a:lnTo>
                <a:lnTo>
                  <a:pt x="128" y="271"/>
                </a:lnTo>
                <a:lnTo>
                  <a:pt x="112" y="269"/>
                </a:lnTo>
                <a:lnTo>
                  <a:pt x="100" y="265"/>
                </a:lnTo>
                <a:lnTo>
                  <a:pt x="88" y="261"/>
                </a:lnTo>
                <a:lnTo>
                  <a:pt x="78" y="253"/>
                </a:lnTo>
                <a:lnTo>
                  <a:pt x="68" y="245"/>
                </a:lnTo>
                <a:lnTo>
                  <a:pt x="60" y="235"/>
                </a:lnTo>
                <a:lnTo>
                  <a:pt x="52" y="223"/>
                </a:lnTo>
                <a:lnTo>
                  <a:pt x="46" y="211"/>
                </a:lnTo>
                <a:lnTo>
                  <a:pt x="46" y="211"/>
                </a:lnTo>
                <a:lnTo>
                  <a:pt x="66" y="211"/>
                </a:lnTo>
                <a:lnTo>
                  <a:pt x="76" y="211"/>
                </a:lnTo>
                <a:lnTo>
                  <a:pt x="86" y="209"/>
                </a:lnTo>
                <a:lnTo>
                  <a:pt x="86" y="209"/>
                </a:lnTo>
                <a:lnTo>
                  <a:pt x="70" y="205"/>
                </a:lnTo>
                <a:lnTo>
                  <a:pt x="58" y="197"/>
                </a:lnTo>
                <a:lnTo>
                  <a:pt x="46" y="189"/>
                </a:lnTo>
                <a:lnTo>
                  <a:pt x="36" y="178"/>
                </a:lnTo>
                <a:lnTo>
                  <a:pt x="36" y="178"/>
                </a:lnTo>
                <a:lnTo>
                  <a:pt x="26" y="164"/>
                </a:lnTo>
                <a:lnTo>
                  <a:pt x="20" y="152"/>
                </a:lnTo>
                <a:lnTo>
                  <a:pt x="18" y="138"/>
                </a:lnTo>
                <a:lnTo>
                  <a:pt x="16" y="122"/>
                </a:lnTo>
                <a:lnTo>
                  <a:pt x="16" y="122"/>
                </a:lnTo>
                <a:lnTo>
                  <a:pt x="34" y="130"/>
                </a:lnTo>
                <a:lnTo>
                  <a:pt x="44" y="132"/>
                </a:lnTo>
                <a:lnTo>
                  <a:pt x="56" y="132"/>
                </a:lnTo>
                <a:lnTo>
                  <a:pt x="56" y="132"/>
                </a:lnTo>
                <a:lnTo>
                  <a:pt x="42" y="122"/>
                </a:lnTo>
                <a:lnTo>
                  <a:pt x="32" y="110"/>
                </a:lnTo>
                <a:lnTo>
                  <a:pt x="24" y="96"/>
                </a:lnTo>
                <a:lnTo>
                  <a:pt x="20" y="80"/>
                </a:lnTo>
                <a:lnTo>
                  <a:pt x="20" y="80"/>
                </a:lnTo>
                <a:lnTo>
                  <a:pt x="16" y="64"/>
                </a:lnTo>
                <a:lnTo>
                  <a:pt x="18" y="48"/>
                </a:lnTo>
                <a:lnTo>
                  <a:pt x="22" y="32"/>
                </a:lnTo>
                <a:lnTo>
                  <a:pt x="28" y="16"/>
                </a:lnTo>
                <a:lnTo>
                  <a:pt x="28" y="16"/>
                </a:lnTo>
                <a:lnTo>
                  <a:pt x="46" y="36"/>
                </a:lnTo>
                <a:lnTo>
                  <a:pt x="66" y="54"/>
                </a:lnTo>
                <a:lnTo>
                  <a:pt x="86" y="68"/>
                </a:lnTo>
                <a:lnTo>
                  <a:pt x="108" y="82"/>
                </a:lnTo>
                <a:lnTo>
                  <a:pt x="132" y="92"/>
                </a:lnTo>
                <a:lnTo>
                  <a:pt x="156" y="98"/>
                </a:lnTo>
                <a:lnTo>
                  <a:pt x="180" y="104"/>
                </a:lnTo>
                <a:lnTo>
                  <a:pt x="208" y="108"/>
                </a:lnTo>
                <a:lnTo>
                  <a:pt x="208" y="108"/>
                </a:lnTo>
                <a:lnTo>
                  <a:pt x="206" y="92"/>
                </a:lnTo>
                <a:lnTo>
                  <a:pt x="206" y="92"/>
                </a:lnTo>
                <a:lnTo>
                  <a:pt x="206" y="78"/>
                </a:lnTo>
                <a:lnTo>
                  <a:pt x="208" y="64"/>
                </a:lnTo>
                <a:lnTo>
                  <a:pt x="214" y="52"/>
                </a:lnTo>
                <a:lnTo>
                  <a:pt x="220" y="40"/>
                </a:lnTo>
                <a:lnTo>
                  <a:pt x="220" y="40"/>
                </a:lnTo>
                <a:lnTo>
                  <a:pt x="228" y="30"/>
                </a:lnTo>
                <a:lnTo>
                  <a:pt x="236" y="20"/>
                </a:lnTo>
                <a:lnTo>
                  <a:pt x="246" y="14"/>
                </a:lnTo>
                <a:lnTo>
                  <a:pt x="256" y="8"/>
                </a:lnTo>
                <a:lnTo>
                  <a:pt x="268" y="4"/>
                </a:lnTo>
                <a:lnTo>
                  <a:pt x="278" y="2"/>
                </a:lnTo>
                <a:lnTo>
                  <a:pt x="290" y="0"/>
                </a:lnTo>
                <a:lnTo>
                  <a:pt x="304" y="2"/>
                </a:lnTo>
                <a:lnTo>
                  <a:pt x="304" y="2"/>
                </a:lnTo>
                <a:lnTo>
                  <a:pt x="318" y="4"/>
                </a:lnTo>
                <a:lnTo>
                  <a:pt x="330" y="10"/>
                </a:lnTo>
                <a:lnTo>
                  <a:pt x="342" y="16"/>
                </a:lnTo>
                <a:lnTo>
                  <a:pt x="352" y="26"/>
                </a:lnTo>
                <a:lnTo>
                  <a:pt x="352" y="26"/>
                </a:lnTo>
                <a:lnTo>
                  <a:pt x="356" y="28"/>
                </a:lnTo>
                <a:lnTo>
                  <a:pt x="360" y="28"/>
                </a:lnTo>
                <a:lnTo>
                  <a:pt x="360" y="28"/>
                </a:lnTo>
                <a:lnTo>
                  <a:pt x="384" y="20"/>
                </a:lnTo>
                <a:lnTo>
                  <a:pt x="406" y="10"/>
                </a:lnTo>
                <a:lnTo>
                  <a:pt x="406" y="10"/>
                </a:lnTo>
                <a:lnTo>
                  <a:pt x="410" y="8"/>
                </a:lnTo>
                <a:lnTo>
                  <a:pt x="410" y="8"/>
                </a:lnTo>
                <a:lnTo>
                  <a:pt x="404" y="22"/>
                </a:lnTo>
                <a:lnTo>
                  <a:pt x="396" y="34"/>
                </a:lnTo>
                <a:lnTo>
                  <a:pt x="396" y="34"/>
                </a:lnTo>
                <a:lnTo>
                  <a:pt x="386" y="46"/>
                </a:lnTo>
                <a:lnTo>
                  <a:pt x="374" y="54"/>
                </a:lnTo>
                <a:lnTo>
                  <a:pt x="374" y="54"/>
                </a:lnTo>
                <a:lnTo>
                  <a:pt x="398" y="50"/>
                </a:lnTo>
                <a:lnTo>
                  <a:pt x="422" y="42"/>
                </a:lnTo>
                <a:lnTo>
                  <a:pt x="422" y="42"/>
                </a:lnTo>
                <a:lnTo>
                  <a:pt x="422" y="44"/>
                </a:lnTo>
                <a:lnTo>
                  <a:pt x="422" y="44"/>
                </a:lnTo>
                <a:lnTo>
                  <a:pt x="400" y="68"/>
                </a:lnTo>
                <a:lnTo>
                  <a:pt x="400" y="68"/>
                </a:lnTo>
                <a:lnTo>
                  <a:pt x="382" y="84"/>
                </a:lnTo>
                <a:lnTo>
                  <a:pt x="382" y="84"/>
                </a:lnTo>
                <a:lnTo>
                  <a:pt x="380" y="90"/>
                </a:lnTo>
                <a:lnTo>
                  <a:pt x="380" y="90"/>
                </a:lnTo>
                <a:lnTo>
                  <a:pt x="378" y="122"/>
                </a:lnTo>
                <a:lnTo>
                  <a:pt x="372" y="154"/>
                </a:lnTo>
                <a:lnTo>
                  <a:pt x="364" y="185"/>
                </a:lnTo>
                <a:lnTo>
                  <a:pt x="350" y="215"/>
                </a:lnTo>
                <a:lnTo>
                  <a:pt x="350" y="215"/>
                </a:lnTo>
                <a:lnTo>
                  <a:pt x="340" y="233"/>
                </a:lnTo>
                <a:lnTo>
                  <a:pt x="328" y="251"/>
                </a:lnTo>
                <a:lnTo>
                  <a:pt x="314" y="267"/>
                </a:lnTo>
                <a:lnTo>
                  <a:pt x="300" y="281"/>
                </a:lnTo>
                <a:lnTo>
                  <a:pt x="286" y="295"/>
                </a:lnTo>
                <a:lnTo>
                  <a:pt x="268" y="307"/>
                </a:lnTo>
                <a:lnTo>
                  <a:pt x="252" y="317"/>
                </a:lnTo>
                <a:lnTo>
                  <a:pt x="232" y="327"/>
                </a:lnTo>
                <a:lnTo>
                  <a:pt x="232" y="327"/>
                </a:lnTo>
                <a:lnTo>
                  <a:pt x="206" y="335"/>
                </a:lnTo>
                <a:lnTo>
                  <a:pt x="178" y="343"/>
                </a:lnTo>
                <a:lnTo>
                  <a:pt x="150" y="345"/>
                </a:lnTo>
                <a:lnTo>
                  <a:pt x="122" y="345"/>
                </a:lnTo>
                <a:lnTo>
                  <a:pt x="122" y="345"/>
                </a:lnTo>
                <a:lnTo>
                  <a:pt x="98" y="343"/>
                </a:lnTo>
                <a:lnTo>
                  <a:pt x="76" y="339"/>
                </a:lnTo>
                <a:lnTo>
                  <a:pt x="52" y="333"/>
                </a:lnTo>
                <a:lnTo>
                  <a:pt x="30" y="323"/>
                </a:lnTo>
                <a:lnTo>
                  <a:pt x="30" y="323"/>
                </a:lnTo>
                <a:lnTo>
                  <a:pt x="0" y="309"/>
                </a:lnTo>
                <a:lnTo>
                  <a:pt x="0" y="309"/>
                </a:lnTo>
                <a:lnTo>
                  <a:pt x="0" y="307"/>
                </a:lnTo>
                <a:lnTo>
                  <a:pt x="0" y="307"/>
                </a:lnTo>
                <a:close/>
              </a:path>
            </a:pathLst>
          </a:custGeom>
          <a:solidFill>
            <a:srgbClr val="F68B1F"/>
          </a:solidFill>
          <a:ln>
            <a:noFill/>
          </a:ln>
        </p:spPr>
        <p:txBody>
          <a:bodyPr lIns="51435" tIns="25718" rIns="51435" bIns="25718"/>
          <a:lstStyle/>
          <a:p>
            <a:pPr>
              <a:defRPr/>
            </a:pPr>
            <a:endParaRPr lang="en-IN" sz="1350"/>
          </a:p>
        </p:txBody>
      </p:sp>
      <p:grpSp>
        <p:nvGrpSpPr>
          <p:cNvPr id="8" name="Group 7"/>
          <p:cNvGrpSpPr/>
          <p:nvPr userDrawn="1"/>
        </p:nvGrpSpPr>
        <p:grpSpPr>
          <a:xfrm>
            <a:off x="6543675" y="4286250"/>
            <a:ext cx="239951" cy="322889"/>
            <a:chOff x="2652713" y="4170363"/>
            <a:chExt cx="687388" cy="693738"/>
          </a:xfrm>
          <a:solidFill>
            <a:schemeClr val="bg1"/>
          </a:solidFill>
        </p:grpSpPr>
        <p:sp>
          <p:nvSpPr>
            <p:cNvPr id="9" name="Freeform 10">
              <a:hlinkClick r:id="rId5"/>
            </p:cNvPr>
            <p:cNvSpPr/>
            <p:nvPr/>
          </p:nvSpPr>
          <p:spPr bwMode="auto">
            <a:xfrm>
              <a:off x="2652713" y="4170363"/>
              <a:ext cx="687388" cy="693738"/>
            </a:xfrm>
            <a:custGeom>
              <a:avLst/>
              <a:gdLst>
                <a:gd name="T0" fmla="*/ 0 w 433"/>
                <a:gd name="T1" fmla="*/ 233 h 437"/>
                <a:gd name="T2" fmla="*/ 0 w 433"/>
                <a:gd name="T3" fmla="*/ 205 h 437"/>
                <a:gd name="T4" fmla="*/ 0 w 433"/>
                <a:gd name="T5" fmla="*/ 201 h 437"/>
                <a:gd name="T6" fmla="*/ 4 w 433"/>
                <a:gd name="T7" fmla="*/ 168 h 437"/>
                <a:gd name="T8" fmla="*/ 16 w 433"/>
                <a:gd name="T9" fmla="*/ 136 h 437"/>
                <a:gd name="T10" fmla="*/ 28 w 433"/>
                <a:gd name="T11" fmla="*/ 110 h 437"/>
                <a:gd name="T12" fmla="*/ 60 w 433"/>
                <a:gd name="T13" fmla="*/ 66 h 437"/>
                <a:gd name="T14" fmla="*/ 80 w 433"/>
                <a:gd name="T15" fmla="*/ 48 h 437"/>
                <a:gd name="T16" fmla="*/ 130 w 433"/>
                <a:gd name="T17" fmla="*/ 18 h 437"/>
                <a:gd name="T18" fmla="*/ 188 w 433"/>
                <a:gd name="T19" fmla="*/ 2 h 437"/>
                <a:gd name="T20" fmla="*/ 204 w 433"/>
                <a:gd name="T21" fmla="*/ 0 h 437"/>
                <a:gd name="T22" fmla="*/ 230 w 433"/>
                <a:gd name="T23" fmla="*/ 0 h 437"/>
                <a:gd name="T24" fmla="*/ 232 w 433"/>
                <a:gd name="T25" fmla="*/ 2 h 437"/>
                <a:gd name="T26" fmla="*/ 266 w 433"/>
                <a:gd name="T27" fmla="*/ 6 h 437"/>
                <a:gd name="T28" fmla="*/ 292 w 433"/>
                <a:gd name="T29" fmla="*/ 14 h 437"/>
                <a:gd name="T30" fmla="*/ 338 w 433"/>
                <a:gd name="T31" fmla="*/ 38 h 437"/>
                <a:gd name="T32" fmla="*/ 360 w 433"/>
                <a:gd name="T33" fmla="*/ 56 h 437"/>
                <a:gd name="T34" fmla="*/ 400 w 433"/>
                <a:gd name="T35" fmla="*/ 102 h 437"/>
                <a:gd name="T36" fmla="*/ 411 w 433"/>
                <a:gd name="T37" fmla="*/ 122 h 437"/>
                <a:gd name="T38" fmla="*/ 427 w 433"/>
                <a:gd name="T39" fmla="*/ 166 h 437"/>
                <a:gd name="T40" fmla="*/ 431 w 433"/>
                <a:gd name="T41" fmla="*/ 189 h 437"/>
                <a:gd name="T42" fmla="*/ 433 w 433"/>
                <a:gd name="T43" fmla="*/ 205 h 437"/>
                <a:gd name="T44" fmla="*/ 433 w 433"/>
                <a:gd name="T45" fmla="*/ 233 h 437"/>
                <a:gd name="T46" fmla="*/ 431 w 433"/>
                <a:gd name="T47" fmla="*/ 249 h 437"/>
                <a:gd name="T48" fmla="*/ 423 w 433"/>
                <a:gd name="T49" fmla="*/ 285 h 437"/>
                <a:gd name="T50" fmla="*/ 409 w 433"/>
                <a:gd name="T51" fmla="*/ 317 h 437"/>
                <a:gd name="T52" fmla="*/ 396 w 433"/>
                <a:gd name="T53" fmla="*/ 341 h 437"/>
                <a:gd name="T54" fmla="*/ 362 w 433"/>
                <a:gd name="T55" fmla="*/ 379 h 437"/>
                <a:gd name="T56" fmla="*/ 342 w 433"/>
                <a:gd name="T57" fmla="*/ 395 h 437"/>
                <a:gd name="T58" fmla="*/ 296 w 433"/>
                <a:gd name="T59" fmla="*/ 421 h 437"/>
                <a:gd name="T60" fmla="*/ 246 w 433"/>
                <a:gd name="T61" fmla="*/ 435 h 437"/>
                <a:gd name="T62" fmla="*/ 230 w 433"/>
                <a:gd name="T63" fmla="*/ 437 h 437"/>
                <a:gd name="T64" fmla="*/ 204 w 433"/>
                <a:gd name="T65" fmla="*/ 437 h 437"/>
                <a:gd name="T66" fmla="*/ 188 w 433"/>
                <a:gd name="T67" fmla="*/ 435 h 437"/>
                <a:gd name="T68" fmla="*/ 170 w 433"/>
                <a:gd name="T69" fmla="*/ 431 h 437"/>
                <a:gd name="T70" fmla="*/ 134 w 433"/>
                <a:gd name="T71" fmla="*/ 421 h 437"/>
                <a:gd name="T72" fmla="*/ 118 w 433"/>
                <a:gd name="T73" fmla="*/ 413 h 437"/>
                <a:gd name="T74" fmla="*/ 74 w 433"/>
                <a:gd name="T75" fmla="*/ 383 h 437"/>
                <a:gd name="T76" fmla="*/ 40 w 433"/>
                <a:gd name="T77" fmla="*/ 345 h 437"/>
                <a:gd name="T78" fmla="*/ 26 w 433"/>
                <a:gd name="T79" fmla="*/ 323 h 437"/>
                <a:gd name="T80" fmla="*/ 6 w 433"/>
                <a:gd name="T81" fmla="*/ 273 h 437"/>
                <a:gd name="T82" fmla="*/ 2 w 433"/>
                <a:gd name="T83" fmla="*/ 247 h 437"/>
                <a:gd name="T84" fmla="*/ 0 w 433"/>
                <a:gd name="T85" fmla="*/ 233 h 4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33" h="437">
                  <a:moveTo>
                    <a:pt x="0" y="233"/>
                  </a:moveTo>
                  <a:lnTo>
                    <a:pt x="0" y="233"/>
                  </a:lnTo>
                  <a:lnTo>
                    <a:pt x="0" y="205"/>
                  </a:lnTo>
                  <a:lnTo>
                    <a:pt x="0" y="205"/>
                  </a:lnTo>
                  <a:lnTo>
                    <a:pt x="0" y="201"/>
                  </a:lnTo>
                  <a:lnTo>
                    <a:pt x="0" y="201"/>
                  </a:lnTo>
                  <a:lnTo>
                    <a:pt x="2" y="185"/>
                  </a:lnTo>
                  <a:lnTo>
                    <a:pt x="4" y="168"/>
                  </a:lnTo>
                  <a:lnTo>
                    <a:pt x="10" y="152"/>
                  </a:lnTo>
                  <a:lnTo>
                    <a:pt x="16" y="136"/>
                  </a:lnTo>
                  <a:lnTo>
                    <a:pt x="16" y="136"/>
                  </a:lnTo>
                  <a:lnTo>
                    <a:pt x="28" y="110"/>
                  </a:lnTo>
                  <a:lnTo>
                    <a:pt x="42" y="88"/>
                  </a:lnTo>
                  <a:lnTo>
                    <a:pt x="60" y="66"/>
                  </a:lnTo>
                  <a:lnTo>
                    <a:pt x="80" y="48"/>
                  </a:lnTo>
                  <a:lnTo>
                    <a:pt x="80" y="48"/>
                  </a:lnTo>
                  <a:lnTo>
                    <a:pt x="104" y="32"/>
                  </a:lnTo>
                  <a:lnTo>
                    <a:pt x="130" y="18"/>
                  </a:lnTo>
                  <a:lnTo>
                    <a:pt x="158" y="8"/>
                  </a:lnTo>
                  <a:lnTo>
                    <a:pt x="188" y="2"/>
                  </a:lnTo>
                  <a:lnTo>
                    <a:pt x="188" y="2"/>
                  </a:lnTo>
                  <a:lnTo>
                    <a:pt x="204" y="0"/>
                  </a:lnTo>
                  <a:lnTo>
                    <a:pt x="204" y="0"/>
                  </a:lnTo>
                  <a:lnTo>
                    <a:pt x="230" y="0"/>
                  </a:lnTo>
                  <a:lnTo>
                    <a:pt x="230" y="0"/>
                  </a:lnTo>
                  <a:lnTo>
                    <a:pt x="232" y="2"/>
                  </a:lnTo>
                  <a:lnTo>
                    <a:pt x="232" y="2"/>
                  </a:lnTo>
                  <a:lnTo>
                    <a:pt x="266" y="6"/>
                  </a:lnTo>
                  <a:lnTo>
                    <a:pt x="266" y="6"/>
                  </a:lnTo>
                  <a:lnTo>
                    <a:pt x="292" y="14"/>
                  </a:lnTo>
                  <a:lnTo>
                    <a:pt x="316" y="24"/>
                  </a:lnTo>
                  <a:lnTo>
                    <a:pt x="338" y="38"/>
                  </a:lnTo>
                  <a:lnTo>
                    <a:pt x="360" y="56"/>
                  </a:lnTo>
                  <a:lnTo>
                    <a:pt x="360" y="56"/>
                  </a:lnTo>
                  <a:lnTo>
                    <a:pt x="382" y="78"/>
                  </a:lnTo>
                  <a:lnTo>
                    <a:pt x="400" y="102"/>
                  </a:lnTo>
                  <a:lnTo>
                    <a:pt x="400" y="102"/>
                  </a:lnTo>
                  <a:lnTo>
                    <a:pt x="411" y="122"/>
                  </a:lnTo>
                  <a:lnTo>
                    <a:pt x="419" y="144"/>
                  </a:lnTo>
                  <a:lnTo>
                    <a:pt x="427" y="166"/>
                  </a:lnTo>
                  <a:lnTo>
                    <a:pt x="431" y="189"/>
                  </a:lnTo>
                  <a:lnTo>
                    <a:pt x="431" y="189"/>
                  </a:lnTo>
                  <a:lnTo>
                    <a:pt x="433" y="205"/>
                  </a:lnTo>
                  <a:lnTo>
                    <a:pt x="433" y="205"/>
                  </a:lnTo>
                  <a:lnTo>
                    <a:pt x="433" y="233"/>
                  </a:lnTo>
                  <a:lnTo>
                    <a:pt x="433" y="233"/>
                  </a:lnTo>
                  <a:lnTo>
                    <a:pt x="431" y="249"/>
                  </a:lnTo>
                  <a:lnTo>
                    <a:pt x="431" y="249"/>
                  </a:lnTo>
                  <a:lnTo>
                    <a:pt x="427" y="267"/>
                  </a:lnTo>
                  <a:lnTo>
                    <a:pt x="423" y="285"/>
                  </a:lnTo>
                  <a:lnTo>
                    <a:pt x="417" y="301"/>
                  </a:lnTo>
                  <a:lnTo>
                    <a:pt x="409" y="317"/>
                  </a:lnTo>
                  <a:lnTo>
                    <a:pt x="409" y="317"/>
                  </a:lnTo>
                  <a:lnTo>
                    <a:pt x="396" y="341"/>
                  </a:lnTo>
                  <a:lnTo>
                    <a:pt x="380" y="361"/>
                  </a:lnTo>
                  <a:lnTo>
                    <a:pt x="362" y="379"/>
                  </a:lnTo>
                  <a:lnTo>
                    <a:pt x="342" y="395"/>
                  </a:lnTo>
                  <a:lnTo>
                    <a:pt x="342" y="395"/>
                  </a:lnTo>
                  <a:lnTo>
                    <a:pt x="320" y="409"/>
                  </a:lnTo>
                  <a:lnTo>
                    <a:pt x="296" y="421"/>
                  </a:lnTo>
                  <a:lnTo>
                    <a:pt x="272" y="429"/>
                  </a:lnTo>
                  <a:lnTo>
                    <a:pt x="246" y="435"/>
                  </a:lnTo>
                  <a:lnTo>
                    <a:pt x="246" y="435"/>
                  </a:lnTo>
                  <a:lnTo>
                    <a:pt x="230" y="437"/>
                  </a:lnTo>
                  <a:lnTo>
                    <a:pt x="230" y="437"/>
                  </a:lnTo>
                  <a:lnTo>
                    <a:pt x="204" y="437"/>
                  </a:lnTo>
                  <a:lnTo>
                    <a:pt x="204" y="437"/>
                  </a:lnTo>
                  <a:lnTo>
                    <a:pt x="188" y="435"/>
                  </a:lnTo>
                  <a:lnTo>
                    <a:pt x="188" y="435"/>
                  </a:lnTo>
                  <a:lnTo>
                    <a:pt x="170" y="431"/>
                  </a:lnTo>
                  <a:lnTo>
                    <a:pt x="152" y="427"/>
                  </a:lnTo>
                  <a:lnTo>
                    <a:pt x="134" y="421"/>
                  </a:lnTo>
                  <a:lnTo>
                    <a:pt x="118" y="413"/>
                  </a:lnTo>
                  <a:lnTo>
                    <a:pt x="118" y="413"/>
                  </a:lnTo>
                  <a:lnTo>
                    <a:pt x="96" y="399"/>
                  </a:lnTo>
                  <a:lnTo>
                    <a:pt x="74" y="383"/>
                  </a:lnTo>
                  <a:lnTo>
                    <a:pt x="56" y="365"/>
                  </a:lnTo>
                  <a:lnTo>
                    <a:pt x="40" y="345"/>
                  </a:lnTo>
                  <a:lnTo>
                    <a:pt x="40" y="345"/>
                  </a:lnTo>
                  <a:lnTo>
                    <a:pt x="26" y="323"/>
                  </a:lnTo>
                  <a:lnTo>
                    <a:pt x="14" y="299"/>
                  </a:lnTo>
                  <a:lnTo>
                    <a:pt x="6" y="273"/>
                  </a:lnTo>
                  <a:lnTo>
                    <a:pt x="2" y="247"/>
                  </a:lnTo>
                  <a:lnTo>
                    <a:pt x="2" y="247"/>
                  </a:lnTo>
                  <a:lnTo>
                    <a:pt x="0" y="233"/>
                  </a:lnTo>
                  <a:lnTo>
                    <a:pt x="0" y="233"/>
                  </a:lnTo>
                  <a:close/>
                </a:path>
              </a:pathLst>
            </a:custGeom>
            <a:solidFill>
              <a:srgbClr val="F68B1F"/>
            </a:soli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IN" sz="1350" dirty="0"/>
            </a:p>
          </p:txBody>
        </p:sp>
        <p:sp>
          <p:nvSpPr>
            <p:cNvPr id="10" name="Freeform 12"/>
            <p:cNvSpPr/>
            <p:nvPr/>
          </p:nvSpPr>
          <p:spPr bwMode="auto">
            <a:xfrm>
              <a:off x="2922588" y="4389438"/>
              <a:ext cx="190500" cy="252413"/>
            </a:xfrm>
            <a:custGeom>
              <a:avLst/>
              <a:gdLst>
                <a:gd name="T0" fmla="*/ 0 w 120"/>
                <a:gd name="T1" fmla="*/ 159 h 159"/>
                <a:gd name="T2" fmla="*/ 0 w 120"/>
                <a:gd name="T3" fmla="*/ 159 h 159"/>
                <a:gd name="T4" fmla="*/ 0 w 120"/>
                <a:gd name="T5" fmla="*/ 0 h 159"/>
                <a:gd name="T6" fmla="*/ 0 w 120"/>
                <a:gd name="T7" fmla="*/ 0 h 159"/>
                <a:gd name="T8" fmla="*/ 120 w 120"/>
                <a:gd name="T9" fmla="*/ 81 h 159"/>
                <a:gd name="T10" fmla="*/ 120 w 120"/>
                <a:gd name="T11" fmla="*/ 81 h 159"/>
                <a:gd name="T12" fmla="*/ 0 w 120"/>
                <a:gd name="T13" fmla="*/ 159 h 159"/>
                <a:gd name="T14" fmla="*/ 0 w 120"/>
                <a:gd name="T15" fmla="*/ 159 h 15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0" h="159">
                  <a:moveTo>
                    <a:pt x="0" y="159"/>
                  </a:moveTo>
                  <a:lnTo>
                    <a:pt x="0" y="159"/>
                  </a:lnTo>
                  <a:lnTo>
                    <a:pt x="0" y="0"/>
                  </a:lnTo>
                  <a:lnTo>
                    <a:pt x="0" y="0"/>
                  </a:lnTo>
                  <a:lnTo>
                    <a:pt x="120" y="81"/>
                  </a:lnTo>
                  <a:lnTo>
                    <a:pt x="120" y="81"/>
                  </a:lnTo>
                  <a:lnTo>
                    <a:pt x="0" y="159"/>
                  </a:lnTo>
                  <a:lnTo>
                    <a:pt x="0" y="159"/>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IN" sz="1350"/>
            </a:p>
          </p:txBody>
        </p:sp>
      </p:grpSp>
      <p:sp>
        <p:nvSpPr>
          <p:cNvPr id="11" name="Freeform 13"/>
          <p:cNvSpPr/>
          <p:nvPr userDrawn="1"/>
        </p:nvSpPr>
        <p:spPr bwMode="auto">
          <a:xfrm>
            <a:off x="5581650" y="4354513"/>
            <a:ext cx="160338" cy="217487"/>
          </a:xfrm>
          <a:custGeom>
            <a:avLst/>
            <a:gdLst>
              <a:gd name="T0" fmla="*/ 0 w 278"/>
              <a:gd name="T1" fmla="*/ 281 h 281"/>
              <a:gd name="T2" fmla="*/ 0 w 278"/>
              <a:gd name="T3" fmla="*/ 8 h 281"/>
              <a:gd name="T4" fmla="*/ 4 w 278"/>
              <a:gd name="T5" fmla="*/ 6 h 281"/>
              <a:gd name="T6" fmla="*/ 88 w 278"/>
              <a:gd name="T7" fmla="*/ 6 h 281"/>
              <a:gd name="T8" fmla="*/ 92 w 278"/>
              <a:gd name="T9" fmla="*/ 12 h 281"/>
              <a:gd name="T10" fmla="*/ 92 w 278"/>
              <a:gd name="T11" fmla="*/ 46 h 281"/>
              <a:gd name="T12" fmla="*/ 100 w 278"/>
              <a:gd name="T13" fmla="*/ 34 h 281"/>
              <a:gd name="T14" fmla="*/ 112 w 278"/>
              <a:gd name="T15" fmla="*/ 20 h 281"/>
              <a:gd name="T16" fmla="*/ 142 w 278"/>
              <a:gd name="T17" fmla="*/ 4 h 281"/>
              <a:gd name="T18" fmla="*/ 160 w 278"/>
              <a:gd name="T19" fmla="*/ 2 h 281"/>
              <a:gd name="T20" fmla="*/ 192 w 278"/>
              <a:gd name="T21" fmla="*/ 2 h 281"/>
              <a:gd name="T22" fmla="*/ 222 w 278"/>
              <a:gd name="T23" fmla="*/ 12 h 281"/>
              <a:gd name="T24" fmla="*/ 234 w 278"/>
              <a:gd name="T25" fmla="*/ 18 h 281"/>
              <a:gd name="T26" fmla="*/ 254 w 278"/>
              <a:gd name="T27" fmla="*/ 38 h 281"/>
              <a:gd name="T28" fmla="*/ 262 w 278"/>
              <a:gd name="T29" fmla="*/ 50 h 281"/>
              <a:gd name="T30" fmla="*/ 274 w 278"/>
              <a:gd name="T31" fmla="*/ 84 h 281"/>
              <a:gd name="T32" fmla="*/ 278 w 278"/>
              <a:gd name="T33" fmla="*/ 123 h 281"/>
              <a:gd name="T34" fmla="*/ 278 w 278"/>
              <a:gd name="T35" fmla="*/ 279 h 281"/>
              <a:gd name="T36" fmla="*/ 278 w 278"/>
              <a:gd name="T37" fmla="*/ 281 h 281"/>
              <a:gd name="T38" fmla="*/ 186 w 278"/>
              <a:gd name="T39" fmla="*/ 281 h 281"/>
              <a:gd name="T40" fmla="*/ 186 w 278"/>
              <a:gd name="T41" fmla="*/ 277 h 281"/>
              <a:gd name="T42" fmla="*/ 186 w 278"/>
              <a:gd name="T43" fmla="*/ 137 h 281"/>
              <a:gd name="T44" fmla="*/ 186 w 278"/>
              <a:gd name="T45" fmla="*/ 119 h 281"/>
              <a:gd name="T46" fmla="*/ 182 w 278"/>
              <a:gd name="T47" fmla="*/ 101 h 281"/>
              <a:gd name="T48" fmla="*/ 164 w 278"/>
              <a:gd name="T49" fmla="*/ 78 h 281"/>
              <a:gd name="T50" fmla="*/ 138 w 278"/>
              <a:gd name="T51" fmla="*/ 72 h 281"/>
              <a:gd name="T52" fmla="*/ 122 w 278"/>
              <a:gd name="T53" fmla="*/ 76 h 281"/>
              <a:gd name="T54" fmla="*/ 100 w 278"/>
              <a:gd name="T55" fmla="*/ 94 h 281"/>
              <a:gd name="T56" fmla="*/ 94 w 278"/>
              <a:gd name="T57" fmla="*/ 109 h 281"/>
              <a:gd name="T58" fmla="*/ 92 w 278"/>
              <a:gd name="T59" fmla="*/ 131 h 281"/>
              <a:gd name="T60" fmla="*/ 92 w 278"/>
              <a:gd name="T61" fmla="*/ 277 h 281"/>
              <a:gd name="T62" fmla="*/ 90 w 278"/>
              <a:gd name="T63" fmla="*/ 281 h 281"/>
              <a:gd name="T64" fmla="*/ 88 w 278"/>
              <a:gd name="T65" fmla="*/ 281 h 281"/>
              <a:gd name="T66" fmla="*/ 6 w 278"/>
              <a:gd name="T67" fmla="*/ 281 h 281"/>
              <a:gd name="T68" fmla="*/ 0 w 278"/>
              <a:gd name="T69" fmla="*/ 281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78" h="281">
                <a:moveTo>
                  <a:pt x="0" y="281"/>
                </a:moveTo>
                <a:lnTo>
                  <a:pt x="0" y="281"/>
                </a:lnTo>
                <a:lnTo>
                  <a:pt x="0" y="8"/>
                </a:lnTo>
                <a:lnTo>
                  <a:pt x="0" y="8"/>
                </a:lnTo>
                <a:lnTo>
                  <a:pt x="4" y="6"/>
                </a:lnTo>
                <a:lnTo>
                  <a:pt x="4" y="6"/>
                </a:lnTo>
                <a:lnTo>
                  <a:pt x="88" y="6"/>
                </a:lnTo>
                <a:lnTo>
                  <a:pt x="88" y="6"/>
                </a:lnTo>
                <a:lnTo>
                  <a:pt x="90" y="8"/>
                </a:lnTo>
                <a:lnTo>
                  <a:pt x="92" y="12"/>
                </a:lnTo>
                <a:lnTo>
                  <a:pt x="92" y="12"/>
                </a:lnTo>
                <a:lnTo>
                  <a:pt x="92" y="46"/>
                </a:lnTo>
                <a:lnTo>
                  <a:pt x="92" y="46"/>
                </a:lnTo>
                <a:lnTo>
                  <a:pt x="100" y="34"/>
                </a:lnTo>
                <a:lnTo>
                  <a:pt x="100" y="34"/>
                </a:lnTo>
                <a:lnTo>
                  <a:pt x="112" y="20"/>
                </a:lnTo>
                <a:lnTo>
                  <a:pt x="126" y="12"/>
                </a:lnTo>
                <a:lnTo>
                  <a:pt x="142" y="4"/>
                </a:lnTo>
                <a:lnTo>
                  <a:pt x="160" y="2"/>
                </a:lnTo>
                <a:lnTo>
                  <a:pt x="160" y="2"/>
                </a:lnTo>
                <a:lnTo>
                  <a:pt x="176" y="0"/>
                </a:lnTo>
                <a:lnTo>
                  <a:pt x="192" y="2"/>
                </a:lnTo>
                <a:lnTo>
                  <a:pt x="206" y="6"/>
                </a:lnTo>
                <a:lnTo>
                  <a:pt x="222" y="12"/>
                </a:lnTo>
                <a:lnTo>
                  <a:pt x="222" y="12"/>
                </a:lnTo>
                <a:lnTo>
                  <a:pt x="234" y="18"/>
                </a:lnTo>
                <a:lnTo>
                  <a:pt x="244" y="28"/>
                </a:lnTo>
                <a:lnTo>
                  <a:pt x="254" y="38"/>
                </a:lnTo>
                <a:lnTo>
                  <a:pt x="262" y="50"/>
                </a:lnTo>
                <a:lnTo>
                  <a:pt x="262" y="50"/>
                </a:lnTo>
                <a:lnTo>
                  <a:pt x="270" y="66"/>
                </a:lnTo>
                <a:lnTo>
                  <a:pt x="274" y="84"/>
                </a:lnTo>
                <a:lnTo>
                  <a:pt x="276" y="105"/>
                </a:lnTo>
                <a:lnTo>
                  <a:pt x="278" y="123"/>
                </a:lnTo>
                <a:lnTo>
                  <a:pt x="278" y="123"/>
                </a:lnTo>
                <a:lnTo>
                  <a:pt x="278" y="279"/>
                </a:lnTo>
                <a:lnTo>
                  <a:pt x="278" y="279"/>
                </a:lnTo>
                <a:lnTo>
                  <a:pt x="278" y="281"/>
                </a:lnTo>
                <a:lnTo>
                  <a:pt x="278" y="281"/>
                </a:lnTo>
                <a:lnTo>
                  <a:pt x="186" y="281"/>
                </a:lnTo>
                <a:lnTo>
                  <a:pt x="186" y="281"/>
                </a:lnTo>
                <a:lnTo>
                  <a:pt x="186" y="277"/>
                </a:lnTo>
                <a:lnTo>
                  <a:pt x="186" y="277"/>
                </a:lnTo>
                <a:lnTo>
                  <a:pt x="186" y="137"/>
                </a:lnTo>
                <a:lnTo>
                  <a:pt x="186" y="137"/>
                </a:lnTo>
                <a:lnTo>
                  <a:pt x="186" y="119"/>
                </a:lnTo>
                <a:lnTo>
                  <a:pt x="182" y="101"/>
                </a:lnTo>
                <a:lnTo>
                  <a:pt x="182" y="101"/>
                </a:lnTo>
                <a:lnTo>
                  <a:pt x="174" y="88"/>
                </a:lnTo>
                <a:lnTo>
                  <a:pt x="164" y="78"/>
                </a:lnTo>
                <a:lnTo>
                  <a:pt x="152" y="74"/>
                </a:lnTo>
                <a:lnTo>
                  <a:pt x="138" y="72"/>
                </a:lnTo>
                <a:lnTo>
                  <a:pt x="138" y="72"/>
                </a:lnTo>
                <a:lnTo>
                  <a:pt x="122" y="76"/>
                </a:lnTo>
                <a:lnTo>
                  <a:pt x="110" y="84"/>
                </a:lnTo>
                <a:lnTo>
                  <a:pt x="100" y="94"/>
                </a:lnTo>
                <a:lnTo>
                  <a:pt x="94" y="109"/>
                </a:lnTo>
                <a:lnTo>
                  <a:pt x="94" y="109"/>
                </a:lnTo>
                <a:lnTo>
                  <a:pt x="92" y="119"/>
                </a:lnTo>
                <a:lnTo>
                  <a:pt x="92" y="131"/>
                </a:lnTo>
                <a:lnTo>
                  <a:pt x="92" y="131"/>
                </a:lnTo>
                <a:lnTo>
                  <a:pt x="92" y="277"/>
                </a:lnTo>
                <a:lnTo>
                  <a:pt x="92" y="277"/>
                </a:lnTo>
                <a:lnTo>
                  <a:pt x="90" y="281"/>
                </a:lnTo>
                <a:lnTo>
                  <a:pt x="88" y="281"/>
                </a:lnTo>
                <a:lnTo>
                  <a:pt x="88" y="281"/>
                </a:lnTo>
                <a:lnTo>
                  <a:pt x="6" y="281"/>
                </a:lnTo>
                <a:lnTo>
                  <a:pt x="6" y="281"/>
                </a:lnTo>
                <a:lnTo>
                  <a:pt x="0" y="281"/>
                </a:lnTo>
                <a:lnTo>
                  <a:pt x="0" y="281"/>
                </a:lnTo>
                <a:close/>
              </a:path>
            </a:pathLst>
          </a:custGeom>
          <a:solidFill>
            <a:srgbClr val="F68B1F"/>
          </a:solidFill>
          <a:ln>
            <a:noFill/>
          </a:ln>
        </p:spPr>
        <p:txBody>
          <a:bodyPr lIns="51435" tIns="25718" rIns="51435" bIns="25718"/>
          <a:lstStyle/>
          <a:p>
            <a:pPr>
              <a:defRPr/>
            </a:pPr>
            <a:endParaRPr lang="en-IN" sz="1350"/>
          </a:p>
        </p:txBody>
      </p:sp>
      <p:sp>
        <p:nvSpPr>
          <p:cNvPr id="12" name="Freeform 10"/>
          <p:cNvSpPr/>
          <p:nvPr userDrawn="1"/>
        </p:nvSpPr>
        <p:spPr bwMode="auto">
          <a:xfrm>
            <a:off x="5500688" y="4359275"/>
            <a:ext cx="52387" cy="212725"/>
          </a:xfrm>
          <a:custGeom>
            <a:avLst/>
            <a:gdLst>
              <a:gd name="T0" fmla="*/ 89 w 89"/>
              <a:gd name="T1" fmla="*/ 275 h 275"/>
              <a:gd name="T2" fmla="*/ 89 w 89"/>
              <a:gd name="T3" fmla="*/ 275 h 275"/>
              <a:gd name="T4" fmla="*/ 85 w 89"/>
              <a:gd name="T5" fmla="*/ 275 h 275"/>
              <a:gd name="T6" fmla="*/ 85 w 89"/>
              <a:gd name="T7" fmla="*/ 275 h 275"/>
              <a:gd name="T8" fmla="*/ 4 w 89"/>
              <a:gd name="T9" fmla="*/ 275 h 275"/>
              <a:gd name="T10" fmla="*/ 4 w 89"/>
              <a:gd name="T11" fmla="*/ 275 h 275"/>
              <a:gd name="T12" fmla="*/ 0 w 89"/>
              <a:gd name="T13" fmla="*/ 275 h 275"/>
              <a:gd name="T14" fmla="*/ 0 w 89"/>
              <a:gd name="T15" fmla="*/ 271 h 275"/>
              <a:gd name="T16" fmla="*/ 0 w 89"/>
              <a:gd name="T17" fmla="*/ 271 h 275"/>
              <a:gd name="T18" fmla="*/ 0 w 89"/>
              <a:gd name="T19" fmla="*/ 4 h 275"/>
              <a:gd name="T20" fmla="*/ 0 w 89"/>
              <a:gd name="T21" fmla="*/ 4 h 275"/>
              <a:gd name="T22" fmla="*/ 0 w 89"/>
              <a:gd name="T23" fmla="*/ 2 h 275"/>
              <a:gd name="T24" fmla="*/ 4 w 89"/>
              <a:gd name="T25" fmla="*/ 0 h 275"/>
              <a:gd name="T26" fmla="*/ 4 w 89"/>
              <a:gd name="T27" fmla="*/ 0 h 275"/>
              <a:gd name="T28" fmla="*/ 85 w 89"/>
              <a:gd name="T29" fmla="*/ 0 h 275"/>
              <a:gd name="T30" fmla="*/ 85 w 89"/>
              <a:gd name="T31" fmla="*/ 0 h 275"/>
              <a:gd name="T32" fmla="*/ 89 w 89"/>
              <a:gd name="T33" fmla="*/ 2 h 275"/>
              <a:gd name="T34" fmla="*/ 89 w 89"/>
              <a:gd name="T35" fmla="*/ 2 h 275"/>
              <a:gd name="T36" fmla="*/ 89 w 89"/>
              <a:gd name="T37" fmla="*/ 275 h 275"/>
              <a:gd name="T38" fmla="*/ 89 w 89"/>
              <a:gd name="T39" fmla="*/ 275 h 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9" h="275">
                <a:moveTo>
                  <a:pt x="89" y="275"/>
                </a:moveTo>
                <a:lnTo>
                  <a:pt x="89" y="275"/>
                </a:lnTo>
                <a:lnTo>
                  <a:pt x="85" y="275"/>
                </a:lnTo>
                <a:lnTo>
                  <a:pt x="85" y="275"/>
                </a:lnTo>
                <a:lnTo>
                  <a:pt x="4" y="275"/>
                </a:lnTo>
                <a:lnTo>
                  <a:pt x="4" y="275"/>
                </a:lnTo>
                <a:lnTo>
                  <a:pt x="0" y="275"/>
                </a:lnTo>
                <a:lnTo>
                  <a:pt x="0" y="271"/>
                </a:lnTo>
                <a:lnTo>
                  <a:pt x="0" y="271"/>
                </a:lnTo>
                <a:lnTo>
                  <a:pt x="0" y="4"/>
                </a:lnTo>
                <a:lnTo>
                  <a:pt x="0" y="4"/>
                </a:lnTo>
                <a:lnTo>
                  <a:pt x="0" y="2"/>
                </a:lnTo>
                <a:lnTo>
                  <a:pt x="4" y="0"/>
                </a:lnTo>
                <a:lnTo>
                  <a:pt x="4" y="0"/>
                </a:lnTo>
                <a:lnTo>
                  <a:pt x="85" y="0"/>
                </a:lnTo>
                <a:lnTo>
                  <a:pt x="85" y="0"/>
                </a:lnTo>
                <a:lnTo>
                  <a:pt x="89" y="2"/>
                </a:lnTo>
                <a:lnTo>
                  <a:pt x="89" y="2"/>
                </a:lnTo>
                <a:lnTo>
                  <a:pt x="89" y="275"/>
                </a:lnTo>
                <a:lnTo>
                  <a:pt x="89" y="275"/>
                </a:lnTo>
                <a:close/>
              </a:path>
            </a:pathLst>
          </a:custGeom>
          <a:solidFill>
            <a:srgbClr val="F68B1F"/>
          </a:solidFill>
          <a:ln>
            <a:noFill/>
          </a:ln>
        </p:spPr>
        <p:txBody>
          <a:bodyPr lIns="51435" tIns="25718" rIns="51435" bIns="25718"/>
          <a:lstStyle/>
          <a:p>
            <a:pPr>
              <a:defRPr/>
            </a:pPr>
            <a:endParaRPr lang="en-IN" sz="1350"/>
          </a:p>
        </p:txBody>
      </p:sp>
      <p:sp>
        <p:nvSpPr>
          <p:cNvPr id="13" name="Freeform 11"/>
          <p:cNvSpPr/>
          <p:nvPr userDrawn="1"/>
        </p:nvSpPr>
        <p:spPr bwMode="auto">
          <a:xfrm>
            <a:off x="5497513" y="4257675"/>
            <a:ext cx="58737" cy="73025"/>
          </a:xfrm>
          <a:custGeom>
            <a:avLst/>
            <a:gdLst>
              <a:gd name="T0" fmla="*/ 49 w 101"/>
              <a:gd name="T1" fmla="*/ 94 h 94"/>
              <a:gd name="T2" fmla="*/ 49 w 101"/>
              <a:gd name="T3" fmla="*/ 94 h 94"/>
              <a:gd name="T4" fmla="*/ 38 w 101"/>
              <a:gd name="T5" fmla="*/ 92 h 94"/>
              <a:gd name="T6" fmla="*/ 26 w 101"/>
              <a:gd name="T7" fmla="*/ 88 h 94"/>
              <a:gd name="T8" fmla="*/ 16 w 101"/>
              <a:gd name="T9" fmla="*/ 82 h 94"/>
              <a:gd name="T10" fmla="*/ 8 w 101"/>
              <a:gd name="T11" fmla="*/ 72 h 94"/>
              <a:gd name="T12" fmla="*/ 8 w 101"/>
              <a:gd name="T13" fmla="*/ 72 h 94"/>
              <a:gd name="T14" fmla="*/ 4 w 101"/>
              <a:gd name="T15" fmla="*/ 62 h 94"/>
              <a:gd name="T16" fmla="*/ 0 w 101"/>
              <a:gd name="T17" fmla="*/ 52 h 94"/>
              <a:gd name="T18" fmla="*/ 0 w 101"/>
              <a:gd name="T19" fmla="*/ 42 h 94"/>
              <a:gd name="T20" fmla="*/ 2 w 101"/>
              <a:gd name="T21" fmla="*/ 32 h 94"/>
              <a:gd name="T22" fmla="*/ 6 w 101"/>
              <a:gd name="T23" fmla="*/ 22 h 94"/>
              <a:gd name="T24" fmla="*/ 14 w 101"/>
              <a:gd name="T25" fmla="*/ 14 h 94"/>
              <a:gd name="T26" fmla="*/ 22 w 101"/>
              <a:gd name="T27" fmla="*/ 6 h 94"/>
              <a:gd name="T28" fmla="*/ 34 w 101"/>
              <a:gd name="T29" fmla="*/ 2 h 94"/>
              <a:gd name="T30" fmla="*/ 34 w 101"/>
              <a:gd name="T31" fmla="*/ 2 h 94"/>
              <a:gd name="T32" fmla="*/ 45 w 101"/>
              <a:gd name="T33" fmla="*/ 0 h 94"/>
              <a:gd name="T34" fmla="*/ 59 w 101"/>
              <a:gd name="T35" fmla="*/ 0 h 94"/>
              <a:gd name="T36" fmla="*/ 71 w 101"/>
              <a:gd name="T37" fmla="*/ 2 h 94"/>
              <a:gd name="T38" fmla="*/ 83 w 101"/>
              <a:gd name="T39" fmla="*/ 8 h 94"/>
              <a:gd name="T40" fmla="*/ 83 w 101"/>
              <a:gd name="T41" fmla="*/ 8 h 94"/>
              <a:gd name="T42" fmla="*/ 91 w 101"/>
              <a:gd name="T43" fmla="*/ 18 h 94"/>
              <a:gd name="T44" fmla="*/ 99 w 101"/>
              <a:gd name="T45" fmla="*/ 28 h 94"/>
              <a:gd name="T46" fmla="*/ 101 w 101"/>
              <a:gd name="T47" fmla="*/ 40 h 94"/>
              <a:gd name="T48" fmla="*/ 101 w 101"/>
              <a:gd name="T49" fmla="*/ 54 h 94"/>
              <a:gd name="T50" fmla="*/ 101 w 101"/>
              <a:gd name="T51" fmla="*/ 54 h 94"/>
              <a:gd name="T52" fmla="*/ 97 w 101"/>
              <a:gd name="T53" fmla="*/ 66 h 94"/>
              <a:gd name="T54" fmla="*/ 91 w 101"/>
              <a:gd name="T55" fmla="*/ 76 h 94"/>
              <a:gd name="T56" fmla="*/ 83 w 101"/>
              <a:gd name="T57" fmla="*/ 84 h 94"/>
              <a:gd name="T58" fmla="*/ 71 w 101"/>
              <a:gd name="T59" fmla="*/ 90 h 94"/>
              <a:gd name="T60" fmla="*/ 71 w 101"/>
              <a:gd name="T61" fmla="*/ 90 h 94"/>
              <a:gd name="T62" fmla="*/ 61 w 101"/>
              <a:gd name="T63" fmla="*/ 92 h 94"/>
              <a:gd name="T64" fmla="*/ 51 w 101"/>
              <a:gd name="T65" fmla="*/ 94 h 94"/>
              <a:gd name="T66" fmla="*/ 51 w 101"/>
              <a:gd name="T67" fmla="*/ 94 h 94"/>
              <a:gd name="T68" fmla="*/ 49 w 101"/>
              <a:gd name="T69" fmla="*/ 94 h 94"/>
              <a:gd name="T70" fmla="*/ 49 w 101"/>
              <a:gd name="T71" fmla="*/ 94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01" h="94">
                <a:moveTo>
                  <a:pt x="49" y="94"/>
                </a:moveTo>
                <a:lnTo>
                  <a:pt x="49" y="94"/>
                </a:lnTo>
                <a:lnTo>
                  <a:pt x="38" y="92"/>
                </a:lnTo>
                <a:lnTo>
                  <a:pt x="26" y="88"/>
                </a:lnTo>
                <a:lnTo>
                  <a:pt x="16" y="82"/>
                </a:lnTo>
                <a:lnTo>
                  <a:pt x="8" y="72"/>
                </a:lnTo>
                <a:lnTo>
                  <a:pt x="8" y="72"/>
                </a:lnTo>
                <a:lnTo>
                  <a:pt x="4" y="62"/>
                </a:lnTo>
                <a:lnTo>
                  <a:pt x="0" y="52"/>
                </a:lnTo>
                <a:lnTo>
                  <a:pt x="0" y="42"/>
                </a:lnTo>
                <a:lnTo>
                  <a:pt x="2" y="32"/>
                </a:lnTo>
                <a:lnTo>
                  <a:pt x="6" y="22"/>
                </a:lnTo>
                <a:lnTo>
                  <a:pt x="14" y="14"/>
                </a:lnTo>
                <a:lnTo>
                  <a:pt x="22" y="6"/>
                </a:lnTo>
                <a:lnTo>
                  <a:pt x="34" y="2"/>
                </a:lnTo>
                <a:lnTo>
                  <a:pt x="34" y="2"/>
                </a:lnTo>
                <a:lnTo>
                  <a:pt x="45" y="0"/>
                </a:lnTo>
                <a:lnTo>
                  <a:pt x="59" y="0"/>
                </a:lnTo>
                <a:lnTo>
                  <a:pt x="71" y="2"/>
                </a:lnTo>
                <a:lnTo>
                  <a:pt x="83" y="8"/>
                </a:lnTo>
                <a:lnTo>
                  <a:pt x="83" y="8"/>
                </a:lnTo>
                <a:lnTo>
                  <a:pt x="91" y="18"/>
                </a:lnTo>
                <a:lnTo>
                  <a:pt x="99" y="28"/>
                </a:lnTo>
                <a:lnTo>
                  <a:pt x="101" y="40"/>
                </a:lnTo>
                <a:lnTo>
                  <a:pt x="101" y="54"/>
                </a:lnTo>
                <a:lnTo>
                  <a:pt x="101" y="54"/>
                </a:lnTo>
                <a:lnTo>
                  <a:pt x="97" y="66"/>
                </a:lnTo>
                <a:lnTo>
                  <a:pt x="91" y="76"/>
                </a:lnTo>
                <a:lnTo>
                  <a:pt x="83" y="84"/>
                </a:lnTo>
                <a:lnTo>
                  <a:pt x="71" y="90"/>
                </a:lnTo>
                <a:lnTo>
                  <a:pt x="71" y="90"/>
                </a:lnTo>
                <a:lnTo>
                  <a:pt x="61" y="92"/>
                </a:lnTo>
                <a:lnTo>
                  <a:pt x="51" y="94"/>
                </a:lnTo>
                <a:lnTo>
                  <a:pt x="51" y="94"/>
                </a:lnTo>
                <a:lnTo>
                  <a:pt x="49" y="94"/>
                </a:lnTo>
                <a:lnTo>
                  <a:pt x="49" y="94"/>
                </a:lnTo>
                <a:close/>
              </a:path>
            </a:pathLst>
          </a:custGeom>
          <a:solidFill>
            <a:srgbClr val="F68B1F"/>
          </a:solidFill>
          <a:ln>
            <a:noFill/>
          </a:ln>
        </p:spPr>
        <p:txBody>
          <a:bodyPr lIns="51435" tIns="25718" rIns="51435" bIns="25718"/>
          <a:lstStyle/>
          <a:p>
            <a:pPr>
              <a:defRPr/>
            </a:pPr>
            <a:endParaRPr lang="en-IN" sz="1350"/>
          </a:p>
        </p:txBody>
      </p:sp>
      <p:sp>
        <p:nvSpPr>
          <p:cNvPr id="14" name="Freeform 12">
            <a:hlinkClick r:id="rId6"/>
          </p:cNvPr>
          <p:cNvSpPr/>
          <p:nvPr userDrawn="1"/>
        </p:nvSpPr>
        <p:spPr bwMode="auto">
          <a:xfrm>
            <a:off x="5903913" y="4271963"/>
            <a:ext cx="114300" cy="330200"/>
          </a:xfrm>
          <a:custGeom>
            <a:avLst/>
            <a:gdLst>
              <a:gd name="T0" fmla="*/ 92 w 140"/>
              <a:gd name="T1" fmla="*/ 152 h 305"/>
              <a:gd name="T2" fmla="*/ 92 w 140"/>
              <a:gd name="T3" fmla="*/ 152 h 305"/>
              <a:gd name="T4" fmla="*/ 92 w 140"/>
              <a:gd name="T5" fmla="*/ 305 h 305"/>
              <a:gd name="T6" fmla="*/ 92 w 140"/>
              <a:gd name="T7" fmla="*/ 305 h 305"/>
              <a:gd name="T8" fmla="*/ 30 w 140"/>
              <a:gd name="T9" fmla="*/ 305 h 305"/>
              <a:gd name="T10" fmla="*/ 30 w 140"/>
              <a:gd name="T11" fmla="*/ 305 h 305"/>
              <a:gd name="T12" fmla="*/ 30 w 140"/>
              <a:gd name="T13" fmla="*/ 152 h 305"/>
              <a:gd name="T14" fmla="*/ 30 w 140"/>
              <a:gd name="T15" fmla="*/ 152 h 305"/>
              <a:gd name="T16" fmla="*/ 0 w 140"/>
              <a:gd name="T17" fmla="*/ 152 h 305"/>
              <a:gd name="T18" fmla="*/ 0 w 140"/>
              <a:gd name="T19" fmla="*/ 152 h 305"/>
              <a:gd name="T20" fmla="*/ 0 w 140"/>
              <a:gd name="T21" fmla="*/ 98 h 305"/>
              <a:gd name="T22" fmla="*/ 0 w 140"/>
              <a:gd name="T23" fmla="*/ 98 h 305"/>
              <a:gd name="T24" fmla="*/ 30 w 140"/>
              <a:gd name="T25" fmla="*/ 98 h 305"/>
              <a:gd name="T26" fmla="*/ 30 w 140"/>
              <a:gd name="T27" fmla="*/ 98 h 305"/>
              <a:gd name="T28" fmla="*/ 30 w 140"/>
              <a:gd name="T29" fmla="*/ 94 h 305"/>
              <a:gd name="T30" fmla="*/ 30 w 140"/>
              <a:gd name="T31" fmla="*/ 94 h 305"/>
              <a:gd name="T32" fmla="*/ 30 w 140"/>
              <a:gd name="T33" fmla="*/ 56 h 305"/>
              <a:gd name="T34" fmla="*/ 30 w 140"/>
              <a:gd name="T35" fmla="*/ 56 h 305"/>
              <a:gd name="T36" fmla="*/ 32 w 140"/>
              <a:gd name="T37" fmla="*/ 42 h 305"/>
              <a:gd name="T38" fmla="*/ 38 w 140"/>
              <a:gd name="T39" fmla="*/ 30 h 305"/>
              <a:gd name="T40" fmla="*/ 46 w 140"/>
              <a:gd name="T41" fmla="*/ 18 h 305"/>
              <a:gd name="T42" fmla="*/ 58 w 140"/>
              <a:gd name="T43" fmla="*/ 8 h 305"/>
              <a:gd name="T44" fmla="*/ 58 w 140"/>
              <a:gd name="T45" fmla="*/ 8 h 305"/>
              <a:gd name="T46" fmla="*/ 74 w 140"/>
              <a:gd name="T47" fmla="*/ 2 h 305"/>
              <a:gd name="T48" fmla="*/ 90 w 140"/>
              <a:gd name="T49" fmla="*/ 0 h 305"/>
              <a:gd name="T50" fmla="*/ 90 w 140"/>
              <a:gd name="T51" fmla="*/ 0 h 305"/>
              <a:gd name="T52" fmla="*/ 138 w 140"/>
              <a:gd name="T53" fmla="*/ 0 h 305"/>
              <a:gd name="T54" fmla="*/ 138 w 140"/>
              <a:gd name="T55" fmla="*/ 0 h 305"/>
              <a:gd name="T56" fmla="*/ 140 w 140"/>
              <a:gd name="T57" fmla="*/ 0 h 305"/>
              <a:gd name="T58" fmla="*/ 140 w 140"/>
              <a:gd name="T59" fmla="*/ 0 h 305"/>
              <a:gd name="T60" fmla="*/ 140 w 140"/>
              <a:gd name="T61" fmla="*/ 52 h 305"/>
              <a:gd name="T62" fmla="*/ 140 w 140"/>
              <a:gd name="T63" fmla="*/ 52 h 305"/>
              <a:gd name="T64" fmla="*/ 132 w 140"/>
              <a:gd name="T65" fmla="*/ 52 h 305"/>
              <a:gd name="T66" fmla="*/ 132 w 140"/>
              <a:gd name="T67" fmla="*/ 52 h 305"/>
              <a:gd name="T68" fmla="*/ 106 w 140"/>
              <a:gd name="T69" fmla="*/ 52 h 305"/>
              <a:gd name="T70" fmla="*/ 106 w 140"/>
              <a:gd name="T71" fmla="*/ 52 h 305"/>
              <a:gd name="T72" fmla="*/ 102 w 140"/>
              <a:gd name="T73" fmla="*/ 54 h 305"/>
              <a:gd name="T74" fmla="*/ 96 w 140"/>
              <a:gd name="T75" fmla="*/ 56 h 305"/>
              <a:gd name="T76" fmla="*/ 94 w 140"/>
              <a:gd name="T77" fmla="*/ 60 h 305"/>
              <a:gd name="T78" fmla="*/ 92 w 140"/>
              <a:gd name="T79" fmla="*/ 64 h 305"/>
              <a:gd name="T80" fmla="*/ 92 w 140"/>
              <a:gd name="T81" fmla="*/ 64 h 305"/>
              <a:gd name="T82" fmla="*/ 92 w 140"/>
              <a:gd name="T83" fmla="*/ 98 h 305"/>
              <a:gd name="T84" fmla="*/ 92 w 140"/>
              <a:gd name="T85" fmla="*/ 98 h 305"/>
              <a:gd name="T86" fmla="*/ 140 w 140"/>
              <a:gd name="T87" fmla="*/ 98 h 305"/>
              <a:gd name="T88" fmla="*/ 140 w 140"/>
              <a:gd name="T89" fmla="*/ 98 h 305"/>
              <a:gd name="T90" fmla="*/ 136 w 140"/>
              <a:gd name="T91" fmla="*/ 152 h 305"/>
              <a:gd name="T92" fmla="*/ 136 w 140"/>
              <a:gd name="T93" fmla="*/ 152 h 305"/>
              <a:gd name="T94" fmla="*/ 92 w 140"/>
              <a:gd name="T95" fmla="*/ 152 h 305"/>
              <a:gd name="T96" fmla="*/ 92 w 140"/>
              <a:gd name="T97" fmla="*/ 152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40" h="305">
                <a:moveTo>
                  <a:pt x="92" y="152"/>
                </a:moveTo>
                <a:lnTo>
                  <a:pt x="92" y="152"/>
                </a:lnTo>
                <a:lnTo>
                  <a:pt x="92" y="305"/>
                </a:lnTo>
                <a:lnTo>
                  <a:pt x="92" y="305"/>
                </a:lnTo>
                <a:lnTo>
                  <a:pt x="30" y="305"/>
                </a:lnTo>
                <a:lnTo>
                  <a:pt x="30" y="305"/>
                </a:lnTo>
                <a:lnTo>
                  <a:pt x="30" y="152"/>
                </a:lnTo>
                <a:lnTo>
                  <a:pt x="30" y="152"/>
                </a:lnTo>
                <a:lnTo>
                  <a:pt x="0" y="152"/>
                </a:lnTo>
                <a:lnTo>
                  <a:pt x="0" y="152"/>
                </a:lnTo>
                <a:lnTo>
                  <a:pt x="0" y="98"/>
                </a:lnTo>
                <a:lnTo>
                  <a:pt x="0" y="98"/>
                </a:lnTo>
                <a:lnTo>
                  <a:pt x="30" y="98"/>
                </a:lnTo>
                <a:lnTo>
                  <a:pt x="30" y="98"/>
                </a:lnTo>
                <a:lnTo>
                  <a:pt x="30" y="94"/>
                </a:lnTo>
                <a:lnTo>
                  <a:pt x="30" y="94"/>
                </a:lnTo>
                <a:lnTo>
                  <a:pt x="30" y="56"/>
                </a:lnTo>
                <a:lnTo>
                  <a:pt x="30" y="56"/>
                </a:lnTo>
                <a:lnTo>
                  <a:pt x="32" y="42"/>
                </a:lnTo>
                <a:lnTo>
                  <a:pt x="38" y="30"/>
                </a:lnTo>
                <a:lnTo>
                  <a:pt x="46" y="18"/>
                </a:lnTo>
                <a:lnTo>
                  <a:pt x="58" y="8"/>
                </a:lnTo>
                <a:lnTo>
                  <a:pt x="58" y="8"/>
                </a:lnTo>
                <a:lnTo>
                  <a:pt x="74" y="2"/>
                </a:lnTo>
                <a:lnTo>
                  <a:pt x="90" y="0"/>
                </a:lnTo>
                <a:lnTo>
                  <a:pt x="90" y="0"/>
                </a:lnTo>
                <a:lnTo>
                  <a:pt x="138" y="0"/>
                </a:lnTo>
                <a:lnTo>
                  <a:pt x="138" y="0"/>
                </a:lnTo>
                <a:lnTo>
                  <a:pt x="140" y="0"/>
                </a:lnTo>
                <a:lnTo>
                  <a:pt x="140" y="0"/>
                </a:lnTo>
                <a:lnTo>
                  <a:pt x="140" y="52"/>
                </a:lnTo>
                <a:lnTo>
                  <a:pt x="140" y="52"/>
                </a:lnTo>
                <a:lnTo>
                  <a:pt x="132" y="52"/>
                </a:lnTo>
                <a:lnTo>
                  <a:pt x="132" y="52"/>
                </a:lnTo>
                <a:lnTo>
                  <a:pt x="106" y="52"/>
                </a:lnTo>
                <a:lnTo>
                  <a:pt x="106" y="52"/>
                </a:lnTo>
                <a:lnTo>
                  <a:pt x="102" y="54"/>
                </a:lnTo>
                <a:lnTo>
                  <a:pt x="96" y="56"/>
                </a:lnTo>
                <a:lnTo>
                  <a:pt x="94" y="60"/>
                </a:lnTo>
                <a:lnTo>
                  <a:pt x="92" y="64"/>
                </a:lnTo>
                <a:lnTo>
                  <a:pt x="92" y="64"/>
                </a:lnTo>
                <a:lnTo>
                  <a:pt x="92" y="98"/>
                </a:lnTo>
                <a:lnTo>
                  <a:pt x="92" y="98"/>
                </a:lnTo>
                <a:lnTo>
                  <a:pt x="140" y="98"/>
                </a:lnTo>
                <a:lnTo>
                  <a:pt x="140" y="98"/>
                </a:lnTo>
                <a:lnTo>
                  <a:pt x="136" y="152"/>
                </a:lnTo>
                <a:lnTo>
                  <a:pt x="136" y="152"/>
                </a:lnTo>
                <a:lnTo>
                  <a:pt x="92" y="152"/>
                </a:lnTo>
                <a:lnTo>
                  <a:pt x="92" y="152"/>
                </a:lnTo>
                <a:close/>
              </a:path>
            </a:pathLst>
          </a:custGeom>
          <a:solidFill>
            <a:srgbClr val="F68B1F"/>
          </a:solidFill>
          <a:ln>
            <a:noFill/>
          </a:ln>
        </p:spPr>
        <p:txBody>
          <a:bodyPr lIns="51435" tIns="25718" rIns="51435" bIns="25718"/>
          <a:lstStyle/>
          <a:p>
            <a:pPr>
              <a:defRPr/>
            </a:pPr>
            <a:endParaRPr lang="en-IN" sz="1350"/>
          </a:p>
        </p:txBody>
      </p:sp>
      <p:sp>
        <p:nvSpPr>
          <p:cNvPr id="6" name="Title 1"/>
          <p:cNvSpPr>
            <a:spLocks noGrp="1"/>
          </p:cNvSpPr>
          <p:nvPr>
            <p:ph type="title"/>
          </p:nvPr>
        </p:nvSpPr>
        <p:spPr>
          <a:xfrm>
            <a:off x="5429250" y="2971800"/>
            <a:ext cx="3593306" cy="1257300"/>
          </a:xfrm>
        </p:spPr>
        <p:txBody>
          <a:bodyPr>
            <a:noAutofit/>
          </a:bodyPr>
          <a:lstStyle>
            <a:lvl1pPr algn="l">
              <a:defRPr sz="3040">
                <a:solidFill>
                  <a:srgbClr val="0056A4"/>
                </a:solidFill>
              </a:defRPr>
            </a:lvl1pPr>
          </a:lstStyle>
          <a:p>
            <a:r>
              <a:rPr lang="en-US"/>
              <a:t>Click to edit Master title style</a:t>
            </a:r>
            <a:endParaRPr lang="en-US" dirty="0"/>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_Presentation Title Slide">
    <p:spTree>
      <p:nvGrpSpPr>
        <p:cNvPr id="1" name=""/>
        <p:cNvGrpSpPr/>
        <p:nvPr/>
      </p:nvGrpSpPr>
      <p:grpSpPr>
        <a:xfrm>
          <a:off x="0" y="0"/>
          <a:ext cx="0" cy="0"/>
          <a:chOff x="0" y="0"/>
          <a:chExt cx="0" cy="0"/>
        </a:xfrm>
      </p:grpSpPr>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4" name="Rectangle 3"/>
          <p:cNvSpPr/>
          <p:nvPr/>
        </p:nvSpPr>
        <p:spPr>
          <a:xfrm>
            <a:off x="0" y="0"/>
            <a:ext cx="8772525" cy="14922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5" name="Rectangle 4"/>
          <p:cNvSpPr/>
          <p:nvPr/>
        </p:nvSpPr>
        <p:spPr>
          <a:xfrm>
            <a:off x="6829425" y="5365750"/>
            <a:ext cx="2314575" cy="14922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pic>
        <p:nvPicPr>
          <p:cNvPr id="6" name="Picture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1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43713" y="423863"/>
            <a:ext cx="2006600" cy="71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object 19"/>
          <p:cNvSpPr txBox="1"/>
          <p:nvPr/>
        </p:nvSpPr>
        <p:spPr>
          <a:xfrm>
            <a:off x="6500813" y="6253163"/>
            <a:ext cx="2282825" cy="111125"/>
          </a:xfrm>
          <a:prstGeom prst="rect">
            <a:avLst/>
          </a:prstGeom>
        </p:spPr>
        <p:txBody>
          <a:bodyPr lIns="0" tIns="7144" rIns="0" bIns="0">
            <a:spAutoFit/>
          </a:bodyPr>
          <a:lstStyle/>
          <a:p>
            <a:pPr marL="6985" algn="r">
              <a:spcBef>
                <a:spcPts val="55"/>
              </a:spcBef>
              <a:defRPr/>
            </a:pPr>
            <a:r>
              <a:rPr sz="675" dirty="0">
                <a:solidFill>
                  <a:schemeClr val="bg1">
                    <a:lumMod val="50000"/>
                  </a:schemeClr>
                </a:solidFill>
                <a:latin typeface="Arial" panose="020B0604020202020204" pitchFamily="34" charset="0"/>
                <a:cs typeface="Arial" panose="020B0604020202020204" pitchFamily="34" charset="0"/>
              </a:rPr>
              <a:t>© </a:t>
            </a:r>
            <a:r>
              <a:rPr sz="675" spc="-3" dirty="0">
                <a:solidFill>
                  <a:schemeClr val="bg1">
                    <a:lumMod val="50000"/>
                  </a:schemeClr>
                </a:solidFill>
                <a:latin typeface="Arial" panose="020B0604020202020204" pitchFamily="34" charset="0"/>
                <a:cs typeface="Arial" panose="020B0604020202020204" pitchFamily="34" charset="0"/>
              </a:rPr>
              <a:t>20</a:t>
            </a:r>
            <a:r>
              <a:rPr lang="en-US" sz="675" spc="-3" dirty="0">
                <a:solidFill>
                  <a:schemeClr val="bg1">
                    <a:lumMod val="50000"/>
                  </a:schemeClr>
                </a:solidFill>
                <a:latin typeface="Arial" panose="020B0604020202020204" pitchFamily="34" charset="0"/>
                <a:cs typeface="Arial" panose="020B0604020202020204" pitchFamily="34" charset="0"/>
              </a:rPr>
              <a:t>20</a:t>
            </a:r>
            <a:r>
              <a:rPr sz="675" spc="-3" dirty="0">
                <a:solidFill>
                  <a:schemeClr val="bg1">
                    <a:lumMod val="50000"/>
                  </a:schemeClr>
                </a:solidFill>
                <a:latin typeface="Arial" panose="020B0604020202020204" pitchFamily="34" charset="0"/>
                <a:cs typeface="Arial" panose="020B0604020202020204" pitchFamily="34" charset="0"/>
              </a:rPr>
              <a:t> </a:t>
            </a:r>
            <a:r>
              <a:rPr lang="en-US" sz="675" spc="-3" dirty="0">
                <a:solidFill>
                  <a:schemeClr val="bg1">
                    <a:lumMod val="50000"/>
                  </a:schemeClr>
                </a:solidFill>
                <a:latin typeface="Arial" panose="020B0604020202020204" pitchFamily="34" charset="0"/>
                <a:cs typeface="Arial" panose="020B0604020202020204" pitchFamily="34" charset="0"/>
              </a:rPr>
              <a:t>Coforge</a:t>
            </a:r>
            <a:endParaRPr sz="675" dirty="0">
              <a:solidFill>
                <a:schemeClr val="bg1">
                  <a:lumMod val="50000"/>
                </a:schemeClr>
              </a:solidFill>
              <a:latin typeface="Arial" panose="020B0604020202020204" pitchFamily="34" charset="0"/>
              <a:cs typeface="Arial" panose="020B0604020202020204" pitchFamily="34" charset="0"/>
            </a:endParaRPr>
          </a:p>
        </p:txBody>
      </p:sp>
      <p:sp>
        <p:nvSpPr>
          <p:cNvPr id="12" name="Title 1"/>
          <p:cNvSpPr>
            <a:spLocks noGrp="1"/>
          </p:cNvSpPr>
          <p:nvPr>
            <p:ph type="title"/>
          </p:nvPr>
        </p:nvSpPr>
        <p:spPr>
          <a:xfrm>
            <a:off x="5343525" y="2943948"/>
            <a:ext cx="3471863" cy="548878"/>
          </a:xfrm>
        </p:spPr>
        <p:txBody>
          <a:bodyPr>
            <a:noAutofit/>
          </a:bodyPr>
          <a:lstStyle>
            <a:lvl1pPr algn="l">
              <a:defRPr sz="3375">
                <a:solidFill>
                  <a:srgbClr val="0056A4"/>
                </a:solidFill>
              </a:defRPr>
            </a:lvl1pPr>
          </a:lstStyle>
          <a:p>
            <a:r>
              <a:rPr lang="en-US"/>
              <a:t>Click to edit Master title style</a:t>
            </a:r>
            <a:endParaRPr lang="en-US" dirty="0"/>
          </a:p>
        </p:txBody>
      </p:sp>
      <p:sp>
        <p:nvSpPr>
          <p:cNvPr id="17" name="Text Placeholder 5"/>
          <p:cNvSpPr>
            <a:spLocks noGrp="1"/>
          </p:cNvSpPr>
          <p:nvPr>
            <p:ph type="body" sz="quarter" idx="16"/>
          </p:nvPr>
        </p:nvSpPr>
        <p:spPr>
          <a:xfrm>
            <a:off x="5396335" y="3892380"/>
            <a:ext cx="3419053" cy="389135"/>
          </a:xfrm>
          <a:prstGeom prst="rect">
            <a:avLst/>
          </a:prstGeom>
        </p:spPr>
        <p:txBody>
          <a:bodyPr lIns="0" tIns="0" rIns="0" bIns="0" anchor="ctr">
            <a:noAutofit/>
          </a:bodyPr>
          <a:lstStyle>
            <a:lvl1pPr marL="0" indent="0" algn="l">
              <a:buFontTx/>
              <a:buNone/>
              <a:defRPr sz="2025" b="1">
                <a:solidFill>
                  <a:srgbClr val="F68B1F"/>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414338" y="1371600"/>
            <a:ext cx="7886700" cy="46291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56888" y="1395057"/>
            <a:ext cx="3900488" cy="43517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85963" y="1395057"/>
            <a:ext cx="3900488" cy="43517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Round Single Corner Rectangle 6"/>
          <p:cNvSpPr/>
          <p:nvPr/>
        </p:nvSpPr>
        <p:spPr>
          <a:xfrm>
            <a:off x="350838" y="1600200"/>
            <a:ext cx="2678112" cy="571500"/>
          </a:xfrm>
          <a:prstGeom prst="round1Rect">
            <a:avLst>
              <a:gd name="adj" fmla="val 50000"/>
            </a:avLst>
          </a:prstGeom>
          <a:solidFill>
            <a:srgbClr val="0061AF"/>
          </a:solidFill>
          <a:ln>
            <a:noFill/>
          </a:ln>
        </p:spPr>
        <p:style>
          <a:lnRef idx="2">
            <a:schemeClr val="accent1">
              <a:shade val="50000"/>
            </a:schemeClr>
          </a:lnRef>
          <a:fillRef idx="1">
            <a:schemeClr val="accent1"/>
          </a:fillRef>
          <a:effectRef idx="0">
            <a:schemeClr val="accent1"/>
          </a:effectRef>
          <a:fontRef idx="minor">
            <a:schemeClr val="lt1"/>
          </a:fontRef>
        </p:style>
        <p:txBody>
          <a:bodyPr lIns="51435" tIns="25718" rIns="51435" bIns="25718" anchor="ctr"/>
          <a:lstStyle/>
          <a:p>
            <a:pPr algn="ctr">
              <a:defRPr/>
            </a:pPr>
            <a:endParaRPr lang="en-US" sz="1350">
              <a:latin typeface="Arial" panose="020B0604020202020204" pitchFamily="34" charset="0"/>
              <a:cs typeface="Arial" panose="020B0604020202020204" pitchFamily="34" charset="0"/>
            </a:endParaRPr>
          </a:p>
        </p:txBody>
      </p:sp>
      <p:sp>
        <p:nvSpPr>
          <p:cNvPr id="7" name="Title 1"/>
          <p:cNvSpPr txBox="1"/>
          <p:nvPr/>
        </p:nvSpPr>
        <p:spPr>
          <a:xfrm>
            <a:off x="371475" y="1651000"/>
            <a:ext cx="2571750" cy="549275"/>
          </a:xfrm>
          <a:prstGeom prst="rect">
            <a:avLst/>
          </a:prstGeom>
        </p:spPr>
        <p:txBody>
          <a:bodyPr lIns="51435" tIns="25718" rIns="51435" bIns="25718" anchor="ctr">
            <a:normAutofit/>
          </a:bodyPr>
          <a:lstStyle>
            <a:lvl1pPr algn="l" defTabSz="914400" rtl="0" eaLnBrk="1" latinLnBrk="0" hangingPunct="1">
              <a:lnSpc>
                <a:spcPct val="90000"/>
              </a:lnSpc>
              <a:spcBef>
                <a:spcPct val="0"/>
              </a:spcBef>
              <a:buNone/>
              <a:defRPr sz="4000" b="1" kern="1200">
                <a:solidFill>
                  <a:schemeClr val="bg1"/>
                </a:solidFill>
                <a:latin typeface="Arial" panose="020B0604020202020204" pitchFamily="34" charset="0"/>
                <a:ea typeface="+mj-ea"/>
                <a:cs typeface="Arial" panose="020B0604020202020204" pitchFamily="34" charset="0"/>
              </a:defRPr>
            </a:lvl1pPr>
          </a:lstStyle>
          <a:p>
            <a:pPr>
              <a:defRPr/>
            </a:pPr>
            <a:r>
              <a:rPr lang="en-US" sz="1350" dirty="0"/>
              <a:t>Click to edit Master title style</a:t>
            </a:r>
          </a:p>
        </p:txBody>
      </p:sp>
      <p:sp>
        <p:nvSpPr>
          <p:cNvPr id="8" name="Round Single Corner Rectangle 11"/>
          <p:cNvSpPr/>
          <p:nvPr/>
        </p:nvSpPr>
        <p:spPr>
          <a:xfrm>
            <a:off x="3221038" y="1600200"/>
            <a:ext cx="2679700" cy="571500"/>
          </a:xfrm>
          <a:prstGeom prst="round1Rect">
            <a:avLst>
              <a:gd name="adj" fmla="val 50000"/>
            </a:avLst>
          </a:prstGeom>
          <a:solidFill>
            <a:srgbClr val="F68B1F"/>
          </a:solidFill>
          <a:ln>
            <a:noFill/>
          </a:ln>
        </p:spPr>
        <p:style>
          <a:lnRef idx="2">
            <a:schemeClr val="accent1">
              <a:shade val="50000"/>
            </a:schemeClr>
          </a:lnRef>
          <a:fillRef idx="1">
            <a:schemeClr val="accent1"/>
          </a:fillRef>
          <a:effectRef idx="0">
            <a:schemeClr val="accent1"/>
          </a:effectRef>
          <a:fontRef idx="minor">
            <a:schemeClr val="lt1"/>
          </a:fontRef>
        </p:style>
        <p:txBody>
          <a:bodyPr lIns="51435" tIns="25718" rIns="51435" bIns="25718" anchor="ctr"/>
          <a:lstStyle/>
          <a:p>
            <a:pPr algn="ctr">
              <a:defRPr/>
            </a:pPr>
            <a:endParaRPr lang="en-US" sz="1350">
              <a:latin typeface="Arial" panose="020B0604020202020204" pitchFamily="34" charset="0"/>
              <a:cs typeface="Arial" panose="020B0604020202020204" pitchFamily="34" charset="0"/>
            </a:endParaRPr>
          </a:p>
        </p:txBody>
      </p:sp>
      <p:sp>
        <p:nvSpPr>
          <p:cNvPr id="9" name="Title 1"/>
          <p:cNvSpPr txBox="1"/>
          <p:nvPr/>
        </p:nvSpPr>
        <p:spPr>
          <a:xfrm>
            <a:off x="3243263" y="1651000"/>
            <a:ext cx="2571750" cy="549275"/>
          </a:xfrm>
          <a:prstGeom prst="rect">
            <a:avLst/>
          </a:prstGeom>
        </p:spPr>
        <p:txBody>
          <a:bodyPr lIns="51435" tIns="25718" rIns="51435" bIns="25718" anchor="ctr">
            <a:normAutofit/>
          </a:bodyPr>
          <a:lstStyle>
            <a:lvl1pPr algn="l" defTabSz="914400" rtl="0" eaLnBrk="1" latinLnBrk="0" hangingPunct="1">
              <a:lnSpc>
                <a:spcPct val="90000"/>
              </a:lnSpc>
              <a:spcBef>
                <a:spcPct val="0"/>
              </a:spcBef>
              <a:buNone/>
              <a:defRPr sz="4000" b="1" kern="1200">
                <a:solidFill>
                  <a:schemeClr val="bg1"/>
                </a:solidFill>
                <a:latin typeface="Arial" panose="020B0604020202020204" pitchFamily="34" charset="0"/>
                <a:ea typeface="+mj-ea"/>
                <a:cs typeface="Arial" panose="020B0604020202020204" pitchFamily="34" charset="0"/>
              </a:defRPr>
            </a:lvl1pPr>
          </a:lstStyle>
          <a:p>
            <a:pPr>
              <a:defRPr/>
            </a:pPr>
            <a:r>
              <a:rPr lang="en-US" sz="1350" dirty="0"/>
              <a:t>Click to edit Master title style</a:t>
            </a:r>
          </a:p>
        </p:txBody>
      </p:sp>
      <p:sp>
        <p:nvSpPr>
          <p:cNvPr id="10" name="Round Single Corner Rectangle 14"/>
          <p:cNvSpPr/>
          <p:nvPr/>
        </p:nvSpPr>
        <p:spPr>
          <a:xfrm>
            <a:off x="6094413" y="1600200"/>
            <a:ext cx="2678112" cy="571500"/>
          </a:xfrm>
          <a:prstGeom prst="round1Rect">
            <a:avLst>
              <a:gd name="adj" fmla="val 50000"/>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lIns="51435" tIns="25718" rIns="51435" bIns="25718" anchor="ctr"/>
          <a:lstStyle/>
          <a:p>
            <a:pPr algn="ctr">
              <a:defRPr/>
            </a:pPr>
            <a:endParaRPr lang="en-US" sz="1350">
              <a:latin typeface="Arial" panose="020B0604020202020204" pitchFamily="34" charset="0"/>
              <a:cs typeface="Arial" panose="020B0604020202020204" pitchFamily="34" charset="0"/>
            </a:endParaRPr>
          </a:p>
        </p:txBody>
      </p:sp>
      <p:sp>
        <p:nvSpPr>
          <p:cNvPr id="12" name="Title 1"/>
          <p:cNvSpPr txBox="1"/>
          <p:nvPr/>
        </p:nvSpPr>
        <p:spPr>
          <a:xfrm>
            <a:off x="6115050" y="1651000"/>
            <a:ext cx="2571750" cy="549275"/>
          </a:xfrm>
          <a:prstGeom prst="rect">
            <a:avLst/>
          </a:prstGeom>
        </p:spPr>
        <p:txBody>
          <a:bodyPr lIns="51435" tIns="25718" rIns="51435" bIns="25718" anchor="ctr">
            <a:normAutofit/>
          </a:bodyPr>
          <a:lstStyle>
            <a:lvl1pPr algn="l" defTabSz="914400" rtl="0" eaLnBrk="1" latinLnBrk="0" hangingPunct="1">
              <a:lnSpc>
                <a:spcPct val="90000"/>
              </a:lnSpc>
              <a:spcBef>
                <a:spcPct val="0"/>
              </a:spcBef>
              <a:buNone/>
              <a:defRPr sz="4000" b="1" kern="1200">
                <a:solidFill>
                  <a:schemeClr val="bg1"/>
                </a:solidFill>
                <a:latin typeface="Arial" panose="020B0604020202020204" pitchFamily="34" charset="0"/>
                <a:ea typeface="+mj-ea"/>
                <a:cs typeface="Arial" panose="020B0604020202020204" pitchFamily="34" charset="0"/>
              </a:defRPr>
            </a:lvl1pPr>
          </a:lstStyle>
          <a:p>
            <a:pPr>
              <a:defRPr/>
            </a:pPr>
            <a:r>
              <a:rPr lang="en-US" sz="1350" dirty="0"/>
              <a:t>Click to edit Master title style</a:t>
            </a:r>
          </a:p>
        </p:txBody>
      </p:sp>
      <p:sp>
        <p:nvSpPr>
          <p:cNvPr id="2" name="Title 1"/>
          <p:cNvSpPr>
            <a:spLocks noGrp="1"/>
          </p:cNvSpPr>
          <p:nvPr>
            <p:ph type="title"/>
          </p:nvPr>
        </p:nvSpPr>
        <p:spPr/>
        <p:txBody>
          <a:bodyPr/>
          <a:lstStyle/>
          <a:p>
            <a:r>
              <a:rPr lang="en-US"/>
              <a:t>Click to edit Master title style</a:t>
            </a:r>
            <a:endParaRPr lang="en-US" dirty="0"/>
          </a:p>
        </p:txBody>
      </p:sp>
      <p:sp>
        <p:nvSpPr>
          <p:cNvPr id="11" name="Text Placeholder 5"/>
          <p:cNvSpPr>
            <a:spLocks noGrp="1"/>
          </p:cNvSpPr>
          <p:nvPr>
            <p:ph type="body" sz="quarter" idx="14"/>
          </p:nvPr>
        </p:nvSpPr>
        <p:spPr>
          <a:xfrm>
            <a:off x="364331" y="2245381"/>
            <a:ext cx="2664619" cy="2934464"/>
          </a:xfrm>
          <a:prstGeom prst="rect">
            <a:avLst/>
          </a:prstGeom>
        </p:spPr>
        <p:txBody>
          <a:bodyPr tIns="91440" bIns="91440">
            <a:noAutofit/>
          </a:bodyPr>
          <a:lstStyle>
            <a:lvl1pPr marL="96520" marR="0" indent="-96520" algn="l" defTabSz="342900" rtl="0" eaLnBrk="1" fontAlgn="auto" latinLnBrk="0" hangingPunct="1">
              <a:lnSpc>
                <a:spcPct val="100000"/>
              </a:lnSpc>
              <a:spcBef>
                <a:spcPts val="340"/>
              </a:spcBef>
              <a:spcAft>
                <a:spcPts val="340"/>
              </a:spcAft>
              <a:buClrTx/>
              <a:buSzTx/>
              <a:buFont typeface="Arial" panose="020B0604020202020204" pitchFamily="34" charset="0"/>
              <a:buChar char="•"/>
              <a:tabLst>
                <a:tab pos="95885" algn="l"/>
              </a:tabLst>
              <a:defRPr lang="en-US" sz="1015" b="0" kern="1200" dirty="0">
                <a:solidFill>
                  <a:schemeClr val="tx1"/>
                </a:solidFill>
                <a:latin typeface="Arial" panose="020B0604020202020204" pitchFamily="34" charset="0"/>
                <a:ea typeface="+mn-ea"/>
                <a:cs typeface="Arial" panose="020B0604020202020204" pitchFamily="34" charset="0"/>
              </a:defRPr>
            </a:lvl1pPr>
            <a:lvl2pPr marL="160655" indent="-154305">
              <a:buFont typeface="Wingdings" panose="05000000000000000000" pitchFamily="2" charset="2"/>
              <a:buChar char="§"/>
              <a:tabLst>
                <a:tab pos="160655" algn="l"/>
              </a:tabLst>
              <a:defRPr sz="675"/>
            </a:lvl2pPr>
            <a:lvl3pPr marL="160655" indent="-154305">
              <a:buFont typeface="Wingdings" panose="05000000000000000000" pitchFamily="2" charset="2"/>
              <a:buChar char="§"/>
              <a:tabLst>
                <a:tab pos="160655" algn="l"/>
              </a:tabLst>
              <a:defRPr sz="675"/>
            </a:lvl3pPr>
            <a:lvl4pPr marL="160655" indent="-154305">
              <a:buFont typeface="Wingdings" panose="05000000000000000000" pitchFamily="2" charset="2"/>
              <a:buChar char="§"/>
              <a:tabLst>
                <a:tab pos="160655" algn="l"/>
              </a:tabLst>
              <a:defRPr sz="675"/>
            </a:lvl4pPr>
            <a:lvl5pPr marL="160655" indent="-154305">
              <a:buFont typeface="Wingdings" panose="05000000000000000000" pitchFamily="2" charset="2"/>
              <a:buChar char="§"/>
              <a:tabLst>
                <a:tab pos="160655" algn="l"/>
              </a:tabLst>
              <a:defRPr sz="675"/>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5"/>
          <p:cNvSpPr>
            <a:spLocks noGrp="1"/>
          </p:cNvSpPr>
          <p:nvPr>
            <p:ph type="body" sz="quarter" idx="15"/>
          </p:nvPr>
        </p:nvSpPr>
        <p:spPr>
          <a:xfrm>
            <a:off x="3235813" y="2245381"/>
            <a:ext cx="2664619" cy="2934464"/>
          </a:xfrm>
          <a:prstGeom prst="rect">
            <a:avLst/>
          </a:prstGeom>
        </p:spPr>
        <p:txBody>
          <a:bodyPr tIns="91440" bIns="91440">
            <a:noAutofit/>
          </a:bodyPr>
          <a:lstStyle>
            <a:lvl1pPr marL="96520" marR="0" indent="-96520" algn="l" defTabSz="342900" rtl="0" eaLnBrk="1" fontAlgn="auto" latinLnBrk="0" hangingPunct="1">
              <a:lnSpc>
                <a:spcPct val="100000"/>
              </a:lnSpc>
              <a:spcBef>
                <a:spcPts val="340"/>
              </a:spcBef>
              <a:spcAft>
                <a:spcPts val="340"/>
              </a:spcAft>
              <a:buClrTx/>
              <a:buSzTx/>
              <a:buFont typeface="Arial" panose="020B0604020202020204" pitchFamily="34" charset="0"/>
              <a:buChar char="•"/>
              <a:tabLst>
                <a:tab pos="95885" algn="l"/>
              </a:tabLst>
              <a:defRPr lang="en-US" sz="1015" b="0" kern="1200" dirty="0">
                <a:solidFill>
                  <a:schemeClr val="tx1"/>
                </a:solidFill>
                <a:latin typeface="Arial" panose="020B0604020202020204" pitchFamily="34" charset="0"/>
                <a:ea typeface="+mn-ea"/>
                <a:cs typeface="Arial" panose="020B0604020202020204" pitchFamily="34" charset="0"/>
              </a:defRPr>
            </a:lvl1pPr>
            <a:lvl2pPr marL="160655" indent="-154305">
              <a:buFont typeface="Wingdings" panose="05000000000000000000" pitchFamily="2" charset="2"/>
              <a:buChar char="§"/>
              <a:tabLst>
                <a:tab pos="160655" algn="l"/>
              </a:tabLst>
              <a:defRPr sz="675"/>
            </a:lvl2pPr>
            <a:lvl3pPr marL="160655" indent="-154305">
              <a:buFont typeface="Wingdings" panose="05000000000000000000" pitchFamily="2" charset="2"/>
              <a:buChar char="§"/>
              <a:tabLst>
                <a:tab pos="160655" algn="l"/>
              </a:tabLst>
              <a:defRPr sz="675"/>
            </a:lvl3pPr>
            <a:lvl4pPr marL="160655" indent="-154305">
              <a:buFont typeface="Wingdings" panose="05000000000000000000" pitchFamily="2" charset="2"/>
              <a:buChar char="§"/>
              <a:tabLst>
                <a:tab pos="160655" algn="l"/>
              </a:tabLst>
              <a:defRPr sz="675"/>
            </a:lvl4pPr>
            <a:lvl5pPr marL="160655" indent="-154305">
              <a:buFont typeface="Wingdings" panose="05000000000000000000" pitchFamily="2" charset="2"/>
              <a:buChar char="§"/>
              <a:tabLst>
                <a:tab pos="160655" algn="l"/>
              </a:tabLst>
              <a:defRPr sz="675"/>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5"/>
          <p:cNvSpPr>
            <a:spLocks noGrp="1"/>
          </p:cNvSpPr>
          <p:nvPr>
            <p:ph type="body" sz="quarter" idx="16"/>
          </p:nvPr>
        </p:nvSpPr>
        <p:spPr>
          <a:xfrm>
            <a:off x="6107906" y="2245381"/>
            <a:ext cx="2664619" cy="2934464"/>
          </a:xfrm>
          <a:prstGeom prst="rect">
            <a:avLst/>
          </a:prstGeom>
        </p:spPr>
        <p:txBody>
          <a:bodyPr tIns="91440" bIns="91440">
            <a:noAutofit/>
          </a:bodyPr>
          <a:lstStyle>
            <a:lvl1pPr marL="96520" marR="0" indent="-96520" algn="l" defTabSz="342900" rtl="0" eaLnBrk="1" fontAlgn="auto" latinLnBrk="0" hangingPunct="1">
              <a:lnSpc>
                <a:spcPct val="100000"/>
              </a:lnSpc>
              <a:spcBef>
                <a:spcPts val="340"/>
              </a:spcBef>
              <a:spcAft>
                <a:spcPts val="340"/>
              </a:spcAft>
              <a:buClrTx/>
              <a:buSzTx/>
              <a:buFont typeface="Arial" panose="020B0604020202020204" pitchFamily="34" charset="0"/>
              <a:buChar char="•"/>
              <a:tabLst>
                <a:tab pos="95885" algn="l"/>
              </a:tabLst>
              <a:defRPr lang="en-US" sz="1015" b="0" kern="1200" dirty="0">
                <a:solidFill>
                  <a:schemeClr val="tx1"/>
                </a:solidFill>
                <a:latin typeface="Arial" panose="020B0604020202020204" pitchFamily="34" charset="0"/>
                <a:ea typeface="+mn-ea"/>
                <a:cs typeface="Arial" panose="020B0604020202020204" pitchFamily="34" charset="0"/>
              </a:defRPr>
            </a:lvl1pPr>
            <a:lvl2pPr marL="160655" indent="-154305">
              <a:buFont typeface="Wingdings" panose="05000000000000000000" pitchFamily="2" charset="2"/>
              <a:buChar char="§"/>
              <a:tabLst>
                <a:tab pos="160655" algn="l"/>
              </a:tabLst>
              <a:defRPr sz="675"/>
            </a:lvl2pPr>
            <a:lvl3pPr marL="160655" indent="-154305">
              <a:buFont typeface="Wingdings" panose="05000000000000000000" pitchFamily="2" charset="2"/>
              <a:buChar char="§"/>
              <a:tabLst>
                <a:tab pos="160655" algn="l"/>
              </a:tabLst>
              <a:defRPr sz="675"/>
            </a:lvl3pPr>
            <a:lvl4pPr marL="160655" indent="-154305">
              <a:buFont typeface="Wingdings" panose="05000000000000000000" pitchFamily="2" charset="2"/>
              <a:buChar char="§"/>
              <a:tabLst>
                <a:tab pos="160655" algn="l"/>
              </a:tabLst>
              <a:defRPr sz="675"/>
            </a:lvl4pPr>
            <a:lvl5pPr marL="160655" indent="-154305">
              <a:buFont typeface="Wingdings" panose="05000000000000000000" pitchFamily="2" charset="2"/>
              <a:buChar char="§"/>
              <a:tabLst>
                <a:tab pos="160655" algn="l"/>
              </a:tabLst>
              <a:defRPr sz="675"/>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2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Picture Placeholder 6"/>
          <p:cNvSpPr>
            <a:spLocks noGrp="1"/>
          </p:cNvSpPr>
          <p:nvPr>
            <p:ph type="pic" sz="quarter" idx="13"/>
          </p:nvPr>
        </p:nvSpPr>
        <p:spPr>
          <a:xfrm>
            <a:off x="814388" y="1485900"/>
            <a:ext cx="1457325" cy="1943100"/>
          </a:xfrm>
          <a:prstGeom prst="ellipse">
            <a:avLst/>
          </a:prstGeom>
          <a:solidFill>
            <a:schemeClr val="accent5">
              <a:lumMod val="40000"/>
              <a:lumOff val="60000"/>
            </a:schemeClr>
          </a:solidFill>
        </p:spPr>
        <p:txBody>
          <a:bodyPr rtlCol="0">
            <a:normAutofit/>
          </a:bodyPr>
          <a:lstStyle>
            <a:lvl1pPr marL="0" marR="0" indent="0" algn="ctr" defTabSz="450850" rtl="0" eaLnBrk="1" fontAlgn="auto" latinLnBrk="0" hangingPunct="1">
              <a:lnSpc>
                <a:spcPct val="160000"/>
              </a:lnSpc>
              <a:spcBef>
                <a:spcPts val="0"/>
              </a:spcBef>
              <a:spcAft>
                <a:spcPts val="0"/>
              </a:spcAft>
              <a:buClrTx/>
              <a:buSzTx/>
              <a:buFont typeface="Arial" panose="020B0604020202020204" pitchFamily="34" charset="0"/>
              <a:buNone/>
              <a:defRPr sz="675"/>
            </a:lvl1pPr>
          </a:lstStyle>
          <a:p>
            <a:pPr lvl="0"/>
            <a:r>
              <a:rPr lang="en-US" altLang="ja-JP" noProof="0"/>
              <a:t>Click icon to add picture</a:t>
            </a:r>
            <a:endParaRPr lang="ja-JP" altLang="en-US" noProof="0" dirty="0"/>
          </a:p>
        </p:txBody>
      </p:sp>
      <p:sp>
        <p:nvSpPr>
          <p:cNvPr id="5" name="Text Placeholder 5"/>
          <p:cNvSpPr>
            <a:spLocks noGrp="1"/>
          </p:cNvSpPr>
          <p:nvPr>
            <p:ph type="body" sz="quarter" idx="11"/>
          </p:nvPr>
        </p:nvSpPr>
        <p:spPr>
          <a:xfrm>
            <a:off x="800100" y="3577290"/>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8" name="Text Placeholder 5"/>
          <p:cNvSpPr>
            <a:spLocks noGrp="1"/>
          </p:cNvSpPr>
          <p:nvPr>
            <p:ph type="body" sz="quarter" idx="12"/>
          </p:nvPr>
        </p:nvSpPr>
        <p:spPr>
          <a:xfrm>
            <a:off x="800100" y="4041308"/>
            <a:ext cx="1585913" cy="346940"/>
          </a:xfrm>
          <a:prstGeom prst="rect">
            <a:avLst/>
          </a:prstGeom>
        </p:spPr>
        <p:txBody>
          <a:bodyPr lIns="0" tIns="0" rIns="0" bIns="0"/>
          <a:lstStyle>
            <a:lvl1pPr marL="0" indent="0">
              <a:buFontTx/>
              <a:buNone/>
              <a:defRPr sz="1125" b="1">
                <a:solidFill>
                  <a:srgbClr val="F68B1F"/>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9" name="Text Placeholder 5"/>
          <p:cNvSpPr>
            <a:spLocks noGrp="1"/>
          </p:cNvSpPr>
          <p:nvPr>
            <p:ph type="body" sz="quarter" idx="14"/>
          </p:nvPr>
        </p:nvSpPr>
        <p:spPr>
          <a:xfrm>
            <a:off x="800100" y="4514850"/>
            <a:ext cx="1585913" cy="1645047"/>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2" name="Picture Placeholder 6"/>
          <p:cNvSpPr>
            <a:spLocks noGrp="1"/>
          </p:cNvSpPr>
          <p:nvPr>
            <p:ph type="pic" sz="quarter" idx="15"/>
          </p:nvPr>
        </p:nvSpPr>
        <p:spPr>
          <a:xfrm>
            <a:off x="2843213" y="1485900"/>
            <a:ext cx="1457325" cy="1943100"/>
          </a:xfrm>
          <a:prstGeom prst="ellipse">
            <a:avLst/>
          </a:prstGeom>
          <a:solidFill>
            <a:schemeClr val="accent5">
              <a:lumMod val="40000"/>
              <a:lumOff val="60000"/>
            </a:schemeClr>
          </a:solidFill>
        </p:spPr>
        <p:txBody>
          <a:bodyPr rtlCol="0">
            <a:normAutofit/>
          </a:bodyPr>
          <a:lstStyle>
            <a:lvl1pPr marL="0" marR="0" indent="0" algn="ctr" defTabSz="450850" rtl="0" eaLnBrk="1" fontAlgn="auto" latinLnBrk="0" hangingPunct="1">
              <a:lnSpc>
                <a:spcPct val="160000"/>
              </a:lnSpc>
              <a:spcBef>
                <a:spcPts val="0"/>
              </a:spcBef>
              <a:spcAft>
                <a:spcPts val="0"/>
              </a:spcAft>
              <a:buClrTx/>
              <a:buSzTx/>
              <a:buFont typeface="Arial" panose="020B0604020202020204" pitchFamily="34" charset="0"/>
              <a:buNone/>
              <a:defRPr sz="675"/>
            </a:lvl1pPr>
          </a:lstStyle>
          <a:p>
            <a:pPr lvl="0"/>
            <a:r>
              <a:rPr lang="en-US" altLang="ja-JP" noProof="0"/>
              <a:t>Click icon to add picture</a:t>
            </a:r>
            <a:endParaRPr lang="ja-JP" altLang="en-US" noProof="0" dirty="0"/>
          </a:p>
        </p:txBody>
      </p:sp>
      <p:sp>
        <p:nvSpPr>
          <p:cNvPr id="23" name="Text Placeholder 5"/>
          <p:cNvSpPr>
            <a:spLocks noGrp="1"/>
          </p:cNvSpPr>
          <p:nvPr>
            <p:ph type="body" sz="quarter" idx="16"/>
          </p:nvPr>
        </p:nvSpPr>
        <p:spPr>
          <a:xfrm>
            <a:off x="2828925" y="3577290"/>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24" name="Text Placeholder 5"/>
          <p:cNvSpPr>
            <a:spLocks noGrp="1"/>
          </p:cNvSpPr>
          <p:nvPr>
            <p:ph type="body" sz="quarter" idx="17"/>
          </p:nvPr>
        </p:nvSpPr>
        <p:spPr>
          <a:xfrm>
            <a:off x="2828925" y="4041308"/>
            <a:ext cx="1585913" cy="346940"/>
          </a:xfrm>
          <a:prstGeom prst="rect">
            <a:avLst/>
          </a:prstGeom>
        </p:spPr>
        <p:txBody>
          <a:bodyPr lIns="0" tIns="0" rIns="0" bIns="0"/>
          <a:lstStyle>
            <a:lvl1pPr marL="0" indent="0">
              <a:buFontTx/>
              <a:buNone/>
              <a:defRPr sz="1125" b="1">
                <a:solidFill>
                  <a:srgbClr val="F68B1F"/>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25" name="Text Placeholder 5"/>
          <p:cNvSpPr>
            <a:spLocks noGrp="1"/>
          </p:cNvSpPr>
          <p:nvPr>
            <p:ph type="body" sz="quarter" idx="18"/>
          </p:nvPr>
        </p:nvSpPr>
        <p:spPr>
          <a:xfrm>
            <a:off x="2828925" y="4514850"/>
            <a:ext cx="1585913" cy="1645047"/>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0" name="Picture Placeholder 6"/>
          <p:cNvSpPr>
            <a:spLocks noGrp="1"/>
          </p:cNvSpPr>
          <p:nvPr>
            <p:ph type="pic" sz="quarter" idx="19"/>
          </p:nvPr>
        </p:nvSpPr>
        <p:spPr>
          <a:xfrm>
            <a:off x="4857750" y="1485900"/>
            <a:ext cx="1457325" cy="1943100"/>
          </a:xfrm>
          <a:prstGeom prst="ellipse">
            <a:avLst/>
          </a:prstGeom>
          <a:solidFill>
            <a:schemeClr val="accent5">
              <a:lumMod val="40000"/>
              <a:lumOff val="60000"/>
            </a:schemeClr>
          </a:solidFill>
        </p:spPr>
        <p:txBody>
          <a:bodyPr rtlCol="0">
            <a:normAutofit/>
          </a:bodyPr>
          <a:lstStyle>
            <a:lvl1pPr marL="0" marR="0" indent="0" algn="ctr" defTabSz="450850" rtl="0" eaLnBrk="1" fontAlgn="auto" latinLnBrk="0" hangingPunct="1">
              <a:lnSpc>
                <a:spcPct val="160000"/>
              </a:lnSpc>
              <a:spcBef>
                <a:spcPts val="0"/>
              </a:spcBef>
              <a:spcAft>
                <a:spcPts val="0"/>
              </a:spcAft>
              <a:buClrTx/>
              <a:buSzTx/>
              <a:buFont typeface="Arial" panose="020B0604020202020204" pitchFamily="34" charset="0"/>
              <a:buNone/>
              <a:defRPr sz="675"/>
            </a:lvl1pPr>
          </a:lstStyle>
          <a:p>
            <a:pPr lvl="0"/>
            <a:r>
              <a:rPr lang="en-US" altLang="ja-JP" noProof="0"/>
              <a:t>Click icon to add picture</a:t>
            </a:r>
            <a:endParaRPr lang="ja-JP" altLang="en-US" noProof="0" dirty="0"/>
          </a:p>
        </p:txBody>
      </p:sp>
      <p:sp>
        <p:nvSpPr>
          <p:cNvPr id="31" name="Text Placeholder 5"/>
          <p:cNvSpPr>
            <a:spLocks noGrp="1"/>
          </p:cNvSpPr>
          <p:nvPr>
            <p:ph type="body" sz="quarter" idx="20"/>
          </p:nvPr>
        </p:nvSpPr>
        <p:spPr>
          <a:xfrm>
            <a:off x="4843462" y="3577290"/>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32" name="Text Placeholder 5"/>
          <p:cNvSpPr>
            <a:spLocks noGrp="1"/>
          </p:cNvSpPr>
          <p:nvPr>
            <p:ph type="body" sz="quarter" idx="21"/>
          </p:nvPr>
        </p:nvSpPr>
        <p:spPr>
          <a:xfrm>
            <a:off x="4843462" y="4041308"/>
            <a:ext cx="1585913" cy="346940"/>
          </a:xfrm>
          <a:prstGeom prst="rect">
            <a:avLst/>
          </a:prstGeom>
        </p:spPr>
        <p:txBody>
          <a:bodyPr lIns="0" tIns="0" rIns="0" bIns="0"/>
          <a:lstStyle>
            <a:lvl1pPr marL="0" indent="0">
              <a:buFontTx/>
              <a:buNone/>
              <a:defRPr sz="1125" b="1">
                <a:solidFill>
                  <a:srgbClr val="F68B1F"/>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33" name="Text Placeholder 5"/>
          <p:cNvSpPr>
            <a:spLocks noGrp="1"/>
          </p:cNvSpPr>
          <p:nvPr>
            <p:ph type="body" sz="quarter" idx="22"/>
          </p:nvPr>
        </p:nvSpPr>
        <p:spPr>
          <a:xfrm>
            <a:off x="4843462" y="4514850"/>
            <a:ext cx="1585913" cy="1645047"/>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4" name="Picture Placeholder 6"/>
          <p:cNvSpPr>
            <a:spLocks noGrp="1"/>
          </p:cNvSpPr>
          <p:nvPr>
            <p:ph type="pic" sz="quarter" idx="23"/>
          </p:nvPr>
        </p:nvSpPr>
        <p:spPr>
          <a:xfrm>
            <a:off x="6886575" y="1485900"/>
            <a:ext cx="1457325" cy="1943100"/>
          </a:xfrm>
          <a:prstGeom prst="ellipse">
            <a:avLst/>
          </a:prstGeom>
          <a:solidFill>
            <a:schemeClr val="accent5">
              <a:lumMod val="40000"/>
              <a:lumOff val="60000"/>
            </a:schemeClr>
          </a:solidFill>
        </p:spPr>
        <p:txBody>
          <a:bodyPr rtlCol="0">
            <a:normAutofit/>
          </a:bodyPr>
          <a:lstStyle>
            <a:lvl1pPr marL="0" marR="0" indent="0" algn="ctr" defTabSz="450850" rtl="0" eaLnBrk="1" fontAlgn="auto" latinLnBrk="0" hangingPunct="1">
              <a:lnSpc>
                <a:spcPct val="160000"/>
              </a:lnSpc>
              <a:spcBef>
                <a:spcPts val="0"/>
              </a:spcBef>
              <a:spcAft>
                <a:spcPts val="0"/>
              </a:spcAft>
              <a:buClrTx/>
              <a:buSzTx/>
              <a:buFont typeface="Arial" panose="020B0604020202020204" pitchFamily="34" charset="0"/>
              <a:buNone/>
              <a:defRPr sz="675"/>
            </a:lvl1pPr>
          </a:lstStyle>
          <a:p>
            <a:pPr lvl="0"/>
            <a:r>
              <a:rPr lang="en-US" altLang="ja-JP" noProof="0"/>
              <a:t>Click icon to add picture</a:t>
            </a:r>
            <a:endParaRPr lang="ja-JP" altLang="en-US" noProof="0" dirty="0"/>
          </a:p>
        </p:txBody>
      </p:sp>
      <p:sp>
        <p:nvSpPr>
          <p:cNvPr id="35" name="Text Placeholder 5"/>
          <p:cNvSpPr>
            <a:spLocks noGrp="1"/>
          </p:cNvSpPr>
          <p:nvPr>
            <p:ph type="body" sz="quarter" idx="24"/>
          </p:nvPr>
        </p:nvSpPr>
        <p:spPr>
          <a:xfrm>
            <a:off x="6872287" y="3577290"/>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36" name="Text Placeholder 5"/>
          <p:cNvSpPr>
            <a:spLocks noGrp="1"/>
          </p:cNvSpPr>
          <p:nvPr>
            <p:ph type="body" sz="quarter" idx="25"/>
          </p:nvPr>
        </p:nvSpPr>
        <p:spPr>
          <a:xfrm>
            <a:off x="6872287" y="4041308"/>
            <a:ext cx="1585913" cy="346940"/>
          </a:xfrm>
          <a:prstGeom prst="rect">
            <a:avLst/>
          </a:prstGeom>
        </p:spPr>
        <p:txBody>
          <a:bodyPr lIns="0" tIns="0" rIns="0" bIns="0"/>
          <a:lstStyle>
            <a:lvl1pPr marL="0" indent="0">
              <a:buFontTx/>
              <a:buNone/>
              <a:defRPr sz="1125" b="1">
                <a:solidFill>
                  <a:srgbClr val="F68B1F"/>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37" name="Text Placeholder 5"/>
          <p:cNvSpPr>
            <a:spLocks noGrp="1"/>
          </p:cNvSpPr>
          <p:nvPr>
            <p:ph type="body" sz="quarter" idx="26"/>
          </p:nvPr>
        </p:nvSpPr>
        <p:spPr>
          <a:xfrm>
            <a:off x="6872287" y="4514850"/>
            <a:ext cx="1585913" cy="1645047"/>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3_Title Only">
    <p:spTree>
      <p:nvGrpSpPr>
        <p:cNvPr id="1" name=""/>
        <p:cNvGrpSpPr/>
        <p:nvPr/>
      </p:nvGrpSpPr>
      <p:grpSpPr>
        <a:xfrm>
          <a:off x="0" y="0"/>
          <a:ext cx="0" cy="0"/>
          <a:chOff x="0" y="0"/>
          <a:chExt cx="0" cy="0"/>
        </a:xfrm>
      </p:grpSpPr>
      <p:sp>
        <p:nvSpPr>
          <p:cNvPr id="11" name="Arc 10"/>
          <p:cNvSpPr>
            <a:spLocks noChangeAspect="1"/>
          </p:cNvSpPr>
          <p:nvPr/>
        </p:nvSpPr>
        <p:spPr>
          <a:xfrm>
            <a:off x="392113" y="2554288"/>
            <a:ext cx="1579562" cy="2105025"/>
          </a:xfrm>
          <a:prstGeom prst="arc">
            <a:avLst>
              <a:gd name="adj1" fmla="val 14511769"/>
              <a:gd name="adj2" fmla="val 10954347"/>
            </a:avLst>
          </a:prstGeom>
          <a:ln w="22225">
            <a:solidFill>
              <a:srgbClr val="0056A4"/>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dirty="0"/>
          </a:p>
        </p:txBody>
      </p:sp>
      <p:sp>
        <p:nvSpPr>
          <p:cNvPr id="12" name="Arc 11"/>
          <p:cNvSpPr>
            <a:spLocks noChangeAspect="1"/>
          </p:cNvSpPr>
          <p:nvPr/>
        </p:nvSpPr>
        <p:spPr>
          <a:xfrm rot="11700000">
            <a:off x="330200" y="2471738"/>
            <a:ext cx="1701800" cy="2268537"/>
          </a:xfrm>
          <a:prstGeom prst="arc">
            <a:avLst>
              <a:gd name="adj1" fmla="val 14511769"/>
              <a:gd name="adj2" fmla="val 10954347"/>
            </a:avLst>
          </a:prstGeom>
          <a:ln w="22225">
            <a:solidFill>
              <a:srgbClr val="0056A4"/>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a:p>
        </p:txBody>
      </p:sp>
      <p:sp>
        <p:nvSpPr>
          <p:cNvPr id="14" name="Arc 13"/>
          <p:cNvSpPr>
            <a:spLocks noChangeAspect="1"/>
          </p:cNvSpPr>
          <p:nvPr/>
        </p:nvSpPr>
        <p:spPr>
          <a:xfrm>
            <a:off x="4725988" y="2554288"/>
            <a:ext cx="1577975" cy="2105025"/>
          </a:xfrm>
          <a:prstGeom prst="arc">
            <a:avLst>
              <a:gd name="adj1" fmla="val 14511769"/>
              <a:gd name="adj2" fmla="val 10954347"/>
            </a:avLst>
          </a:prstGeom>
          <a:ln w="22225">
            <a:solidFill>
              <a:srgbClr val="0056A4"/>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dirty="0"/>
          </a:p>
        </p:txBody>
      </p:sp>
      <p:sp>
        <p:nvSpPr>
          <p:cNvPr id="15" name="Arc 14"/>
          <p:cNvSpPr>
            <a:spLocks noChangeAspect="1"/>
          </p:cNvSpPr>
          <p:nvPr/>
        </p:nvSpPr>
        <p:spPr>
          <a:xfrm rot="11700000">
            <a:off x="4664075" y="2471738"/>
            <a:ext cx="1701800" cy="2268537"/>
          </a:xfrm>
          <a:prstGeom prst="arc">
            <a:avLst>
              <a:gd name="adj1" fmla="val 14511769"/>
              <a:gd name="adj2" fmla="val 10954347"/>
            </a:avLst>
          </a:prstGeom>
          <a:ln w="22225">
            <a:solidFill>
              <a:srgbClr val="0056A4"/>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a:p>
        </p:txBody>
      </p:sp>
      <p:sp>
        <p:nvSpPr>
          <p:cNvPr id="2" name="Title 1"/>
          <p:cNvSpPr>
            <a:spLocks noGrp="1"/>
          </p:cNvSpPr>
          <p:nvPr>
            <p:ph type="title"/>
          </p:nvPr>
        </p:nvSpPr>
        <p:spPr/>
        <p:txBody>
          <a:bodyPr/>
          <a:lstStyle/>
          <a:p>
            <a:r>
              <a:rPr lang="en-US"/>
              <a:t>Click to edit Master title style</a:t>
            </a:r>
          </a:p>
        </p:txBody>
      </p:sp>
      <p:sp>
        <p:nvSpPr>
          <p:cNvPr id="6" name="Picture Placeholder 6"/>
          <p:cNvSpPr>
            <a:spLocks noGrp="1"/>
          </p:cNvSpPr>
          <p:nvPr>
            <p:ph type="pic" sz="quarter" idx="13"/>
          </p:nvPr>
        </p:nvSpPr>
        <p:spPr>
          <a:xfrm>
            <a:off x="452643" y="2634974"/>
            <a:ext cx="1457325" cy="1943100"/>
          </a:xfrm>
          <a:prstGeom prst="ellipse">
            <a:avLst/>
          </a:prstGeom>
          <a:solidFill>
            <a:schemeClr val="accent5">
              <a:lumMod val="40000"/>
              <a:lumOff val="60000"/>
            </a:schemeClr>
          </a:solidFill>
        </p:spPr>
        <p:txBody>
          <a:bodyPr rtlCol="0">
            <a:normAutofit/>
          </a:bodyPr>
          <a:lstStyle>
            <a:lvl1pPr marL="0" marR="0" indent="0" algn="ctr" defTabSz="450850" rtl="0" eaLnBrk="1" fontAlgn="auto" latinLnBrk="0" hangingPunct="1">
              <a:lnSpc>
                <a:spcPct val="160000"/>
              </a:lnSpc>
              <a:spcBef>
                <a:spcPts val="0"/>
              </a:spcBef>
              <a:spcAft>
                <a:spcPts val="0"/>
              </a:spcAft>
              <a:buClrTx/>
              <a:buSzTx/>
              <a:buFont typeface="Arial" panose="020B0604020202020204" pitchFamily="34" charset="0"/>
              <a:buNone/>
              <a:defRPr sz="675"/>
            </a:lvl1pPr>
          </a:lstStyle>
          <a:p>
            <a:pPr lvl="0"/>
            <a:r>
              <a:rPr lang="en-US" altLang="ja-JP" noProof="0"/>
              <a:t>Click icon to add picture</a:t>
            </a:r>
            <a:endParaRPr lang="ja-JP" altLang="en-US" noProof="0" dirty="0"/>
          </a:p>
        </p:txBody>
      </p:sp>
      <p:sp>
        <p:nvSpPr>
          <p:cNvPr id="5" name="Text Placeholder 5"/>
          <p:cNvSpPr>
            <a:spLocks noGrp="1"/>
          </p:cNvSpPr>
          <p:nvPr>
            <p:ph type="body" sz="quarter" idx="11"/>
          </p:nvPr>
        </p:nvSpPr>
        <p:spPr>
          <a:xfrm>
            <a:off x="2043112" y="2605741"/>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8" name="Text Placeholder 5"/>
          <p:cNvSpPr>
            <a:spLocks noGrp="1"/>
          </p:cNvSpPr>
          <p:nvPr>
            <p:ph type="body" sz="quarter" idx="12"/>
          </p:nvPr>
        </p:nvSpPr>
        <p:spPr>
          <a:xfrm>
            <a:off x="2043112" y="3069758"/>
            <a:ext cx="1585913" cy="346940"/>
          </a:xfrm>
          <a:prstGeom prst="rect">
            <a:avLst/>
          </a:prstGeom>
        </p:spPr>
        <p:txBody>
          <a:bodyPr lIns="0" tIns="0" rIns="0" bIns="0"/>
          <a:lstStyle>
            <a:lvl1pPr marL="0" indent="0">
              <a:buFontTx/>
              <a:buNone/>
              <a:defRPr sz="1125" b="1">
                <a:solidFill>
                  <a:srgbClr val="F68B1F"/>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9" name="Text Placeholder 5"/>
          <p:cNvSpPr>
            <a:spLocks noGrp="1"/>
          </p:cNvSpPr>
          <p:nvPr>
            <p:ph type="body" sz="quarter" idx="14"/>
          </p:nvPr>
        </p:nvSpPr>
        <p:spPr>
          <a:xfrm>
            <a:off x="2043112" y="3543300"/>
            <a:ext cx="2328863" cy="857250"/>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Text Placeholder 5"/>
          <p:cNvSpPr>
            <a:spLocks noGrp="1"/>
          </p:cNvSpPr>
          <p:nvPr>
            <p:ph type="body" sz="quarter" idx="16"/>
          </p:nvPr>
        </p:nvSpPr>
        <p:spPr>
          <a:xfrm>
            <a:off x="6457950" y="2605741"/>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21" name="Text Placeholder 5"/>
          <p:cNvSpPr>
            <a:spLocks noGrp="1"/>
          </p:cNvSpPr>
          <p:nvPr>
            <p:ph type="body" sz="quarter" idx="17"/>
          </p:nvPr>
        </p:nvSpPr>
        <p:spPr>
          <a:xfrm>
            <a:off x="6457950" y="3069758"/>
            <a:ext cx="1585913" cy="346940"/>
          </a:xfrm>
          <a:prstGeom prst="rect">
            <a:avLst/>
          </a:prstGeom>
        </p:spPr>
        <p:txBody>
          <a:bodyPr lIns="0" tIns="0" rIns="0" bIns="0"/>
          <a:lstStyle>
            <a:lvl1pPr marL="0" indent="0">
              <a:buFontTx/>
              <a:buNone/>
              <a:defRPr sz="1125" b="1">
                <a:solidFill>
                  <a:srgbClr val="F68B1F"/>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26" name="Text Placeholder 5"/>
          <p:cNvSpPr>
            <a:spLocks noGrp="1"/>
          </p:cNvSpPr>
          <p:nvPr>
            <p:ph type="body" sz="quarter" idx="18"/>
          </p:nvPr>
        </p:nvSpPr>
        <p:spPr>
          <a:xfrm>
            <a:off x="6457950" y="3543300"/>
            <a:ext cx="2328863" cy="857250"/>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Picture Placeholder 6"/>
          <p:cNvSpPr>
            <a:spLocks noGrp="1"/>
          </p:cNvSpPr>
          <p:nvPr>
            <p:ph type="pic" sz="quarter" idx="19"/>
          </p:nvPr>
        </p:nvSpPr>
        <p:spPr>
          <a:xfrm>
            <a:off x="4786314" y="2634974"/>
            <a:ext cx="1457325" cy="1943100"/>
          </a:xfrm>
          <a:prstGeom prst="ellipse">
            <a:avLst/>
          </a:prstGeom>
          <a:solidFill>
            <a:schemeClr val="accent5">
              <a:lumMod val="40000"/>
              <a:lumOff val="60000"/>
            </a:schemeClr>
          </a:solidFill>
        </p:spPr>
        <p:txBody>
          <a:bodyPr rtlCol="0">
            <a:normAutofit/>
          </a:bodyPr>
          <a:lstStyle>
            <a:lvl1pPr marL="0" marR="0" indent="0" algn="ctr" defTabSz="450850" rtl="0" eaLnBrk="1" fontAlgn="auto" latinLnBrk="0" hangingPunct="1">
              <a:lnSpc>
                <a:spcPct val="160000"/>
              </a:lnSpc>
              <a:spcBef>
                <a:spcPts val="0"/>
              </a:spcBef>
              <a:spcAft>
                <a:spcPts val="0"/>
              </a:spcAft>
              <a:buClrTx/>
              <a:buSzTx/>
              <a:buFont typeface="Arial" panose="020B0604020202020204" pitchFamily="34" charset="0"/>
              <a:buNone/>
              <a:defRPr sz="675"/>
            </a:lvl1pPr>
          </a:lstStyle>
          <a:p>
            <a:pPr lvl="0"/>
            <a:r>
              <a:rPr lang="en-US" altLang="ja-JP" noProof="0"/>
              <a:t>Click icon to add picture</a:t>
            </a:r>
            <a:endParaRPr lang="ja-JP" altLang="en-US" noProof="0" dirty="0"/>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1_Contents">
    <p:spTree>
      <p:nvGrpSpPr>
        <p:cNvPr id="1" name=""/>
        <p:cNvGrpSpPr/>
        <p:nvPr/>
      </p:nvGrpSpPr>
      <p:grpSpPr>
        <a:xfrm>
          <a:off x="0" y="0"/>
          <a:ext cx="0" cy="0"/>
          <a:chOff x="0" y="0"/>
          <a:chExt cx="0" cy="0"/>
        </a:xfrm>
      </p:grpSpPr>
      <p:pic>
        <p:nvPicPr>
          <p:cNvPr id="4"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0" y="0"/>
            <a:ext cx="1381125" cy="15525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6" name="Oval 5"/>
          <p:cNvSpPr/>
          <p:nvPr/>
        </p:nvSpPr>
        <p:spPr>
          <a:xfrm>
            <a:off x="8643938" y="6286500"/>
            <a:ext cx="342900" cy="457200"/>
          </a:xfrm>
          <a:prstGeom prst="ellipse">
            <a:avLst/>
          </a:prstGeom>
          <a:noFill/>
          <a:ln w="19050">
            <a:solidFill>
              <a:srgbClr val="F68B1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7" name="Holder 5"/>
          <p:cNvSpPr txBox="1"/>
          <p:nvPr/>
        </p:nvSpPr>
        <p:spPr>
          <a:xfrm>
            <a:off x="8578850" y="6343650"/>
            <a:ext cx="490538" cy="342900"/>
          </a:xfrm>
          <a:prstGeom prst="rect">
            <a:avLst/>
          </a:prstGeom>
        </p:spPr>
        <p:txBody>
          <a:bodyPr lIns="0" tIns="0" rIns="0" bIns="0" anchor="ctr"/>
          <a:lstStyle>
            <a:defPPr>
              <a:defRPr lang="en-US"/>
            </a:defPPr>
            <a:lvl1pPr marL="0" algn="r" defTabSz="914400" rtl="0" eaLnBrk="1" latinLnBrk="0" hangingPunct="1">
              <a:defRPr sz="2000" b="1" kern="1200">
                <a:solidFill>
                  <a:srgbClr val="001B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fld id="{A7F73BAD-4833-495F-BA9D-4827F5D68C97}" type="slidenum">
              <a:rPr lang="en-GB" sz="790" smtClean="0">
                <a:solidFill>
                  <a:schemeClr val="bg1">
                    <a:lumMod val="50000"/>
                  </a:schemeClr>
                </a:solidFill>
              </a:rPr>
              <a:t>‹#›</a:t>
            </a:fld>
            <a:endParaRPr lang="en-GB" sz="790" dirty="0">
              <a:solidFill>
                <a:schemeClr val="bg1">
                  <a:lumMod val="50000"/>
                </a:schemeClr>
              </a:solidFill>
            </a:endParaRPr>
          </a:p>
        </p:txBody>
      </p:sp>
      <p:grpSp>
        <p:nvGrpSpPr>
          <p:cNvPr id="8" name="Group 13"/>
          <p:cNvGrpSpPr/>
          <p:nvPr/>
        </p:nvGrpSpPr>
        <p:grpSpPr bwMode="auto">
          <a:xfrm>
            <a:off x="5686425" y="1028700"/>
            <a:ext cx="3459163" cy="3814763"/>
            <a:chOff x="10032998" y="1581147"/>
            <a:chExt cx="6225676" cy="5010153"/>
          </a:xfrm>
        </p:grpSpPr>
        <p:pic>
          <p:nvPicPr>
            <p:cNvPr id="9" name="Graphic 14"/>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0110141" y="1660375"/>
              <a:ext cx="6148533" cy="493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Oval 11"/>
            <p:cNvSpPr>
              <a:spLocks noChangeAspect="1"/>
            </p:cNvSpPr>
            <p:nvPr userDrawn="1"/>
          </p:nvSpPr>
          <p:spPr>
            <a:xfrm>
              <a:off x="10032998" y="1581147"/>
              <a:ext cx="220000" cy="21266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sz="1350"/>
            </a:p>
          </p:txBody>
        </p:sp>
      </p:grpSp>
      <p:pic>
        <p:nvPicPr>
          <p:cNvPr id="13" name="Picture 1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0" y="5734050"/>
            <a:ext cx="842963" cy="112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itle 1"/>
          <p:cNvSpPr>
            <a:spLocks noGrp="1"/>
          </p:cNvSpPr>
          <p:nvPr>
            <p:ph type="title"/>
          </p:nvPr>
        </p:nvSpPr>
        <p:spPr>
          <a:xfrm>
            <a:off x="362138" y="457200"/>
            <a:ext cx="5109397" cy="548878"/>
          </a:xfrm>
        </p:spPr>
        <p:txBody>
          <a:bodyPr/>
          <a:lstStyle>
            <a:lvl1pPr>
              <a:defRPr>
                <a:solidFill>
                  <a:srgbClr val="0056A4"/>
                </a:solidFill>
              </a:defRPr>
            </a:lvl1pPr>
          </a:lstStyle>
          <a:p>
            <a:r>
              <a:rPr lang="en-US"/>
              <a:t>Click to edit Master title style</a:t>
            </a:r>
            <a:endParaRPr lang="en-US" dirty="0"/>
          </a:p>
        </p:txBody>
      </p:sp>
      <p:sp>
        <p:nvSpPr>
          <p:cNvPr id="11" name="Text Placeholder 5"/>
          <p:cNvSpPr>
            <a:spLocks noGrp="1"/>
          </p:cNvSpPr>
          <p:nvPr>
            <p:ph type="body" sz="quarter" idx="15"/>
          </p:nvPr>
        </p:nvSpPr>
        <p:spPr>
          <a:xfrm>
            <a:off x="405000" y="1371600"/>
            <a:ext cx="5067113" cy="857250"/>
          </a:xfrm>
          <a:prstGeom prst="rect">
            <a:avLst/>
          </a:prstGeom>
        </p:spPr>
        <p:txBody>
          <a:bodyPr lIns="0" tIns="0" rIns="0" bIns="0">
            <a:noAutofit/>
          </a:bodyPr>
          <a:lstStyle>
            <a:lvl1pPr marL="0" marR="0" indent="0" algn="l" defTabSz="514350" rtl="0" eaLnBrk="1" fontAlgn="auto" latinLnBrk="0" hangingPunct="1">
              <a:lnSpc>
                <a:spcPct val="100000"/>
              </a:lnSpc>
              <a:spcBef>
                <a:spcPts val="565"/>
              </a:spcBef>
              <a:spcAft>
                <a:spcPts val="0"/>
              </a:spcAft>
              <a:buClrTx/>
              <a:buSzTx/>
              <a:buFontTx/>
              <a:buNone/>
              <a:defRPr sz="1125"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3_Contents">
    <p:spTree>
      <p:nvGrpSpPr>
        <p:cNvPr id="1" name=""/>
        <p:cNvGrpSpPr/>
        <p:nvPr/>
      </p:nvGrpSpPr>
      <p:grpSpPr>
        <a:xfrm>
          <a:off x="0" y="0"/>
          <a:ext cx="0" cy="0"/>
          <a:chOff x="0" y="0"/>
          <a:chExt cx="0" cy="0"/>
        </a:xfrm>
      </p:grpSpPr>
      <p:pic>
        <p:nvPicPr>
          <p:cNvPr id="4"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0" y="0"/>
            <a:ext cx="1381125" cy="15525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6" name="Oval 5"/>
          <p:cNvSpPr/>
          <p:nvPr/>
        </p:nvSpPr>
        <p:spPr>
          <a:xfrm>
            <a:off x="8643938" y="6286500"/>
            <a:ext cx="342900" cy="457200"/>
          </a:xfrm>
          <a:prstGeom prst="ellipse">
            <a:avLst/>
          </a:prstGeom>
          <a:noFill/>
          <a:ln w="19050">
            <a:solidFill>
              <a:srgbClr val="F68B1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7" name="Holder 5"/>
          <p:cNvSpPr txBox="1"/>
          <p:nvPr/>
        </p:nvSpPr>
        <p:spPr>
          <a:xfrm>
            <a:off x="8578850" y="6343650"/>
            <a:ext cx="490538" cy="342900"/>
          </a:xfrm>
          <a:prstGeom prst="rect">
            <a:avLst/>
          </a:prstGeom>
        </p:spPr>
        <p:txBody>
          <a:bodyPr lIns="0" tIns="0" rIns="0" bIns="0" anchor="ctr"/>
          <a:lstStyle>
            <a:defPPr>
              <a:defRPr lang="en-US"/>
            </a:defPPr>
            <a:lvl1pPr marL="0" algn="r" defTabSz="914400" rtl="0" eaLnBrk="1" latinLnBrk="0" hangingPunct="1">
              <a:defRPr sz="2000" b="1" kern="1200">
                <a:solidFill>
                  <a:srgbClr val="001B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fld id="{E0DDC219-6C7D-4E08-BDF2-79E6087E5D71}" type="slidenum">
              <a:rPr lang="en-GB" sz="790" smtClean="0">
                <a:solidFill>
                  <a:schemeClr val="bg1">
                    <a:lumMod val="50000"/>
                  </a:schemeClr>
                </a:solidFill>
              </a:rPr>
              <a:t>‹#›</a:t>
            </a:fld>
            <a:endParaRPr lang="en-GB" sz="790" dirty="0">
              <a:solidFill>
                <a:schemeClr val="bg1">
                  <a:lumMod val="50000"/>
                </a:schemeClr>
              </a:solidFill>
            </a:endParaRPr>
          </a:p>
        </p:txBody>
      </p:sp>
      <p:grpSp>
        <p:nvGrpSpPr>
          <p:cNvPr id="8" name="Group 13"/>
          <p:cNvGrpSpPr/>
          <p:nvPr/>
        </p:nvGrpSpPr>
        <p:grpSpPr bwMode="auto">
          <a:xfrm>
            <a:off x="5686425" y="1028700"/>
            <a:ext cx="3459163" cy="3814763"/>
            <a:chOff x="10032998" y="1581147"/>
            <a:chExt cx="6225676" cy="5010153"/>
          </a:xfrm>
        </p:grpSpPr>
        <p:pic>
          <p:nvPicPr>
            <p:cNvPr id="9" name="Graphic 14"/>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0110141" y="1660375"/>
              <a:ext cx="6148533" cy="493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Oval 11"/>
            <p:cNvSpPr>
              <a:spLocks noChangeAspect="1"/>
            </p:cNvSpPr>
            <p:nvPr userDrawn="1"/>
          </p:nvSpPr>
          <p:spPr>
            <a:xfrm>
              <a:off x="10032998" y="1581147"/>
              <a:ext cx="220000" cy="21266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sz="1350"/>
            </a:p>
          </p:txBody>
        </p:sp>
      </p:grpSp>
      <p:pic>
        <p:nvPicPr>
          <p:cNvPr id="13" name="Picture 1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0" y="5734050"/>
            <a:ext cx="842963" cy="112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itle 1"/>
          <p:cNvSpPr>
            <a:spLocks noGrp="1"/>
          </p:cNvSpPr>
          <p:nvPr>
            <p:ph type="title"/>
          </p:nvPr>
        </p:nvSpPr>
        <p:spPr>
          <a:xfrm>
            <a:off x="362138" y="457200"/>
            <a:ext cx="5109397" cy="548878"/>
          </a:xfrm>
        </p:spPr>
        <p:txBody>
          <a:bodyPr/>
          <a:lstStyle>
            <a:lvl1pPr>
              <a:defRPr>
                <a:solidFill>
                  <a:srgbClr val="0056A4"/>
                </a:solidFill>
              </a:defRPr>
            </a:lvl1pPr>
          </a:lstStyle>
          <a:p>
            <a:r>
              <a:rPr lang="en-US"/>
              <a:t>Click to edit Master title style</a:t>
            </a:r>
            <a:endParaRPr lang="en-US" dirty="0"/>
          </a:p>
        </p:txBody>
      </p:sp>
      <p:sp>
        <p:nvSpPr>
          <p:cNvPr id="11" name="Text Placeholder 5"/>
          <p:cNvSpPr>
            <a:spLocks noGrp="1"/>
          </p:cNvSpPr>
          <p:nvPr>
            <p:ph type="body" sz="quarter" idx="15"/>
          </p:nvPr>
        </p:nvSpPr>
        <p:spPr>
          <a:xfrm>
            <a:off x="405000" y="1371600"/>
            <a:ext cx="5067113" cy="857250"/>
          </a:xfrm>
          <a:prstGeom prst="rect">
            <a:avLst/>
          </a:prstGeom>
        </p:spPr>
        <p:txBody>
          <a:bodyPr lIns="0" tIns="0" rIns="0" bIns="0">
            <a:noAutofit/>
          </a:bodyPr>
          <a:lstStyle>
            <a:lvl1pPr marL="0" marR="0" indent="0" algn="l" defTabSz="514350" rtl="0" eaLnBrk="1" fontAlgn="auto" latinLnBrk="0" hangingPunct="1">
              <a:lnSpc>
                <a:spcPct val="100000"/>
              </a:lnSpc>
              <a:spcBef>
                <a:spcPts val="565"/>
              </a:spcBef>
              <a:spcAft>
                <a:spcPts val="0"/>
              </a:spcAft>
              <a:buClrTx/>
              <a:buSzTx/>
              <a:buFontTx/>
              <a:buNone/>
              <a:defRPr sz="1125"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2_Contents">
    <p:spTree>
      <p:nvGrpSpPr>
        <p:cNvPr id="1" name=""/>
        <p:cNvGrpSpPr/>
        <p:nvPr/>
      </p:nvGrpSpPr>
      <p:grpSpPr>
        <a:xfrm>
          <a:off x="0" y="0"/>
          <a:ext cx="0" cy="0"/>
          <a:chOff x="0" y="0"/>
          <a:chExt cx="0" cy="0"/>
        </a:xfrm>
      </p:grpSpPr>
      <p:pic>
        <p:nvPicPr>
          <p:cNvPr id="4"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0" y="0"/>
            <a:ext cx="1381125" cy="15525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6" name="Oval 5"/>
          <p:cNvSpPr/>
          <p:nvPr/>
        </p:nvSpPr>
        <p:spPr>
          <a:xfrm>
            <a:off x="8643938" y="6286500"/>
            <a:ext cx="342900" cy="457200"/>
          </a:xfrm>
          <a:prstGeom prst="ellipse">
            <a:avLst/>
          </a:prstGeom>
          <a:noFill/>
          <a:ln w="19050">
            <a:solidFill>
              <a:srgbClr val="F68B1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7" name="Holder 5"/>
          <p:cNvSpPr txBox="1"/>
          <p:nvPr/>
        </p:nvSpPr>
        <p:spPr>
          <a:xfrm>
            <a:off x="8578850" y="6343650"/>
            <a:ext cx="490538" cy="342900"/>
          </a:xfrm>
          <a:prstGeom prst="rect">
            <a:avLst/>
          </a:prstGeom>
        </p:spPr>
        <p:txBody>
          <a:bodyPr lIns="0" tIns="0" rIns="0" bIns="0" anchor="ctr"/>
          <a:lstStyle>
            <a:defPPr>
              <a:defRPr lang="en-US"/>
            </a:defPPr>
            <a:lvl1pPr marL="0" algn="r" defTabSz="914400" rtl="0" eaLnBrk="1" latinLnBrk="0" hangingPunct="1">
              <a:defRPr sz="2000" b="1" kern="1200">
                <a:solidFill>
                  <a:srgbClr val="001B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fld id="{3907E527-3BD8-493F-873D-FCC367DC724E}" type="slidenum">
              <a:rPr lang="en-GB" sz="790" smtClean="0">
                <a:solidFill>
                  <a:schemeClr val="bg1">
                    <a:lumMod val="50000"/>
                  </a:schemeClr>
                </a:solidFill>
              </a:rPr>
              <a:t>‹#›</a:t>
            </a:fld>
            <a:endParaRPr lang="en-GB" sz="790" dirty="0">
              <a:solidFill>
                <a:schemeClr val="bg1">
                  <a:lumMod val="50000"/>
                </a:schemeClr>
              </a:solidFill>
            </a:endParaRPr>
          </a:p>
        </p:txBody>
      </p:sp>
      <p:grpSp>
        <p:nvGrpSpPr>
          <p:cNvPr id="8" name="Group 13"/>
          <p:cNvGrpSpPr/>
          <p:nvPr/>
        </p:nvGrpSpPr>
        <p:grpSpPr bwMode="auto">
          <a:xfrm>
            <a:off x="5686425" y="1028700"/>
            <a:ext cx="3459163" cy="3814763"/>
            <a:chOff x="10032998" y="1581147"/>
            <a:chExt cx="6225676" cy="5010153"/>
          </a:xfrm>
        </p:grpSpPr>
        <p:pic>
          <p:nvPicPr>
            <p:cNvPr id="9" name="Graphic 14"/>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0110141" y="1660375"/>
              <a:ext cx="6148533" cy="493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Oval 9"/>
            <p:cNvSpPr>
              <a:spLocks noChangeAspect="1"/>
            </p:cNvSpPr>
            <p:nvPr userDrawn="1"/>
          </p:nvSpPr>
          <p:spPr>
            <a:xfrm>
              <a:off x="10032998" y="1581147"/>
              <a:ext cx="220000" cy="212666"/>
            </a:xfrm>
            <a:prstGeom prst="ellipse">
              <a:avLst/>
            </a:prstGeom>
            <a:solidFill>
              <a:srgbClr val="0056A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sz="1350" dirty="0"/>
            </a:p>
          </p:txBody>
        </p:sp>
      </p:grpSp>
      <p:pic>
        <p:nvPicPr>
          <p:cNvPr id="13" name="Picture 1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0" y="5734050"/>
            <a:ext cx="842963" cy="112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itle 1"/>
          <p:cNvSpPr>
            <a:spLocks noGrp="1"/>
          </p:cNvSpPr>
          <p:nvPr>
            <p:ph type="title"/>
          </p:nvPr>
        </p:nvSpPr>
        <p:spPr>
          <a:xfrm>
            <a:off x="362138" y="457200"/>
            <a:ext cx="5109397" cy="548878"/>
          </a:xfrm>
        </p:spPr>
        <p:txBody>
          <a:bodyPr/>
          <a:lstStyle>
            <a:lvl1pPr>
              <a:defRPr>
                <a:solidFill>
                  <a:srgbClr val="0056A4"/>
                </a:solidFill>
              </a:defRPr>
            </a:lvl1pPr>
          </a:lstStyle>
          <a:p>
            <a:r>
              <a:rPr lang="en-US"/>
              <a:t>Click to edit Master title style</a:t>
            </a:r>
            <a:endParaRPr lang="en-US" dirty="0"/>
          </a:p>
        </p:txBody>
      </p:sp>
      <p:sp>
        <p:nvSpPr>
          <p:cNvPr id="12" name="Text Placeholder 5"/>
          <p:cNvSpPr>
            <a:spLocks noGrp="1"/>
          </p:cNvSpPr>
          <p:nvPr>
            <p:ph type="body" sz="quarter" idx="15"/>
          </p:nvPr>
        </p:nvSpPr>
        <p:spPr>
          <a:xfrm>
            <a:off x="405000" y="1371600"/>
            <a:ext cx="5067113" cy="857250"/>
          </a:xfrm>
          <a:prstGeom prst="rect">
            <a:avLst/>
          </a:prstGeom>
        </p:spPr>
        <p:txBody>
          <a:bodyPr lIns="0" tIns="0" rIns="0" bIns="0">
            <a:noAutofit/>
          </a:bodyPr>
          <a:lstStyle>
            <a:lvl1pPr marL="0" marR="0" indent="0" algn="l" defTabSz="514350" rtl="0" eaLnBrk="1" fontAlgn="auto" latinLnBrk="0" hangingPunct="1">
              <a:lnSpc>
                <a:spcPct val="100000"/>
              </a:lnSpc>
              <a:spcBef>
                <a:spcPts val="565"/>
              </a:spcBef>
              <a:spcAft>
                <a:spcPts val="0"/>
              </a:spcAft>
              <a:buClrTx/>
              <a:buSzTx/>
              <a:buFontTx/>
              <a:buNone/>
              <a:defRPr sz="1125"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9" name="Oval 8"/>
          <p:cNvSpPr/>
          <p:nvPr/>
        </p:nvSpPr>
        <p:spPr>
          <a:xfrm>
            <a:off x="457200" y="2114550"/>
            <a:ext cx="814388" cy="1085850"/>
          </a:xfrm>
          <a:prstGeom prst="ellipse">
            <a:avLst/>
          </a:prstGeom>
          <a:solidFill>
            <a:srgbClr val="0056A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10" name="Oval 9"/>
          <p:cNvSpPr/>
          <p:nvPr/>
        </p:nvSpPr>
        <p:spPr>
          <a:xfrm>
            <a:off x="3249613" y="2114550"/>
            <a:ext cx="814387" cy="1085850"/>
          </a:xfrm>
          <a:prstGeom prst="ellipse">
            <a:avLst/>
          </a:prstGeom>
          <a:solidFill>
            <a:srgbClr val="F68B1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11" name="Oval 10"/>
          <p:cNvSpPr/>
          <p:nvPr/>
        </p:nvSpPr>
        <p:spPr>
          <a:xfrm>
            <a:off x="5994400" y="2114550"/>
            <a:ext cx="814388" cy="1085850"/>
          </a:xfrm>
          <a:prstGeom prst="ellipse">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pic>
        <p:nvPicPr>
          <p:cNvPr id="12" name="Picture 1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161088" y="2501900"/>
            <a:ext cx="473075"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1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63925" y="2465388"/>
            <a:ext cx="414338" cy="392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0" name="Group 19"/>
          <p:cNvGrpSpPr/>
          <p:nvPr/>
        </p:nvGrpSpPr>
        <p:grpSpPr bwMode="auto">
          <a:xfrm>
            <a:off x="733425" y="2365375"/>
            <a:ext cx="279400" cy="615950"/>
            <a:chOff x="6531329" y="2691707"/>
            <a:chExt cx="444716" cy="733318"/>
          </a:xfrm>
        </p:grpSpPr>
        <p:sp>
          <p:nvSpPr>
            <p:cNvPr id="21" name="Freeform 95"/>
            <p:cNvSpPr/>
            <p:nvPr/>
          </p:nvSpPr>
          <p:spPr bwMode="auto">
            <a:xfrm>
              <a:off x="6652002" y="3283678"/>
              <a:ext cx="203371" cy="52742"/>
            </a:xfrm>
            <a:custGeom>
              <a:avLst/>
              <a:gdLst>
                <a:gd name="T0" fmla="*/ 175909934 w 204"/>
                <a:gd name="T1" fmla="*/ 0 h 53"/>
                <a:gd name="T2" fmla="*/ 25840080 w 204"/>
                <a:gd name="T3" fmla="*/ 0 h 53"/>
                <a:gd name="T4" fmla="*/ 0 w 204"/>
                <a:gd name="T5" fmla="*/ 25747052 h 53"/>
                <a:gd name="T6" fmla="*/ 25840080 w 204"/>
                <a:gd name="T7" fmla="*/ 52485256 h 53"/>
                <a:gd name="T8" fmla="*/ 175909934 w 204"/>
                <a:gd name="T9" fmla="*/ 52485256 h 53"/>
                <a:gd name="T10" fmla="*/ 202743939 w 204"/>
                <a:gd name="T11" fmla="*/ 25747052 h 53"/>
                <a:gd name="T12" fmla="*/ 175909934 w 204"/>
                <a:gd name="T13" fmla="*/ 0 h 5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4" h="53">
                  <a:moveTo>
                    <a:pt x="177" y="0"/>
                  </a:moveTo>
                  <a:cubicBezTo>
                    <a:pt x="26" y="0"/>
                    <a:pt x="26" y="0"/>
                    <a:pt x="26" y="0"/>
                  </a:cubicBezTo>
                  <a:cubicBezTo>
                    <a:pt x="12" y="0"/>
                    <a:pt x="0" y="12"/>
                    <a:pt x="0" y="26"/>
                  </a:cubicBezTo>
                  <a:cubicBezTo>
                    <a:pt x="0" y="41"/>
                    <a:pt x="12" y="53"/>
                    <a:pt x="26" y="53"/>
                  </a:cubicBezTo>
                  <a:cubicBezTo>
                    <a:pt x="177" y="53"/>
                    <a:pt x="177" y="53"/>
                    <a:pt x="177" y="53"/>
                  </a:cubicBezTo>
                  <a:cubicBezTo>
                    <a:pt x="192" y="53"/>
                    <a:pt x="204" y="41"/>
                    <a:pt x="204" y="26"/>
                  </a:cubicBezTo>
                  <a:cubicBezTo>
                    <a:pt x="204" y="12"/>
                    <a:pt x="192" y="0"/>
                    <a:pt x="177" y="0"/>
                  </a:cubicBezTo>
                  <a:close/>
                </a:path>
              </a:pathLst>
            </a:custGeom>
            <a:noFill/>
            <a:ln w="19050" cap="rnd">
              <a:solidFill>
                <a:srgbClr val="FFFFFF"/>
              </a:solidFill>
              <a:prstDash val="solid"/>
              <a:round/>
            </a:ln>
            <a:extLst>
              <a:ext uri="{909E8E84-426E-40DD-AFC4-6F175D3DCCD1}">
                <a14:hiddenFill xmlns:a14="http://schemas.microsoft.com/office/drawing/2010/main">
                  <a:solidFill>
                    <a:srgbClr val="FFFFFF"/>
                  </a:solidFill>
                </a14:hiddenFill>
              </a:ext>
            </a:extLst>
          </p:spPr>
          <p:txBody>
            <a:bodyPr lIns="121920" tIns="60960" rIns="121920" bIns="60960"/>
            <a:lstStyle/>
            <a:p>
              <a:endParaRPr lang="de-DE"/>
            </a:p>
          </p:txBody>
        </p:sp>
        <p:sp>
          <p:nvSpPr>
            <p:cNvPr id="22" name="Freeform 96"/>
            <p:cNvSpPr/>
            <p:nvPr/>
          </p:nvSpPr>
          <p:spPr bwMode="auto">
            <a:xfrm>
              <a:off x="6652002" y="3336419"/>
              <a:ext cx="203371" cy="54007"/>
            </a:xfrm>
            <a:custGeom>
              <a:avLst/>
              <a:gdLst>
                <a:gd name="T0" fmla="*/ 175909934 w 204"/>
                <a:gd name="T1" fmla="*/ 0 h 54"/>
                <a:gd name="T2" fmla="*/ 25840080 w 204"/>
                <a:gd name="T3" fmla="*/ 0 h 54"/>
                <a:gd name="T4" fmla="*/ 0 w 204"/>
                <a:gd name="T5" fmla="*/ 27007501 h 54"/>
                <a:gd name="T6" fmla="*/ 25840080 w 204"/>
                <a:gd name="T7" fmla="*/ 54014001 h 54"/>
                <a:gd name="T8" fmla="*/ 175909934 w 204"/>
                <a:gd name="T9" fmla="*/ 54014001 h 54"/>
                <a:gd name="T10" fmla="*/ 202743939 w 204"/>
                <a:gd name="T11" fmla="*/ 27007501 h 54"/>
                <a:gd name="T12" fmla="*/ 175909934 w 204"/>
                <a:gd name="T13" fmla="*/ 0 h 5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4" h="54">
                  <a:moveTo>
                    <a:pt x="177" y="0"/>
                  </a:moveTo>
                  <a:cubicBezTo>
                    <a:pt x="26" y="0"/>
                    <a:pt x="26" y="0"/>
                    <a:pt x="26" y="0"/>
                  </a:cubicBezTo>
                  <a:cubicBezTo>
                    <a:pt x="12" y="0"/>
                    <a:pt x="0" y="12"/>
                    <a:pt x="0" y="27"/>
                  </a:cubicBezTo>
                  <a:cubicBezTo>
                    <a:pt x="0" y="42"/>
                    <a:pt x="12" y="54"/>
                    <a:pt x="26" y="54"/>
                  </a:cubicBezTo>
                  <a:cubicBezTo>
                    <a:pt x="177" y="54"/>
                    <a:pt x="177" y="54"/>
                    <a:pt x="177" y="54"/>
                  </a:cubicBezTo>
                  <a:cubicBezTo>
                    <a:pt x="192" y="54"/>
                    <a:pt x="204" y="42"/>
                    <a:pt x="204" y="27"/>
                  </a:cubicBezTo>
                  <a:cubicBezTo>
                    <a:pt x="204" y="12"/>
                    <a:pt x="192" y="0"/>
                    <a:pt x="177" y="0"/>
                  </a:cubicBezTo>
                  <a:close/>
                </a:path>
              </a:pathLst>
            </a:custGeom>
            <a:noFill/>
            <a:ln w="19050" cap="rnd">
              <a:solidFill>
                <a:srgbClr val="FFFFFF"/>
              </a:solidFill>
              <a:prstDash val="solid"/>
              <a:round/>
            </a:ln>
            <a:extLst>
              <a:ext uri="{909E8E84-426E-40DD-AFC4-6F175D3DCCD1}">
                <a14:hiddenFill xmlns:a14="http://schemas.microsoft.com/office/drawing/2010/main">
                  <a:solidFill>
                    <a:srgbClr val="FFFFFF"/>
                  </a:solidFill>
                </a14:hiddenFill>
              </a:ext>
            </a:extLst>
          </p:spPr>
          <p:txBody>
            <a:bodyPr lIns="121920" tIns="60960" rIns="121920" bIns="60960"/>
            <a:lstStyle/>
            <a:p>
              <a:endParaRPr lang="de-DE"/>
            </a:p>
          </p:txBody>
        </p:sp>
        <p:sp>
          <p:nvSpPr>
            <p:cNvPr id="23" name="Freeform 97"/>
            <p:cNvSpPr/>
            <p:nvPr/>
          </p:nvSpPr>
          <p:spPr bwMode="auto">
            <a:xfrm>
              <a:off x="6687866" y="3390427"/>
              <a:ext cx="131643" cy="34598"/>
            </a:xfrm>
            <a:custGeom>
              <a:avLst/>
              <a:gdLst>
                <a:gd name="T0" fmla="*/ 0 w 132"/>
                <a:gd name="T1" fmla="*/ 0 h 35"/>
                <a:gd name="T2" fmla="*/ 65643981 w 132"/>
                <a:gd name="T3" fmla="*/ 34200617 h 35"/>
                <a:gd name="T4" fmla="*/ 131286966 w 132"/>
                <a:gd name="T5" fmla="*/ 0 h 35"/>
                <a:gd name="T6" fmla="*/ 0 60000 65536"/>
                <a:gd name="T7" fmla="*/ 0 60000 65536"/>
                <a:gd name="T8" fmla="*/ 0 60000 65536"/>
              </a:gdLst>
              <a:ahLst/>
              <a:cxnLst>
                <a:cxn ang="T6">
                  <a:pos x="T0" y="T1"/>
                </a:cxn>
                <a:cxn ang="T7">
                  <a:pos x="T2" y="T3"/>
                </a:cxn>
                <a:cxn ang="T8">
                  <a:pos x="T4" y="T5"/>
                </a:cxn>
              </a:cxnLst>
              <a:rect l="0" t="0" r="r" b="b"/>
              <a:pathLst>
                <a:path w="132" h="35">
                  <a:moveTo>
                    <a:pt x="0" y="0"/>
                  </a:moveTo>
                  <a:cubicBezTo>
                    <a:pt x="0" y="19"/>
                    <a:pt x="29" y="35"/>
                    <a:pt x="66" y="35"/>
                  </a:cubicBezTo>
                  <a:cubicBezTo>
                    <a:pt x="102" y="35"/>
                    <a:pt x="132" y="19"/>
                    <a:pt x="132" y="0"/>
                  </a:cubicBezTo>
                </a:path>
              </a:pathLst>
            </a:custGeom>
            <a:noFill/>
            <a:ln w="19050" cap="rnd">
              <a:solidFill>
                <a:srgbClr val="FFFFFF"/>
              </a:solidFill>
              <a:prstDash val="solid"/>
              <a:round/>
            </a:ln>
            <a:extLst>
              <a:ext uri="{909E8E84-426E-40DD-AFC4-6F175D3DCCD1}">
                <a14:hiddenFill xmlns:a14="http://schemas.microsoft.com/office/drawing/2010/main">
                  <a:solidFill>
                    <a:srgbClr val="FFFFFF"/>
                  </a:solidFill>
                </a14:hiddenFill>
              </a:ext>
            </a:extLst>
          </p:spPr>
          <p:txBody>
            <a:bodyPr lIns="121920" tIns="60960" rIns="121920" bIns="60960"/>
            <a:lstStyle/>
            <a:p>
              <a:endParaRPr lang="de-DE"/>
            </a:p>
          </p:txBody>
        </p:sp>
        <p:sp>
          <p:nvSpPr>
            <p:cNvPr id="24" name="Freeform 98"/>
            <p:cNvSpPr/>
            <p:nvPr/>
          </p:nvSpPr>
          <p:spPr bwMode="auto">
            <a:xfrm>
              <a:off x="6531329" y="2691707"/>
              <a:ext cx="444716" cy="537964"/>
            </a:xfrm>
            <a:custGeom>
              <a:avLst/>
              <a:gdLst>
                <a:gd name="T0" fmla="*/ 221717848 w 446"/>
                <a:gd name="T1" fmla="*/ 0 h 540"/>
                <a:gd name="T2" fmla="*/ 0 w 446"/>
                <a:gd name="T3" fmla="*/ 221321378 h 540"/>
                <a:gd name="T4" fmla="*/ 61644019 w 446"/>
                <a:gd name="T5" fmla="*/ 376147417 h 540"/>
                <a:gd name="T6" fmla="*/ 93459161 w 446"/>
                <a:gd name="T7" fmla="*/ 436688292 h 540"/>
                <a:gd name="T8" fmla="*/ 93459161 w 446"/>
                <a:gd name="T9" fmla="*/ 480357022 h 540"/>
                <a:gd name="T10" fmla="*/ 149137405 w 446"/>
                <a:gd name="T11" fmla="*/ 535935676 h 540"/>
                <a:gd name="T12" fmla="*/ 294298291 w 446"/>
                <a:gd name="T13" fmla="*/ 535935676 h 540"/>
                <a:gd name="T14" fmla="*/ 349976535 w 446"/>
                <a:gd name="T15" fmla="*/ 480357022 h 540"/>
                <a:gd name="T16" fmla="*/ 349976535 w 446"/>
                <a:gd name="T17" fmla="*/ 436688292 h 540"/>
                <a:gd name="T18" fmla="*/ 380797548 w 446"/>
                <a:gd name="T19" fmla="*/ 376147417 h 540"/>
                <a:gd name="T20" fmla="*/ 443435697 w 446"/>
                <a:gd name="T21" fmla="*/ 221321378 h 540"/>
                <a:gd name="T22" fmla="*/ 221717848 w 446"/>
                <a:gd name="T23" fmla="*/ 0 h 54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46" h="540">
                  <a:moveTo>
                    <a:pt x="223" y="0"/>
                  </a:moveTo>
                  <a:cubicBezTo>
                    <a:pt x="99" y="0"/>
                    <a:pt x="0" y="100"/>
                    <a:pt x="0" y="223"/>
                  </a:cubicBezTo>
                  <a:cubicBezTo>
                    <a:pt x="0" y="284"/>
                    <a:pt x="22" y="339"/>
                    <a:pt x="62" y="379"/>
                  </a:cubicBezTo>
                  <a:cubicBezTo>
                    <a:pt x="83" y="399"/>
                    <a:pt x="94" y="415"/>
                    <a:pt x="94" y="440"/>
                  </a:cubicBezTo>
                  <a:cubicBezTo>
                    <a:pt x="94" y="466"/>
                    <a:pt x="94" y="484"/>
                    <a:pt x="94" y="484"/>
                  </a:cubicBezTo>
                  <a:cubicBezTo>
                    <a:pt x="94" y="515"/>
                    <a:pt x="119" y="540"/>
                    <a:pt x="150" y="540"/>
                  </a:cubicBezTo>
                  <a:cubicBezTo>
                    <a:pt x="296" y="540"/>
                    <a:pt x="296" y="540"/>
                    <a:pt x="296" y="540"/>
                  </a:cubicBezTo>
                  <a:cubicBezTo>
                    <a:pt x="327" y="540"/>
                    <a:pt x="352" y="515"/>
                    <a:pt x="352" y="484"/>
                  </a:cubicBezTo>
                  <a:cubicBezTo>
                    <a:pt x="352" y="484"/>
                    <a:pt x="352" y="466"/>
                    <a:pt x="352" y="440"/>
                  </a:cubicBezTo>
                  <a:cubicBezTo>
                    <a:pt x="352" y="415"/>
                    <a:pt x="362" y="399"/>
                    <a:pt x="383" y="379"/>
                  </a:cubicBezTo>
                  <a:cubicBezTo>
                    <a:pt x="423" y="339"/>
                    <a:pt x="446" y="284"/>
                    <a:pt x="446" y="223"/>
                  </a:cubicBezTo>
                  <a:cubicBezTo>
                    <a:pt x="446" y="100"/>
                    <a:pt x="347" y="0"/>
                    <a:pt x="223" y="0"/>
                  </a:cubicBezTo>
                  <a:close/>
                </a:path>
              </a:pathLst>
            </a:custGeom>
            <a:noFill/>
            <a:ln w="19050" cap="rnd">
              <a:solidFill>
                <a:srgbClr val="FFFFFF"/>
              </a:solidFill>
              <a:prstDash val="solid"/>
              <a:round/>
            </a:ln>
            <a:extLst>
              <a:ext uri="{909E8E84-426E-40DD-AFC4-6F175D3DCCD1}">
                <a14:hiddenFill xmlns:a14="http://schemas.microsoft.com/office/drawing/2010/main">
                  <a:solidFill>
                    <a:srgbClr val="FFFFFF"/>
                  </a:solidFill>
                </a14:hiddenFill>
              </a:ext>
            </a:extLst>
          </p:spPr>
          <p:txBody>
            <a:bodyPr lIns="121920" tIns="60960" rIns="121920" bIns="60960"/>
            <a:lstStyle/>
            <a:p>
              <a:endParaRPr lang="de-DE"/>
            </a:p>
          </p:txBody>
        </p:sp>
        <p:sp>
          <p:nvSpPr>
            <p:cNvPr id="25" name="Freeform 99"/>
            <p:cNvSpPr/>
            <p:nvPr/>
          </p:nvSpPr>
          <p:spPr bwMode="auto">
            <a:xfrm>
              <a:off x="6652002" y="3229670"/>
              <a:ext cx="203371" cy="54007"/>
            </a:xfrm>
            <a:custGeom>
              <a:avLst/>
              <a:gdLst>
                <a:gd name="T0" fmla="*/ 175909934 w 204"/>
                <a:gd name="T1" fmla="*/ 0 h 54"/>
                <a:gd name="T2" fmla="*/ 25840080 w 204"/>
                <a:gd name="T3" fmla="*/ 0 h 54"/>
                <a:gd name="T4" fmla="*/ 0 w 204"/>
                <a:gd name="T5" fmla="*/ 27007501 h 54"/>
                <a:gd name="T6" fmla="*/ 25840080 w 204"/>
                <a:gd name="T7" fmla="*/ 54014001 h 54"/>
                <a:gd name="T8" fmla="*/ 175909934 w 204"/>
                <a:gd name="T9" fmla="*/ 54014001 h 54"/>
                <a:gd name="T10" fmla="*/ 202743939 w 204"/>
                <a:gd name="T11" fmla="*/ 27007501 h 54"/>
                <a:gd name="T12" fmla="*/ 175909934 w 204"/>
                <a:gd name="T13" fmla="*/ 0 h 5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4" h="54">
                  <a:moveTo>
                    <a:pt x="177" y="0"/>
                  </a:moveTo>
                  <a:cubicBezTo>
                    <a:pt x="26" y="0"/>
                    <a:pt x="26" y="0"/>
                    <a:pt x="26" y="0"/>
                  </a:cubicBezTo>
                  <a:cubicBezTo>
                    <a:pt x="12" y="0"/>
                    <a:pt x="0" y="12"/>
                    <a:pt x="0" y="27"/>
                  </a:cubicBezTo>
                  <a:cubicBezTo>
                    <a:pt x="0" y="42"/>
                    <a:pt x="12" y="54"/>
                    <a:pt x="26" y="54"/>
                  </a:cubicBezTo>
                  <a:cubicBezTo>
                    <a:pt x="177" y="54"/>
                    <a:pt x="177" y="54"/>
                    <a:pt x="177" y="54"/>
                  </a:cubicBezTo>
                  <a:cubicBezTo>
                    <a:pt x="192" y="54"/>
                    <a:pt x="204" y="42"/>
                    <a:pt x="204" y="27"/>
                  </a:cubicBezTo>
                  <a:cubicBezTo>
                    <a:pt x="204" y="12"/>
                    <a:pt x="192" y="0"/>
                    <a:pt x="177" y="0"/>
                  </a:cubicBezTo>
                  <a:close/>
                </a:path>
              </a:pathLst>
            </a:custGeom>
            <a:noFill/>
            <a:ln w="19050" cap="rnd">
              <a:solidFill>
                <a:srgbClr val="FFFFFF"/>
              </a:solidFill>
              <a:prstDash val="solid"/>
              <a:round/>
            </a:ln>
            <a:extLst>
              <a:ext uri="{909E8E84-426E-40DD-AFC4-6F175D3DCCD1}">
                <a14:hiddenFill xmlns:a14="http://schemas.microsoft.com/office/drawing/2010/main">
                  <a:solidFill>
                    <a:srgbClr val="FFFFFF"/>
                  </a:solidFill>
                </a14:hiddenFill>
              </a:ext>
            </a:extLst>
          </p:spPr>
          <p:txBody>
            <a:bodyPr lIns="121920" tIns="60960" rIns="121920" bIns="60960"/>
            <a:lstStyle/>
            <a:p>
              <a:endParaRPr lang="de-DE"/>
            </a:p>
          </p:txBody>
        </p:sp>
      </p:grpSp>
      <p:sp>
        <p:nvSpPr>
          <p:cNvPr id="5" name="Title 1"/>
          <p:cNvSpPr>
            <a:spLocks noGrp="1"/>
          </p:cNvSpPr>
          <p:nvPr>
            <p:ph type="title"/>
          </p:nvPr>
        </p:nvSpPr>
        <p:spPr>
          <a:xfrm>
            <a:off x="1228725" y="400050"/>
            <a:ext cx="7372350" cy="548878"/>
          </a:xfrm>
        </p:spPr>
        <p:txBody>
          <a:bodyPr/>
          <a:lstStyle/>
          <a:p>
            <a:r>
              <a:rPr lang="en-US"/>
              <a:t>Click to edit Master title style</a:t>
            </a:r>
            <a:endParaRPr lang="en-US" dirty="0"/>
          </a:p>
        </p:txBody>
      </p:sp>
      <p:sp>
        <p:nvSpPr>
          <p:cNvPr id="14" name="Text Placeholder 5"/>
          <p:cNvSpPr>
            <a:spLocks noGrp="1"/>
          </p:cNvSpPr>
          <p:nvPr>
            <p:ph type="body" sz="quarter" idx="11"/>
          </p:nvPr>
        </p:nvSpPr>
        <p:spPr>
          <a:xfrm>
            <a:off x="1357312" y="2133601"/>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15" name="Text Placeholder 5"/>
          <p:cNvSpPr>
            <a:spLocks noGrp="1"/>
          </p:cNvSpPr>
          <p:nvPr>
            <p:ph type="body" sz="quarter" idx="14"/>
          </p:nvPr>
        </p:nvSpPr>
        <p:spPr>
          <a:xfrm>
            <a:off x="1357313" y="2613960"/>
            <a:ext cx="1714500" cy="2243790"/>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6" name="Text Placeholder 5"/>
          <p:cNvSpPr>
            <a:spLocks noGrp="1"/>
          </p:cNvSpPr>
          <p:nvPr>
            <p:ph type="body" sz="quarter" idx="15"/>
          </p:nvPr>
        </p:nvSpPr>
        <p:spPr>
          <a:xfrm>
            <a:off x="4155559" y="2133601"/>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17" name="Text Placeholder 5"/>
          <p:cNvSpPr>
            <a:spLocks noGrp="1"/>
          </p:cNvSpPr>
          <p:nvPr>
            <p:ph type="body" sz="quarter" idx="16"/>
          </p:nvPr>
        </p:nvSpPr>
        <p:spPr>
          <a:xfrm>
            <a:off x="4155559" y="2613960"/>
            <a:ext cx="1714500" cy="2243790"/>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Text Placeholder 5"/>
          <p:cNvSpPr>
            <a:spLocks noGrp="1"/>
          </p:cNvSpPr>
          <p:nvPr>
            <p:ph type="body" sz="quarter" idx="17"/>
          </p:nvPr>
        </p:nvSpPr>
        <p:spPr>
          <a:xfrm>
            <a:off x="6886575" y="2133601"/>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19" name="Text Placeholder 5"/>
          <p:cNvSpPr>
            <a:spLocks noGrp="1"/>
          </p:cNvSpPr>
          <p:nvPr>
            <p:ph type="body" sz="quarter" idx="18"/>
          </p:nvPr>
        </p:nvSpPr>
        <p:spPr>
          <a:xfrm>
            <a:off x="6886575" y="2613960"/>
            <a:ext cx="1714500" cy="2243790"/>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2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200"/>
                                        <p:tgtEl>
                                          <p:spTgt spid="13"/>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2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2_Blank">
    <p:spTree>
      <p:nvGrpSpPr>
        <p:cNvPr id="1" name=""/>
        <p:cNvGrpSpPr/>
        <p:nvPr/>
      </p:nvGrpSpPr>
      <p:grpSpPr>
        <a:xfrm>
          <a:off x="0" y="0"/>
          <a:ext cx="0" cy="0"/>
          <a:chOff x="0" y="0"/>
          <a:chExt cx="0" cy="0"/>
        </a:xfrm>
      </p:grpSpPr>
      <p:sp>
        <p:nvSpPr>
          <p:cNvPr id="6" name="Oval 5"/>
          <p:cNvSpPr/>
          <p:nvPr/>
        </p:nvSpPr>
        <p:spPr>
          <a:xfrm>
            <a:off x="3784600" y="2132013"/>
            <a:ext cx="1628775" cy="2171700"/>
          </a:xfrm>
          <a:prstGeom prst="ellipse">
            <a:avLst/>
          </a:prstGeom>
          <a:solidFill>
            <a:srgbClr val="F68B1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7" name="Arc 6"/>
          <p:cNvSpPr>
            <a:spLocks noChangeAspect="1"/>
          </p:cNvSpPr>
          <p:nvPr/>
        </p:nvSpPr>
        <p:spPr>
          <a:xfrm>
            <a:off x="3706813" y="2030413"/>
            <a:ext cx="1782762" cy="2376487"/>
          </a:xfrm>
          <a:prstGeom prst="arc">
            <a:avLst>
              <a:gd name="adj1" fmla="val 14511769"/>
              <a:gd name="adj2" fmla="val 10954347"/>
            </a:avLst>
          </a:prstGeom>
          <a:ln w="22225">
            <a:solidFill>
              <a:srgbClr val="F68B1F"/>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dirty="0"/>
          </a:p>
        </p:txBody>
      </p:sp>
      <p:sp>
        <p:nvSpPr>
          <p:cNvPr id="8" name="Arc 7"/>
          <p:cNvSpPr>
            <a:spLocks noChangeAspect="1"/>
          </p:cNvSpPr>
          <p:nvPr/>
        </p:nvSpPr>
        <p:spPr>
          <a:xfrm rot="11700000">
            <a:off x="3748088" y="2084388"/>
            <a:ext cx="1700212" cy="2268537"/>
          </a:xfrm>
          <a:prstGeom prst="arc">
            <a:avLst>
              <a:gd name="adj1" fmla="val 14511769"/>
              <a:gd name="adj2" fmla="val 10954347"/>
            </a:avLst>
          </a:prstGeom>
          <a:ln w="22225">
            <a:solidFill>
              <a:srgbClr val="F68B1F"/>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a:p>
        </p:txBody>
      </p:sp>
      <p:sp>
        <p:nvSpPr>
          <p:cNvPr id="9" name="Oval 8"/>
          <p:cNvSpPr/>
          <p:nvPr/>
        </p:nvSpPr>
        <p:spPr>
          <a:xfrm>
            <a:off x="1463675" y="2132013"/>
            <a:ext cx="1628775" cy="2171700"/>
          </a:xfrm>
          <a:prstGeom prst="ellipse">
            <a:avLst/>
          </a:prstGeom>
          <a:solidFill>
            <a:srgbClr val="0056A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10" name="Arc 9"/>
          <p:cNvSpPr>
            <a:spLocks noChangeAspect="1"/>
          </p:cNvSpPr>
          <p:nvPr/>
        </p:nvSpPr>
        <p:spPr>
          <a:xfrm>
            <a:off x="1385888" y="2030413"/>
            <a:ext cx="1782762" cy="2376487"/>
          </a:xfrm>
          <a:prstGeom prst="arc">
            <a:avLst>
              <a:gd name="adj1" fmla="val 14511769"/>
              <a:gd name="adj2" fmla="val 10954347"/>
            </a:avLst>
          </a:prstGeom>
          <a:ln w="22225">
            <a:solidFill>
              <a:srgbClr val="0056A4"/>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dirty="0"/>
          </a:p>
        </p:txBody>
      </p:sp>
      <p:sp>
        <p:nvSpPr>
          <p:cNvPr id="11" name="Arc 10"/>
          <p:cNvSpPr>
            <a:spLocks noChangeAspect="1"/>
          </p:cNvSpPr>
          <p:nvPr/>
        </p:nvSpPr>
        <p:spPr>
          <a:xfrm rot="11700000">
            <a:off x="1427163" y="2084388"/>
            <a:ext cx="1700212" cy="2268537"/>
          </a:xfrm>
          <a:prstGeom prst="arc">
            <a:avLst>
              <a:gd name="adj1" fmla="val 14511769"/>
              <a:gd name="adj2" fmla="val 10954347"/>
            </a:avLst>
          </a:prstGeom>
          <a:ln w="22225">
            <a:solidFill>
              <a:srgbClr val="0056A4"/>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a:p>
        </p:txBody>
      </p:sp>
      <p:sp>
        <p:nvSpPr>
          <p:cNvPr id="13" name="Oval 12"/>
          <p:cNvSpPr/>
          <p:nvPr/>
        </p:nvSpPr>
        <p:spPr>
          <a:xfrm>
            <a:off x="6115050" y="2132013"/>
            <a:ext cx="1628775" cy="21717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14" name="Arc 13"/>
          <p:cNvSpPr>
            <a:spLocks noChangeAspect="1"/>
          </p:cNvSpPr>
          <p:nvPr/>
        </p:nvSpPr>
        <p:spPr>
          <a:xfrm>
            <a:off x="6037263" y="2030413"/>
            <a:ext cx="1782762" cy="2376487"/>
          </a:xfrm>
          <a:prstGeom prst="arc">
            <a:avLst>
              <a:gd name="adj1" fmla="val 14511769"/>
              <a:gd name="adj2" fmla="val 10954347"/>
            </a:avLst>
          </a:prstGeom>
          <a:ln w="22225">
            <a:solidFill>
              <a:schemeClr val="tx1">
                <a:lumMod val="85000"/>
                <a:lumOff val="15000"/>
              </a:schemeClr>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dirty="0"/>
          </a:p>
        </p:txBody>
      </p:sp>
      <p:sp>
        <p:nvSpPr>
          <p:cNvPr id="15" name="Arc 14"/>
          <p:cNvSpPr>
            <a:spLocks noChangeAspect="1"/>
          </p:cNvSpPr>
          <p:nvPr/>
        </p:nvSpPr>
        <p:spPr>
          <a:xfrm rot="11700000">
            <a:off x="6078538" y="2084388"/>
            <a:ext cx="1700212" cy="2268537"/>
          </a:xfrm>
          <a:prstGeom prst="arc">
            <a:avLst>
              <a:gd name="adj1" fmla="val 14511769"/>
              <a:gd name="adj2" fmla="val 10954347"/>
            </a:avLst>
          </a:prstGeom>
          <a:ln w="22225">
            <a:solidFill>
              <a:schemeClr val="tx1">
                <a:lumMod val="85000"/>
                <a:lumOff val="15000"/>
              </a:schemeClr>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a:p>
        </p:txBody>
      </p:sp>
      <p:sp>
        <p:nvSpPr>
          <p:cNvPr id="12" name="Title 1"/>
          <p:cNvSpPr>
            <a:spLocks noGrp="1"/>
          </p:cNvSpPr>
          <p:nvPr>
            <p:ph type="title"/>
          </p:nvPr>
        </p:nvSpPr>
        <p:spPr>
          <a:xfrm>
            <a:off x="1228725" y="400050"/>
            <a:ext cx="7458075" cy="548878"/>
          </a:xfrm>
        </p:spPr>
        <p:txBody>
          <a:bodyPr/>
          <a:lstStyle/>
          <a:p>
            <a:r>
              <a:rPr lang="en-US"/>
              <a:t>Click to edit Master title style</a:t>
            </a:r>
            <a:endParaRPr lang="en-US" dirty="0"/>
          </a:p>
        </p:txBody>
      </p:sp>
      <p:sp>
        <p:nvSpPr>
          <p:cNvPr id="16" name="Text Placeholder 5"/>
          <p:cNvSpPr>
            <a:spLocks noGrp="1"/>
          </p:cNvSpPr>
          <p:nvPr>
            <p:ph type="body" sz="quarter" idx="12"/>
          </p:nvPr>
        </p:nvSpPr>
        <p:spPr>
          <a:xfrm>
            <a:off x="3757613" y="2926564"/>
            <a:ext cx="1628775" cy="547672"/>
          </a:xfrm>
          <a:prstGeom prst="rect">
            <a:avLst/>
          </a:prstGeom>
        </p:spPr>
        <p:txBody>
          <a:bodyPr lIns="0" tIns="0" rIns="0" bIns="0" anchor="ctr"/>
          <a:lstStyle>
            <a:lvl1pPr marL="0" indent="0" algn="ctr">
              <a:buFontTx/>
              <a:buNone/>
              <a:defRPr sz="1125" b="1">
                <a:solidFill>
                  <a:schemeClr val="bg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20" name="Text Placeholder 5"/>
          <p:cNvSpPr>
            <a:spLocks noGrp="1"/>
          </p:cNvSpPr>
          <p:nvPr>
            <p:ph type="body" sz="quarter" idx="14"/>
          </p:nvPr>
        </p:nvSpPr>
        <p:spPr>
          <a:xfrm>
            <a:off x="1436742" y="2926564"/>
            <a:ext cx="1628775" cy="547672"/>
          </a:xfrm>
          <a:prstGeom prst="rect">
            <a:avLst/>
          </a:prstGeom>
        </p:spPr>
        <p:txBody>
          <a:bodyPr lIns="0" tIns="0" rIns="0" bIns="0" anchor="ctr"/>
          <a:lstStyle>
            <a:lvl1pPr marL="0" indent="0" algn="ctr">
              <a:buFontTx/>
              <a:buNone/>
              <a:defRPr sz="1125" b="1">
                <a:solidFill>
                  <a:schemeClr val="bg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24" name="Text Placeholder 5"/>
          <p:cNvSpPr>
            <a:spLocks noGrp="1"/>
          </p:cNvSpPr>
          <p:nvPr>
            <p:ph type="body" sz="quarter" idx="15"/>
          </p:nvPr>
        </p:nvSpPr>
        <p:spPr>
          <a:xfrm>
            <a:off x="6087952" y="2926564"/>
            <a:ext cx="1628775" cy="547672"/>
          </a:xfrm>
          <a:prstGeom prst="rect">
            <a:avLst/>
          </a:prstGeom>
        </p:spPr>
        <p:txBody>
          <a:bodyPr lIns="0" tIns="0" rIns="0" bIns="0" anchor="ctr"/>
          <a:lstStyle>
            <a:lvl1pPr marL="0" indent="0" algn="ctr">
              <a:buFontTx/>
              <a:buNone/>
              <a:defRPr sz="1125" b="1">
                <a:solidFill>
                  <a:schemeClr val="bg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1_Blank">
    <p:spTree>
      <p:nvGrpSpPr>
        <p:cNvPr id="1" name=""/>
        <p:cNvGrpSpPr/>
        <p:nvPr/>
      </p:nvGrpSpPr>
      <p:grpSpPr>
        <a:xfrm>
          <a:off x="0" y="0"/>
          <a:ext cx="0" cy="0"/>
          <a:chOff x="0" y="0"/>
          <a:chExt cx="0" cy="0"/>
        </a:xfrm>
      </p:grpSpPr>
      <p:sp>
        <p:nvSpPr>
          <p:cNvPr id="5" name="Rectangle 4"/>
          <p:cNvSpPr/>
          <p:nvPr/>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pic>
        <p:nvPicPr>
          <p:cNvPr id="6"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85153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object 19"/>
          <p:cNvSpPr txBox="1"/>
          <p:nvPr/>
        </p:nvSpPr>
        <p:spPr>
          <a:xfrm>
            <a:off x="404813" y="6424613"/>
            <a:ext cx="2282825" cy="111125"/>
          </a:xfrm>
          <a:prstGeom prst="rect">
            <a:avLst/>
          </a:prstGeom>
        </p:spPr>
        <p:txBody>
          <a:bodyPr lIns="0" tIns="7144" rIns="0" bIns="0">
            <a:spAutoFit/>
          </a:bodyPr>
          <a:lstStyle/>
          <a:p>
            <a:pPr marL="6985">
              <a:spcBef>
                <a:spcPts val="55"/>
              </a:spcBef>
              <a:defRPr/>
            </a:pPr>
            <a:r>
              <a:rPr sz="675" dirty="0">
                <a:solidFill>
                  <a:schemeClr val="bg1">
                    <a:lumMod val="95000"/>
                  </a:schemeClr>
                </a:solidFill>
                <a:latin typeface="Arial" panose="020B0604020202020204" pitchFamily="34" charset="0"/>
                <a:cs typeface="Arial" panose="020B0604020202020204" pitchFamily="34" charset="0"/>
              </a:rPr>
              <a:t>© </a:t>
            </a:r>
            <a:r>
              <a:rPr sz="675" spc="-3" dirty="0">
                <a:solidFill>
                  <a:schemeClr val="bg1">
                    <a:lumMod val="95000"/>
                  </a:schemeClr>
                </a:solidFill>
                <a:latin typeface="Arial" panose="020B0604020202020204" pitchFamily="34" charset="0"/>
                <a:cs typeface="Arial" panose="020B0604020202020204" pitchFamily="34" charset="0"/>
              </a:rPr>
              <a:t>20</a:t>
            </a:r>
            <a:r>
              <a:rPr lang="en-US" sz="675" spc="-3" dirty="0">
                <a:solidFill>
                  <a:schemeClr val="bg1">
                    <a:lumMod val="95000"/>
                  </a:schemeClr>
                </a:solidFill>
                <a:latin typeface="Arial" panose="020B0604020202020204" pitchFamily="34" charset="0"/>
                <a:cs typeface="Arial" panose="020B0604020202020204" pitchFamily="34" charset="0"/>
              </a:rPr>
              <a:t>20</a:t>
            </a:r>
            <a:r>
              <a:rPr sz="675" spc="-3" dirty="0">
                <a:solidFill>
                  <a:schemeClr val="bg1">
                    <a:lumMod val="95000"/>
                  </a:schemeClr>
                </a:solidFill>
                <a:latin typeface="Arial" panose="020B0604020202020204" pitchFamily="34" charset="0"/>
                <a:cs typeface="Arial" panose="020B0604020202020204" pitchFamily="34" charset="0"/>
              </a:rPr>
              <a:t> </a:t>
            </a:r>
            <a:r>
              <a:rPr lang="en-US" sz="675" spc="-3" dirty="0">
                <a:solidFill>
                  <a:schemeClr val="bg1">
                    <a:lumMod val="95000"/>
                  </a:schemeClr>
                </a:solidFill>
                <a:latin typeface="Arial" panose="020B0604020202020204" pitchFamily="34" charset="0"/>
                <a:cs typeface="Arial" panose="020B0604020202020204" pitchFamily="34" charset="0"/>
              </a:rPr>
              <a:t>Coforge</a:t>
            </a:r>
            <a:endParaRPr sz="675" dirty="0">
              <a:solidFill>
                <a:schemeClr val="bg1">
                  <a:lumMod val="95000"/>
                </a:schemeClr>
              </a:solidFill>
              <a:latin typeface="Arial" panose="020B0604020202020204" pitchFamily="34" charset="0"/>
              <a:cs typeface="Arial" panose="020B0604020202020204" pitchFamily="34" charset="0"/>
            </a:endParaRPr>
          </a:p>
        </p:txBody>
      </p:sp>
      <p:sp>
        <p:nvSpPr>
          <p:cNvPr id="8" name="Oval 7"/>
          <p:cNvSpPr/>
          <p:nvPr/>
        </p:nvSpPr>
        <p:spPr>
          <a:xfrm>
            <a:off x="8643938" y="6286500"/>
            <a:ext cx="342900" cy="457200"/>
          </a:xfrm>
          <a:prstGeom prst="ellipse">
            <a:avLst/>
          </a:prstGeom>
          <a:noFill/>
          <a:ln w="19050">
            <a:solidFill>
              <a:srgbClr val="F68B1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9" name="Holder 5"/>
          <p:cNvSpPr txBox="1"/>
          <p:nvPr/>
        </p:nvSpPr>
        <p:spPr>
          <a:xfrm>
            <a:off x="8578850" y="6343650"/>
            <a:ext cx="490538" cy="342900"/>
          </a:xfrm>
          <a:prstGeom prst="rect">
            <a:avLst/>
          </a:prstGeom>
        </p:spPr>
        <p:txBody>
          <a:bodyPr lIns="0" tIns="0" rIns="0" bIns="0" anchor="ctr"/>
          <a:lstStyle>
            <a:defPPr>
              <a:defRPr lang="en-US"/>
            </a:defPPr>
            <a:lvl1pPr marL="0" algn="r" defTabSz="914400" rtl="0" eaLnBrk="1" latinLnBrk="0" hangingPunct="1">
              <a:defRPr sz="2000" b="1" kern="1200">
                <a:solidFill>
                  <a:srgbClr val="001B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fld id="{EB014F5B-34A7-4DA4-BCA0-585CF1CE164D}" type="slidenum">
              <a:rPr lang="en-GB" sz="790" smtClean="0">
                <a:solidFill>
                  <a:schemeClr val="bg1">
                    <a:lumMod val="50000"/>
                  </a:schemeClr>
                </a:solidFill>
              </a:rPr>
              <a:t>‹#›</a:t>
            </a:fld>
            <a:endParaRPr lang="en-GB" sz="790" dirty="0">
              <a:solidFill>
                <a:schemeClr val="bg1">
                  <a:lumMod val="50000"/>
                </a:schemeClr>
              </a:solidFill>
            </a:endParaRPr>
          </a:p>
        </p:txBody>
      </p:sp>
      <p:grpSp>
        <p:nvGrpSpPr>
          <p:cNvPr id="10" name="Group 14"/>
          <p:cNvGrpSpPr/>
          <p:nvPr/>
        </p:nvGrpSpPr>
        <p:grpSpPr bwMode="auto">
          <a:xfrm>
            <a:off x="4443413" y="725488"/>
            <a:ext cx="717550" cy="6132512"/>
            <a:chOff x="8146768" y="966535"/>
            <a:chExt cx="1276632" cy="8177465"/>
          </a:xfrm>
        </p:grpSpPr>
        <p:pic>
          <p:nvPicPr>
            <p:cNvPr id="11" name="Graphic 15"/>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8146768" y="989820"/>
              <a:ext cx="1276632" cy="8154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Oval 11"/>
            <p:cNvSpPr>
              <a:spLocks noChangeAspect="1"/>
            </p:cNvSpPr>
            <p:nvPr userDrawn="1"/>
          </p:nvSpPr>
          <p:spPr>
            <a:xfrm>
              <a:off x="8629741" y="966535"/>
              <a:ext cx="217480" cy="215921"/>
            </a:xfrm>
            <a:prstGeom prst="ellipse">
              <a:avLst/>
            </a:prstGeom>
            <a:solidFill>
              <a:srgbClr val="F68B1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sz="1350"/>
            </a:p>
          </p:txBody>
        </p:sp>
      </p:grpSp>
      <p:sp>
        <p:nvSpPr>
          <p:cNvPr id="20" name="Title 1"/>
          <p:cNvSpPr>
            <a:spLocks noGrp="1"/>
          </p:cNvSpPr>
          <p:nvPr>
            <p:ph type="title"/>
          </p:nvPr>
        </p:nvSpPr>
        <p:spPr>
          <a:xfrm>
            <a:off x="328613" y="457200"/>
            <a:ext cx="4114800" cy="548878"/>
          </a:xfrm>
        </p:spPr>
        <p:txBody>
          <a:bodyPr/>
          <a:lstStyle>
            <a:lvl1pPr>
              <a:defRPr>
                <a:solidFill>
                  <a:schemeClr val="bg1"/>
                </a:solidFill>
              </a:defRPr>
            </a:lvl1pPr>
          </a:lstStyle>
          <a:p>
            <a:r>
              <a:rPr lang="en-US"/>
              <a:t>Click to edit Master title style</a:t>
            </a:r>
            <a:endParaRPr lang="en-US" dirty="0"/>
          </a:p>
        </p:txBody>
      </p:sp>
      <p:sp>
        <p:nvSpPr>
          <p:cNvPr id="21" name="Text Placeholder 5"/>
          <p:cNvSpPr>
            <a:spLocks noGrp="1"/>
          </p:cNvSpPr>
          <p:nvPr>
            <p:ph type="body" sz="quarter" idx="14"/>
          </p:nvPr>
        </p:nvSpPr>
        <p:spPr>
          <a:xfrm>
            <a:off x="405000" y="1463278"/>
            <a:ext cx="4167000" cy="857250"/>
          </a:xfrm>
          <a:prstGeom prst="rect">
            <a:avLst/>
          </a:prstGeom>
        </p:spPr>
        <p:txBody>
          <a:bodyPr lIns="0" tIns="0" rIns="0" bIns="0">
            <a:noAutofit/>
          </a:bodyPr>
          <a:lstStyle>
            <a:lvl1pPr marL="0" marR="0" indent="0" algn="l" defTabSz="514350" rtl="0" eaLnBrk="1" fontAlgn="auto" latinLnBrk="0" hangingPunct="1">
              <a:lnSpc>
                <a:spcPct val="100000"/>
              </a:lnSpc>
              <a:spcBef>
                <a:spcPts val="565"/>
              </a:spcBef>
              <a:spcAft>
                <a:spcPts val="0"/>
              </a:spcAft>
              <a:buClrTx/>
              <a:buSzTx/>
              <a:buFontTx/>
              <a:buNone/>
              <a:defRPr sz="1125" b="0">
                <a:solidFill>
                  <a:schemeClr val="bg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22" name="Text Placeholder 5"/>
          <p:cNvSpPr>
            <a:spLocks noGrp="1"/>
          </p:cNvSpPr>
          <p:nvPr>
            <p:ph type="body" sz="quarter" idx="15"/>
          </p:nvPr>
        </p:nvSpPr>
        <p:spPr>
          <a:xfrm>
            <a:off x="5129212" y="606028"/>
            <a:ext cx="3814763" cy="857250"/>
          </a:xfrm>
          <a:prstGeom prst="rect">
            <a:avLst/>
          </a:prstGeom>
        </p:spPr>
        <p:txBody>
          <a:bodyPr lIns="0" tIns="0" rIns="0" bIns="0">
            <a:noAutofit/>
          </a:bodyPr>
          <a:lstStyle>
            <a:lvl1pPr marL="0" marR="0" indent="0" algn="l" defTabSz="514350" rtl="0" eaLnBrk="1" fontAlgn="auto" latinLnBrk="0" hangingPunct="1">
              <a:lnSpc>
                <a:spcPct val="100000"/>
              </a:lnSpc>
              <a:spcBef>
                <a:spcPts val="565"/>
              </a:spcBef>
              <a:spcAft>
                <a:spcPts val="0"/>
              </a:spcAft>
              <a:buClrTx/>
              <a:buSzTx/>
              <a:buFontTx/>
              <a:buNone/>
              <a:defRPr sz="1125"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5" name="Title 1"/>
          <p:cNvSpPr txBox="1"/>
          <p:nvPr/>
        </p:nvSpPr>
        <p:spPr>
          <a:xfrm>
            <a:off x="1228725" y="447675"/>
            <a:ext cx="7415213" cy="549275"/>
          </a:xfrm>
          <a:prstGeom prst="rect">
            <a:avLst/>
          </a:prstGeom>
        </p:spPr>
        <p:txBody>
          <a:bodyPr lIns="51435" tIns="25718" rIns="51435" bIns="25718" anchor="ctr">
            <a:normAutofit/>
          </a:bodyPr>
          <a:lstStyle>
            <a:lvl1pPr algn="l" defTabSz="914400" rtl="0" eaLnBrk="1" latinLnBrk="0" hangingPunct="1">
              <a:lnSpc>
                <a:spcPct val="90000"/>
              </a:lnSpc>
              <a:spcBef>
                <a:spcPct val="0"/>
              </a:spcBef>
              <a:buNone/>
              <a:defRPr sz="4000" b="1" kern="1200">
                <a:solidFill>
                  <a:schemeClr val="bg1"/>
                </a:solidFill>
                <a:latin typeface="Arial" panose="020B0604020202020204" pitchFamily="34" charset="0"/>
                <a:ea typeface="+mj-ea"/>
                <a:cs typeface="Arial" panose="020B0604020202020204" pitchFamily="34" charset="0"/>
              </a:defRPr>
            </a:lvl1pPr>
          </a:lstStyle>
          <a:p>
            <a:pPr>
              <a:defRPr/>
            </a:pPr>
            <a:r>
              <a:rPr lang="en-US" sz="2250" dirty="0">
                <a:solidFill>
                  <a:srgbClr val="0056A4"/>
                </a:solidFill>
              </a:rPr>
              <a:t>Click to edit Master title style</a:t>
            </a:r>
          </a:p>
        </p:txBody>
      </p:sp>
      <p:sp>
        <p:nvSpPr>
          <p:cNvPr id="2" name="Title 1"/>
          <p:cNvSpPr>
            <a:spLocks noGrp="1"/>
          </p:cNvSpPr>
          <p:nvPr>
            <p:ph type="title"/>
          </p:nvPr>
        </p:nvSpPr>
        <p:spPr>
          <a:xfrm>
            <a:off x="714375" y="1371600"/>
            <a:ext cx="2949476" cy="1070372"/>
          </a:xfrm>
        </p:spPr>
        <p:txBody>
          <a:bodyPr/>
          <a:lstStyle>
            <a:lvl1pPr>
              <a:defRPr sz="1800">
                <a:solidFill>
                  <a:srgbClr val="0056A4"/>
                </a:solidFill>
              </a:defRPr>
            </a:lvl1pPr>
          </a:lstStyle>
          <a:p>
            <a:r>
              <a:rPr lang="en-US"/>
              <a:t>Click to edit Master title style</a:t>
            </a:r>
            <a:endParaRPr lang="en-US" dirty="0"/>
          </a:p>
        </p:txBody>
      </p:sp>
      <p:sp>
        <p:nvSpPr>
          <p:cNvPr id="3" name="Content Placeholder 2"/>
          <p:cNvSpPr>
            <a:spLocks noGrp="1"/>
          </p:cNvSpPr>
          <p:nvPr>
            <p:ph idx="1"/>
          </p:nvPr>
        </p:nvSpPr>
        <p:spPr>
          <a:xfrm>
            <a:off x="3971925" y="1371600"/>
            <a:ext cx="4629150" cy="4874419"/>
          </a:xfrm>
        </p:spPr>
        <p:txBody>
          <a:bodyPr/>
          <a:lstStyle>
            <a:lvl1pPr>
              <a:defRPr sz="1575"/>
            </a:lvl1pPr>
            <a:lvl2pPr>
              <a:defRPr sz="1350"/>
            </a:lvl2pPr>
            <a:lvl3pPr>
              <a:defRPr sz="1125"/>
            </a:lvl3pPr>
            <a:lvl4pPr>
              <a:defRPr sz="1015"/>
            </a:lvl4pPr>
            <a:lvl5pPr>
              <a:defRPr sz="1015"/>
            </a:lvl5pPr>
            <a:lvl6pPr>
              <a:defRPr sz="1125"/>
            </a:lvl6pPr>
            <a:lvl7pPr>
              <a:defRPr sz="1125"/>
            </a:lvl7pPr>
            <a:lvl8pPr>
              <a:defRPr sz="1125"/>
            </a:lvl8pPr>
            <a:lvl9pPr>
              <a:defRPr sz="112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14375" y="2441972"/>
            <a:ext cx="2949476" cy="3811191"/>
          </a:xfrm>
        </p:spPr>
        <p:txBody>
          <a:bodyPr/>
          <a:lstStyle>
            <a:lvl1pPr marL="0" indent="0">
              <a:buNone/>
              <a:defRPr sz="900"/>
            </a:lvl1pPr>
            <a:lvl2pPr marL="257175" indent="0">
              <a:buNone/>
              <a:defRPr sz="790"/>
            </a:lvl2pPr>
            <a:lvl3pPr marL="514350" indent="0">
              <a:buNone/>
              <a:defRPr sz="675"/>
            </a:lvl3pPr>
            <a:lvl4pPr marL="771525" indent="0">
              <a:buNone/>
              <a:defRPr sz="565"/>
            </a:lvl4pPr>
            <a:lvl5pPr marL="1028700" indent="0">
              <a:buNone/>
              <a:defRPr sz="565"/>
            </a:lvl5pPr>
            <a:lvl6pPr marL="1285875" indent="0">
              <a:buNone/>
              <a:defRPr sz="565"/>
            </a:lvl6pPr>
            <a:lvl7pPr marL="1543050" indent="0">
              <a:buNone/>
              <a:defRPr sz="565"/>
            </a:lvl7pPr>
            <a:lvl8pPr marL="1800225" indent="0">
              <a:buNone/>
              <a:defRPr sz="565"/>
            </a:lvl8pPr>
            <a:lvl9pPr marL="2057400" indent="0">
              <a:buNone/>
              <a:defRPr sz="565"/>
            </a:lvl9pPr>
          </a:lstStyle>
          <a:p>
            <a:pPr lvl="0"/>
            <a:r>
              <a:rPr lang="en-US"/>
              <a:t>Click to edit Master text styles</a:t>
            </a: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1_Presentation Title Slide">
    <p:spTree>
      <p:nvGrpSpPr>
        <p:cNvPr id="1" name=""/>
        <p:cNvGrpSpPr/>
        <p:nvPr/>
      </p:nvGrpSpPr>
      <p:grpSpPr>
        <a:xfrm>
          <a:off x="0" y="0"/>
          <a:ext cx="0" cy="0"/>
          <a:chOff x="0" y="0"/>
          <a:chExt cx="0" cy="0"/>
        </a:xfrm>
      </p:grpSpPr>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3_Presentation Title Slide">
    <p:spTree>
      <p:nvGrpSpPr>
        <p:cNvPr id="1" name=""/>
        <p:cNvGrpSpPr/>
        <p:nvPr/>
      </p:nvGrpSpPr>
      <p:grpSpPr>
        <a:xfrm>
          <a:off x="0" y="0"/>
          <a:ext cx="0" cy="0"/>
          <a:chOff x="0" y="0"/>
          <a:chExt cx="0" cy="0"/>
        </a:xfrm>
      </p:grpSpPr>
      <p:pic>
        <p:nvPicPr>
          <p:cNvPr id="3"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object 19"/>
          <p:cNvSpPr txBox="1"/>
          <p:nvPr/>
        </p:nvSpPr>
        <p:spPr>
          <a:xfrm>
            <a:off x="404813" y="6481763"/>
            <a:ext cx="2282825" cy="111125"/>
          </a:xfrm>
          <a:prstGeom prst="rect">
            <a:avLst/>
          </a:prstGeom>
        </p:spPr>
        <p:txBody>
          <a:bodyPr lIns="0" tIns="7144" rIns="0" bIns="0">
            <a:spAutoFit/>
          </a:bodyPr>
          <a:lstStyle/>
          <a:p>
            <a:pPr marL="6985">
              <a:spcBef>
                <a:spcPts val="55"/>
              </a:spcBef>
              <a:defRPr/>
            </a:pPr>
            <a:r>
              <a:rPr sz="675" dirty="0">
                <a:solidFill>
                  <a:schemeClr val="bg1">
                    <a:lumMod val="95000"/>
                  </a:schemeClr>
                </a:solidFill>
                <a:latin typeface="Arial" panose="020B0604020202020204" pitchFamily="34" charset="0"/>
                <a:cs typeface="Arial" panose="020B0604020202020204" pitchFamily="34" charset="0"/>
              </a:rPr>
              <a:t>© </a:t>
            </a:r>
            <a:r>
              <a:rPr sz="675" spc="-3" dirty="0">
                <a:solidFill>
                  <a:schemeClr val="bg1">
                    <a:lumMod val="95000"/>
                  </a:schemeClr>
                </a:solidFill>
                <a:latin typeface="Arial" panose="020B0604020202020204" pitchFamily="34" charset="0"/>
                <a:cs typeface="Arial" panose="020B0604020202020204" pitchFamily="34" charset="0"/>
              </a:rPr>
              <a:t>20</a:t>
            </a:r>
            <a:r>
              <a:rPr lang="en-US" sz="675" spc="-3" dirty="0">
                <a:solidFill>
                  <a:schemeClr val="bg1">
                    <a:lumMod val="95000"/>
                  </a:schemeClr>
                </a:solidFill>
                <a:latin typeface="Arial" panose="020B0604020202020204" pitchFamily="34" charset="0"/>
                <a:cs typeface="Arial" panose="020B0604020202020204" pitchFamily="34" charset="0"/>
              </a:rPr>
              <a:t>20</a:t>
            </a:r>
            <a:r>
              <a:rPr sz="675" spc="-3" dirty="0">
                <a:solidFill>
                  <a:schemeClr val="bg1">
                    <a:lumMod val="95000"/>
                  </a:schemeClr>
                </a:solidFill>
                <a:latin typeface="Arial" panose="020B0604020202020204" pitchFamily="34" charset="0"/>
                <a:cs typeface="Arial" panose="020B0604020202020204" pitchFamily="34" charset="0"/>
              </a:rPr>
              <a:t> </a:t>
            </a:r>
            <a:r>
              <a:rPr lang="en-US" sz="675" spc="-3" dirty="0">
                <a:solidFill>
                  <a:schemeClr val="bg1">
                    <a:lumMod val="95000"/>
                  </a:schemeClr>
                </a:solidFill>
                <a:latin typeface="Arial" panose="020B0604020202020204" pitchFamily="34" charset="0"/>
                <a:cs typeface="Arial" panose="020B0604020202020204" pitchFamily="34" charset="0"/>
              </a:rPr>
              <a:t>Coforge</a:t>
            </a:r>
            <a:endParaRPr sz="675" dirty="0">
              <a:solidFill>
                <a:schemeClr val="bg1">
                  <a:lumMod val="95000"/>
                </a:schemeClr>
              </a:solidFill>
              <a:latin typeface="Arial" panose="020B0604020202020204" pitchFamily="34" charset="0"/>
              <a:cs typeface="Arial" panose="020B0604020202020204" pitchFamily="34" charset="0"/>
            </a:endParaRPr>
          </a:p>
        </p:txBody>
      </p:sp>
      <p:pic>
        <p:nvPicPr>
          <p:cNvPr id="5" name="Picture 10"/>
          <p:cNvPicPr>
            <a:picLocks noChangeAspect="1" noChangeArrowheads="1"/>
          </p:cNvPicPr>
          <p:nvPr/>
        </p:nvPicPr>
        <p:blipFill>
          <a:blip r:embed="rId3" cstate="print">
            <a:extLst>
              <a:ext uri="{28A0092B-C50C-407E-A947-70E740481C1C}">
                <a14:useLocalDpi xmlns:a14="http://schemas.microsoft.com/office/drawing/2010/main" val="0"/>
              </a:ext>
            </a:extLst>
          </a:blip>
          <a:srcRect t="17314" b="23924"/>
          <a:stretch>
            <a:fillRect/>
          </a:stretch>
        </p:blipFill>
        <p:spPr bwMode="auto">
          <a:xfrm>
            <a:off x="6861175" y="382588"/>
            <a:ext cx="1984375" cy="874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1"/>
          <p:cNvSpPr>
            <a:spLocks noGrp="1"/>
          </p:cNvSpPr>
          <p:nvPr>
            <p:ph type="title"/>
          </p:nvPr>
        </p:nvSpPr>
        <p:spPr>
          <a:xfrm>
            <a:off x="4529138" y="2800350"/>
            <a:ext cx="3593306" cy="1257300"/>
          </a:xfrm>
        </p:spPr>
        <p:txBody>
          <a:bodyPr>
            <a:noAutofit/>
          </a:bodyPr>
          <a:lstStyle>
            <a:lvl1pPr algn="l">
              <a:defRPr sz="3040">
                <a:solidFill>
                  <a:schemeClr val="bg1"/>
                </a:solidFill>
              </a:defRPr>
            </a:lvl1pPr>
          </a:lstStyle>
          <a:p>
            <a:r>
              <a:rPr lang="en-US"/>
              <a:t>Click to edit Master title style</a:t>
            </a:r>
            <a:endParaRPr lang="en-US" dirty="0"/>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4_Presentation Title Slide">
    <p:spTree>
      <p:nvGrpSpPr>
        <p:cNvPr id="1" name=""/>
        <p:cNvGrpSpPr/>
        <p:nvPr/>
      </p:nvGrpSpPr>
      <p:grpSpPr>
        <a:xfrm>
          <a:off x="0" y="0"/>
          <a:ext cx="0" cy="0"/>
          <a:chOff x="0" y="0"/>
          <a:chExt cx="0" cy="0"/>
        </a:xfrm>
      </p:grpSpPr>
      <p:pic>
        <p:nvPicPr>
          <p:cNvPr id="3"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object 19"/>
          <p:cNvSpPr txBox="1"/>
          <p:nvPr/>
        </p:nvSpPr>
        <p:spPr>
          <a:xfrm>
            <a:off x="6500813" y="6343650"/>
            <a:ext cx="2282825" cy="111125"/>
          </a:xfrm>
          <a:prstGeom prst="rect">
            <a:avLst/>
          </a:prstGeom>
        </p:spPr>
        <p:txBody>
          <a:bodyPr lIns="0" tIns="7144" rIns="0" bIns="0">
            <a:spAutoFit/>
          </a:bodyPr>
          <a:lstStyle/>
          <a:p>
            <a:pPr marL="6985" algn="r">
              <a:spcBef>
                <a:spcPts val="55"/>
              </a:spcBef>
              <a:defRPr/>
            </a:pPr>
            <a:r>
              <a:rPr sz="675" dirty="0">
                <a:solidFill>
                  <a:schemeClr val="bg1">
                    <a:lumMod val="50000"/>
                  </a:schemeClr>
                </a:solidFill>
                <a:latin typeface="Arial" panose="020B0604020202020204" pitchFamily="34" charset="0"/>
                <a:cs typeface="Arial" panose="020B0604020202020204" pitchFamily="34" charset="0"/>
              </a:rPr>
              <a:t>© </a:t>
            </a:r>
            <a:r>
              <a:rPr sz="675" spc="-3" dirty="0">
                <a:solidFill>
                  <a:schemeClr val="bg1">
                    <a:lumMod val="50000"/>
                  </a:schemeClr>
                </a:solidFill>
                <a:latin typeface="Arial" panose="020B0604020202020204" pitchFamily="34" charset="0"/>
                <a:cs typeface="Arial" panose="020B0604020202020204" pitchFamily="34" charset="0"/>
              </a:rPr>
              <a:t>20</a:t>
            </a:r>
            <a:r>
              <a:rPr lang="en-US" sz="675" spc="-3" dirty="0">
                <a:solidFill>
                  <a:schemeClr val="bg1">
                    <a:lumMod val="50000"/>
                  </a:schemeClr>
                </a:solidFill>
                <a:latin typeface="Arial" panose="020B0604020202020204" pitchFamily="34" charset="0"/>
                <a:cs typeface="Arial" panose="020B0604020202020204" pitchFamily="34" charset="0"/>
              </a:rPr>
              <a:t>20</a:t>
            </a:r>
            <a:r>
              <a:rPr sz="675" spc="-3" dirty="0">
                <a:solidFill>
                  <a:schemeClr val="bg1">
                    <a:lumMod val="50000"/>
                  </a:schemeClr>
                </a:solidFill>
                <a:latin typeface="Arial" panose="020B0604020202020204" pitchFamily="34" charset="0"/>
                <a:cs typeface="Arial" panose="020B0604020202020204" pitchFamily="34" charset="0"/>
              </a:rPr>
              <a:t> </a:t>
            </a:r>
            <a:r>
              <a:rPr lang="en-US" sz="675" spc="-3" dirty="0">
                <a:solidFill>
                  <a:schemeClr val="bg1">
                    <a:lumMod val="50000"/>
                  </a:schemeClr>
                </a:solidFill>
                <a:latin typeface="Arial" panose="020B0604020202020204" pitchFamily="34" charset="0"/>
                <a:cs typeface="Arial" panose="020B0604020202020204" pitchFamily="34" charset="0"/>
              </a:rPr>
              <a:t>Coforge</a:t>
            </a:r>
            <a:endParaRPr sz="675" dirty="0">
              <a:solidFill>
                <a:schemeClr val="bg1">
                  <a:lumMod val="50000"/>
                </a:schemeClr>
              </a:solidFill>
              <a:latin typeface="Arial" panose="020B0604020202020204" pitchFamily="34" charset="0"/>
              <a:cs typeface="Arial" panose="020B0604020202020204" pitchFamily="34" charset="0"/>
            </a:endParaRPr>
          </a:p>
        </p:txBody>
      </p:sp>
      <p:pic>
        <p:nvPicPr>
          <p:cNvPr id="5" name="Picture 1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43713" y="423863"/>
            <a:ext cx="2006600" cy="71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reeform 8">
            <a:hlinkClick r:id="rId4"/>
          </p:cNvPr>
          <p:cNvSpPr/>
          <p:nvPr/>
        </p:nvSpPr>
        <p:spPr bwMode="auto">
          <a:xfrm>
            <a:off x="6180138" y="4308475"/>
            <a:ext cx="244475" cy="266700"/>
          </a:xfrm>
          <a:custGeom>
            <a:avLst/>
            <a:gdLst>
              <a:gd name="T0" fmla="*/ 18 w 422"/>
              <a:gd name="T1" fmla="*/ 307 h 345"/>
              <a:gd name="T2" fmla="*/ 68 w 422"/>
              <a:gd name="T3" fmla="*/ 301 h 345"/>
              <a:gd name="T4" fmla="*/ 112 w 422"/>
              <a:gd name="T5" fmla="*/ 281 h 345"/>
              <a:gd name="T6" fmla="*/ 112 w 422"/>
              <a:gd name="T7" fmla="*/ 269 h 345"/>
              <a:gd name="T8" fmla="*/ 78 w 422"/>
              <a:gd name="T9" fmla="*/ 253 h 345"/>
              <a:gd name="T10" fmla="*/ 52 w 422"/>
              <a:gd name="T11" fmla="*/ 223 h 345"/>
              <a:gd name="T12" fmla="*/ 66 w 422"/>
              <a:gd name="T13" fmla="*/ 211 h 345"/>
              <a:gd name="T14" fmla="*/ 86 w 422"/>
              <a:gd name="T15" fmla="*/ 209 h 345"/>
              <a:gd name="T16" fmla="*/ 46 w 422"/>
              <a:gd name="T17" fmla="*/ 189 h 345"/>
              <a:gd name="T18" fmla="*/ 26 w 422"/>
              <a:gd name="T19" fmla="*/ 164 h 345"/>
              <a:gd name="T20" fmla="*/ 16 w 422"/>
              <a:gd name="T21" fmla="*/ 122 h 345"/>
              <a:gd name="T22" fmla="*/ 44 w 422"/>
              <a:gd name="T23" fmla="*/ 132 h 345"/>
              <a:gd name="T24" fmla="*/ 42 w 422"/>
              <a:gd name="T25" fmla="*/ 122 h 345"/>
              <a:gd name="T26" fmla="*/ 20 w 422"/>
              <a:gd name="T27" fmla="*/ 80 h 345"/>
              <a:gd name="T28" fmla="*/ 18 w 422"/>
              <a:gd name="T29" fmla="*/ 48 h 345"/>
              <a:gd name="T30" fmla="*/ 28 w 422"/>
              <a:gd name="T31" fmla="*/ 16 h 345"/>
              <a:gd name="T32" fmla="*/ 86 w 422"/>
              <a:gd name="T33" fmla="*/ 68 h 345"/>
              <a:gd name="T34" fmla="*/ 156 w 422"/>
              <a:gd name="T35" fmla="*/ 98 h 345"/>
              <a:gd name="T36" fmla="*/ 208 w 422"/>
              <a:gd name="T37" fmla="*/ 108 h 345"/>
              <a:gd name="T38" fmla="*/ 206 w 422"/>
              <a:gd name="T39" fmla="*/ 78 h 345"/>
              <a:gd name="T40" fmla="*/ 220 w 422"/>
              <a:gd name="T41" fmla="*/ 40 h 345"/>
              <a:gd name="T42" fmla="*/ 236 w 422"/>
              <a:gd name="T43" fmla="*/ 20 h 345"/>
              <a:gd name="T44" fmla="*/ 268 w 422"/>
              <a:gd name="T45" fmla="*/ 4 h 345"/>
              <a:gd name="T46" fmla="*/ 304 w 422"/>
              <a:gd name="T47" fmla="*/ 2 h 345"/>
              <a:gd name="T48" fmla="*/ 330 w 422"/>
              <a:gd name="T49" fmla="*/ 10 h 345"/>
              <a:gd name="T50" fmla="*/ 352 w 422"/>
              <a:gd name="T51" fmla="*/ 26 h 345"/>
              <a:gd name="T52" fmla="*/ 360 w 422"/>
              <a:gd name="T53" fmla="*/ 28 h 345"/>
              <a:gd name="T54" fmla="*/ 406 w 422"/>
              <a:gd name="T55" fmla="*/ 10 h 345"/>
              <a:gd name="T56" fmla="*/ 404 w 422"/>
              <a:gd name="T57" fmla="*/ 22 h 345"/>
              <a:gd name="T58" fmla="*/ 386 w 422"/>
              <a:gd name="T59" fmla="*/ 46 h 345"/>
              <a:gd name="T60" fmla="*/ 398 w 422"/>
              <a:gd name="T61" fmla="*/ 50 h 345"/>
              <a:gd name="T62" fmla="*/ 422 w 422"/>
              <a:gd name="T63" fmla="*/ 44 h 345"/>
              <a:gd name="T64" fmla="*/ 400 w 422"/>
              <a:gd name="T65" fmla="*/ 68 h 345"/>
              <a:gd name="T66" fmla="*/ 380 w 422"/>
              <a:gd name="T67" fmla="*/ 90 h 345"/>
              <a:gd name="T68" fmla="*/ 372 w 422"/>
              <a:gd name="T69" fmla="*/ 154 h 345"/>
              <a:gd name="T70" fmla="*/ 350 w 422"/>
              <a:gd name="T71" fmla="*/ 215 h 345"/>
              <a:gd name="T72" fmla="*/ 314 w 422"/>
              <a:gd name="T73" fmla="*/ 267 h 345"/>
              <a:gd name="T74" fmla="*/ 268 w 422"/>
              <a:gd name="T75" fmla="*/ 307 h 345"/>
              <a:gd name="T76" fmla="*/ 232 w 422"/>
              <a:gd name="T77" fmla="*/ 327 h 345"/>
              <a:gd name="T78" fmla="*/ 150 w 422"/>
              <a:gd name="T79" fmla="*/ 345 h 345"/>
              <a:gd name="T80" fmla="*/ 98 w 422"/>
              <a:gd name="T81" fmla="*/ 343 h 345"/>
              <a:gd name="T82" fmla="*/ 30 w 422"/>
              <a:gd name="T83" fmla="*/ 323 h 345"/>
              <a:gd name="T84" fmla="*/ 0 w 422"/>
              <a:gd name="T85" fmla="*/ 309 h 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22" h="345">
                <a:moveTo>
                  <a:pt x="0" y="307"/>
                </a:moveTo>
                <a:lnTo>
                  <a:pt x="0" y="307"/>
                </a:lnTo>
                <a:lnTo>
                  <a:pt x="18" y="307"/>
                </a:lnTo>
                <a:lnTo>
                  <a:pt x="34" y="307"/>
                </a:lnTo>
                <a:lnTo>
                  <a:pt x="52" y="305"/>
                </a:lnTo>
                <a:lnTo>
                  <a:pt x="68" y="301"/>
                </a:lnTo>
                <a:lnTo>
                  <a:pt x="82" y="297"/>
                </a:lnTo>
                <a:lnTo>
                  <a:pt x="98" y="289"/>
                </a:lnTo>
                <a:lnTo>
                  <a:pt x="112" y="281"/>
                </a:lnTo>
                <a:lnTo>
                  <a:pt x="128" y="271"/>
                </a:lnTo>
                <a:lnTo>
                  <a:pt x="128" y="271"/>
                </a:lnTo>
                <a:lnTo>
                  <a:pt x="112" y="269"/>
                </a:lnTo>
                <a:lnTo>
                  <a:pt x="100" y="265"/>
                </a:lnTo>
                <a:lnTo>
                  <a:pt x="88" y="261"/>
                </a:lnTo>
                <a:lnTo>
                  <a:pt x="78" y="253"/>
                </a:lnTo>
                <a:lnTo>
                  <a:pt x="68" y="245"/>
                </a:lnTo>
                <a:lnTo>
                  <a:pt x="60" y="235"/>
                </a:lnTo>
                <a:lnTo>
                  <a:pt x="52" y="223"/>
                </a:lnTo>
                <a:lnTo>
                  <a:pt x="46" y="211"/>
                </a:lnTo>
                <a:lnTo>
                  <a:pt x="46" y="211"/>
                </a:lnTo>
                <a:lnTo>
                  <a:pt x="66" y="211"/>
                </a:lnTo>
                <a:lnTo>
                  <a:pt x="76" y="211"/>
                </a:lnTo>
                <a:lnTo>
                  <a:pt x="86" y="209"/>
                </a:lnTo>
                <a:lnTo>
                  <a:pt x="86" y="209"/>
                </a:lnTo>
                <a:lnTo>
                  <a:pt x="70" y="205"/>
                </a:lnTo>
                <a:lnTo>
                  <a:pt x="58" y="197"/>
                </a:lnTo>
                <a:lnTo>
                  <a:pt x="46" y="189"/>
                </a:lnTo>
                <a:lnTo>
                  <a:pt x="36" y="178"/>
                </a:lnTo>
                <a:lnTo>
                  <a:pt x="36" y="178"/>
                </a:lnTo>
                <a:lnTo>
                  <a:pt x="26" y="164"/>
                </a:lnTo>
                <a:lnTo>
                  <a:pt x="20" y="152"/>
                </a:lnTo>
                <a:lnTo>
                  <a:pt x="18" y="138"/>
                </a:lnTo>
                <a:lnTo>
                  <a:pt x="16" y="122"/>
                </a:lnTo>
                <a:lnTo>
                  <a:pt x="16" y="122"/>
                </a:lnTo>
                <a:lnTo>
                  <a:pt x="34" y="130"/>
                </a:lnTo>
                <a:lnTo>
                  <a:pt x="44" y="132"/>
                </a:lnTo>
                <a:lnTo>
                  <a:pt x="56" y="132"/>
                </a:lnTo>
                <a:lnTo>
                  <a:pt x="56" y="132"/>
                </a:lnTo>
                <a:lnTo>
                  <a:pt x="42" y="122"/>
                </a:lnTo>
                <a:lnTo>
                  <a:pt x="32" y="110"/>
                </a:lnTo>
                <a:lnTo>
                  <a:pt x="24" y="96"/>
                </a:lnTo>
                <a:lnTo>
                  <a:pt x="20" y="80"/>
                </a:lnTo>
                <a:lnTo>
                  <a:pt x="20" y="80"/>
                </a:lnTo>
                <a:lnTo>
                  <a:pt x="16" y="64"/>
                </a:lnTo>
                <a:lnTo>
                  <a:pt x="18" y="48"/>
                </a:lnTo>
                <a:lnTo>
                  <a:pt x="22" y="32"/>
                </a:lnTo>
                <a:lnTo>
                  <a:pt x="28" y="16"/>
                </a:lnTo>
                <a:lnTo>
                  <a:pt x="28" y="16"/>
                </a:lnTo>
                <a:lnTo>
                  <a:pt x="46" y="36"/>
                </a:lnTo>
                <a:lnTo>
                  <a:pt x="66" y="54"/>
                </a:lnTo>
                <a:lnTo>
                  <a:pt x="86" y="68"/>
                </a:lnTo>
                <a:lnTo>
                  <a:pt x="108" y="82"/>
                </a:lnTo>
                <a:lnTo>
                  <a:pt x="132" y="92"/>
                </a:lnTo>
                <a:lnTo>
                  <a:pt x="156" y="98"/>
                </a:lnTo>
                <a:lnTo>
                  <a:pt x="180" y="104"/>
                </a:lnTo>
                <a:lnTo>
                  <a:pt x="208" y="108"/>
                </a:lnTo>
                <a:lnTo>
                  <a:pt x="208" y="108"/>
                </a:lnTo>
                <a:lnTo>
                  <a:pt x="206" y="92"/>
                </a:lnTo>
                <a:lnTo>
                  <a:pt x="206" y="92"/>
                </a:lnTo>
                <a:lnTo>
                  <a:pt x="206" y="78"/>
                </a:lnTo>
                <a:lnTo>
                  <a:pt x="208" y="64"/>
                </a:lnTo>
                <a:lnTo>
                  <a:pt x="214" y="52"/>
                </a:lnTo>
                <a:lnTo>
                  <a:pt x="220" y="40"/>
                </a:lnTo>
                <a:lnTo>
                  <a:pt x="220" y="40"/>
                </a:lnTo>
                <a:lnTo>
                  <a:pt x="228" y="30"/>
                </a:lnTo>
                <a:lnTo>
                  <a:pt x="236" y="20"/>
                </a:lnTo>
                <a:lnTo>
                  <a:pt x="246" y="14"/>
                </a:lnTo>
                <a:lnTo>
                  <a:pt x="256" y="8"/>
                </a:lnTo>
                <a:lnTo>
                  <a:pt x="268" y="4"/>
                </a:lnTo>
                <a:lnTo>
                  <a:pt x="278" y="2"/>
                </a:lnTo>
                <a:lnTo>
                  <a:pt x="290" y="0"/>
                </a:lnTo>
                <a:lnTo>
                  <a:pt x="304" y="2"/>
                </a:lnTo>
                <a:lnTo>
                  <a:pt x="304" y="2"/>
                </a:lnTo>
                <a:lnTo>
                  <a:pt x="318" y="4"/>
                </a:lnTo>
                <a:lnTo>
                  <a:pt x="330" y="10"/>
                </a:lnTo>
                <a:lnTo>
                  <a:pt x="342" y="16"/>
                </a:lnTo>
                <a:lnTo>
                  <a:pt x="352" y="26"/>
                </a:lnTo>
                <a:lnTo>
                  <a:pt x="352" y="26"/>
                </a:lnTo>
                <a:lnTo>
                  <a:pt x="356" y="28"/>
                </a:lnTo>
                <a:lnTo>
                  <a:pt x="360" y="28"/>
                </a:lnTo>
                <a:lnTo>
                  <a:pt x="360" y="28"/>
                </a:lnTo>
                <a:lnTo>
                  <a:pt x="384" y="20"/>
                </a:lnTo>
                <a:lnTo>
                  <a:pt x="406" y="10"/>
                </a:lnTo>
                <a:lnTo>
                  <a:pt x="406" y="10"/>
                </a:lnTo>
                <a:lnTo>
                  <a:pt x="410" y="8"/>
                </a:lnTo>
                <a:lnTo>
                  <a:pt x="410" y="8"/>
                </a:lnTo>
                <a:lnTo>
                  <a:pt x="404" y="22"/>
                </a:lnTo>
                <a:lnTo>
                  <a:pt x="396" y="34"/>
                </a:lnTo>
                <a:lnTo>
                  <a:pt x="396" y="34"/>
                </a:lnTo>
                <a:lnTo>
                  <a:pt x="386" y="46"/>
                </a:lnTo>
                <a:lnTo>
                  <a:pt x="374" y="54"/>
                </a:lnTo>
                <a:lnTo>
                  <a:pt x="374" y="54"/>
                </a:lnTo>
                <a:lnTo>
                  <a:pt x="398" y="50"/>
                </a:lnTo>
                <a:lnTo>
                  <a:pt x="422" y="42"/>
                </a:lnTo>
                <a:lnTo>
                  <a:pt x="422" y="42"/>
                </a:lnTo>
                <a:lnTo>
                  <a:pt x="422" y="44"/>
                </a:lnTo>
                <a:lnTo>
                  <a:pt x="422" y="44"/>
                </a:lnTo>
                <a:lnTo>
                  <a:pt x="400" y="68"/>
                </a:lnTo>
                <a:lnTo>
                  <a:pt x="400" y="68"/>
                </a:lnTo>
                <a:lnTo>
                  <a:pt x="382" y="84"/>
                </a:lnTo>
                <a:lnTo>
                  <a:pt x="382" y="84"/>
                </a:lnTo>
                <a:lnTo>
                  <a:pt x="380" y="90"/>
                </a:lnTo>
                <a:lnTo>
                  <a:pt x="380" y="90"/>
                </a:lnTo>
                <a:lnTo>
                  <a:pt x="378" y="122"/>
                </a:lnTo>
                <a:lnTo>
                  <a:pt x="372" y="154"/>
                </a:lnTo>
                <a:lnTo>
                  <a:pt x="364" y="185"/>
                </a:lnTo>
                <a:lnTo>
                  <a:pt x="350" y="215"/>
                </a:lnTo>
                <a:lnTo>
                  <a:pt x="350" y="215"/>
                </a:lnTo>
                <a:lnTo>
                  <a:pt x="340" y="233"/>
                </a:lnTo>
                <a:lnTo>
                  <a:pt x="328" y="251"/>
                </a:lnTo>
                <a:lnTo>
                  <a:pt x="314" y="267"/>
                </a:lnTo>
                <a:lnTo>
                  <a:pt x="300" y="281"/>
                </a:lnTo>
                <a:lnTo>
                  <a:pt x="286" y="295"/>
                </a:lnTo>
                <a:lnTo>
                  <a:pt x="268" y="307"/>
                </a:lnTo>
                <a:lnTo>
                  <a:pt x="252" y="317"/>
                </a:lnTo>
                <a:lnTo>
                  <a:pt x="232" y="327"/>
                </a:lnTo>
                <a:lnTo>
                  <a:pt x="232" y="327"/>
                </a:lnTo>
                <a:lnTo>
                  <a:pt x="206" y="335"/>
                </a:lnTo>
                <a:lnTo>
                  <a:pt x="178" y="343"/>
                </a:lnTo>
                <a:lnTo>
                  <a:pt x="150" y="345"/>
                </a:lnTo>
                <a:lnTo>
                  <a:pt x="122" y="345"/>
                </a:lnTo>
                <a:lnTo>
                  <a:pt x="122" y="345"/>
                </a:lnTo>
                <a:lnTo>
                  <a:pt x="98" y="343"/>
                </a:lnTo>
                <a:lnTo>
                  <a:pt x="76" y="339"/>
                </a:lnTo>
                <a:lnTo>
                  <a:pt x="52" y="333"/>
                </a:lnTo>
                <a:lnTo>
                  <a:pt x="30" y="323"/>
                </a:lnTo>
                <a:lnTo>
                  <a:pt x="30" y="323"/>
                </a:lnTo>
                <a:lnTo>
                  <a:pt x="0" y="309"/>
                </a:lnTo>
                <a:lnTo>
                  <a:pt x="0" y="309"/>
                </a:lnTo>
                <a:lnTo>
                  <a:pt x="0" y="307"/>
                </a:lnTo>
                <a:lnTo>
                  <a:pt x="0" y="307"/>
                </a:lnTo>
                <a:close/>
              </a:path>
            </a:pathLst>
          </a:custGeom>
          <a:solidFill>
            <a:srgbClr val="F68B1F"/>
          </a:solidFill>
          <a:ln>
            <a:noFill/>
          </a:ln>
        </p:spPr>
        <p:txBody>
          <a:bodyPr lIns="51435" tIns="25718" rIns="51435" bIns="25718"/>
          <a:lstStyle/>
          <a:p>
            <a:pPr>
              <a:defRPr/>
            </a:pPr>
            <a:endParaRPr lang="en-IN" sz="1350"/>
          </a:p>
        </p:txBody>
      </p:sp>
      <p:grpSp>
        <p:nvGrpSpPr>
          <p:cNvPr id="8" name="Group 7"/>
          <p:cNvGrpSpPr/>
          <p:nvPr/>
        </p:nvGrpSpPr>
        <p:grpSpPr>
          <a:xfrm>
            <a:off x="6543675" y="4286250"/>
            <a:ext cx="239951" cy="322889"/>
            <a:chOff x="2652713" y="4170363"/>
            <a:chExt cx="687388" cy="693738"/>
          </a:xfrm>
          <a:solidFill>
            <a:schemeClr val="bg1"/>
          </a:solidFill>
        </p:grpSpPr>
        <p:sp>
          <p:nvSpPr>
            <p:cNvPr id="9" name="Freeform 10">
              <a:hlinkClick r:id="rId5"/>
            </p:cNvPr>
            <p:cNvSpPr/>
            <p:nvPr/>
          </p:nvSpPr>
          <p:spPr bwMode="auto">
            <a:xfrm>
              <a:off x="2652713" y="4170363"/>
              <a:ext cx="687388" cy="693738"/>
            </a:xfrm>
            <a:custGeom>
              <a:avLst/>
              <a:gdLst>
                <a:gd name="T0" fmla="*/ 0 w 433"/>
                <a:gd name="T1" fmla="*/ 233 h 437"/>
                <a:gd name="T2" fmla="*/ 0 w 433"/>
                <a:gd name="T3" fmla="*/ 205 h 437"/>
                <a:gd name="T4" fmla="*/ 0 w 433"/>
                <a:gd name="T5" fmla="*/ 201 h 437"/>
                <a:gd name="T6" fmla="*/ 4 w 433"/>
                <a:gd name="T7" fmla="*/ 168 h 437"/>
                <a:gd name="T8" fmla="*/ 16 w 433"/>
                <a:gd name="T9" fmla="*/ 136 h 437"/>
                <a:gd name="T10" fmla="*/ 28 w 433"/>
                <a:gd name="T11" fmla="*/ 110 h 437"/>
                <a:gd name="T12" fmla="*/ 60 w 433"/>
                <a:gd name="T13" fmla="*/ 66 h 437"/>
                <a:gd name="T14" fmla="*/ 80 w 433"/>
                <a:gd name="T15" fmla="*/ 48 h 437"/>
                <a:gd name="T16" fmla="*/ 130 w 433"/>
                <a:gd name="T17" fmla="*/ 18 h 437"/>
                <a:gd name="T18" fmla="*/ 188 w 433"/>
                <a:gd name="T19" fmla="*/ 2 h 437"/>
                <a:gd name="T20" fmla="*/ 204 w 433"/>
                <a:gd name="T21" fmla="*/ 0 h 437"/>
                <a:gd name="T22" fmla="*/ 230 w 433"/>
                <a:gd name="T23" fmla="*/ 0 h 437"/>
                <a:gd name="T24" fmla="*/ 232 w 433"/>
                <a:gd name="T25" fmla="*/ 2 h 437"/>
                <a:gd name="T26" fmla="*/ 266 w 433"/>
                <a:gd name="T27" fmla="*/ 6 h 437"/>
                <a:gd name="T28" fmla="*/ 292 w 433"/>
                <a:gd name="T29" fmla="*/ 14 h 437"/>
                <a:gd name="T30" fmla="*/ 338 w 433"/>
                <a:gd name="T31" fmla="*/ 38 h 437"/>
                <a:gd name="T32" fmla="*/ 360 w 433"/>
                <a:gd name="T33" fmla="*/ 56 h 437"/>
                <a:gd name="T34" fmla="*/ 400 w 433"/>
                <a:gd name="T35" fmla="*/ 102 h 437"/>
                <a:gd name="T36" fmla="*/ 411 w 433"/>
                <a:gd name="T37" fmla="*/ 122 h 437"/>
                <a:gd name="T38" fmla="*/ 427 w 433"/>
                <a:gd name="T39" fmla="*/ 166 h 437"/>
                <a:gd name="T40" fmla="*/ 431 w 433"/>
                <a:gd name="T41" fmla="*/ 189 h 437"/>
                <a:gd name="T42" fmla="*/ 433 w 433"/>
                <a:gd name="T43" fmla="*/ 205 h 437"/>
                <a:gd name="T44" fmla="*/ 433 w 433"/>
                <a:gd name="T45" fmla="*/ 233 h 437"/>
                <a:gd name="T46" fmla="*/ 431 w 433"/>
                <a:gd name="T47" fmla="*/ 249 h 437"/>
                <a:gd name="T48" fmla="*/ 423 w 433"/>
                <a:gd name="T49" fmla="*/ 285 h 437"/>
                <a:gd name="T50" fmla="*/ 409 w 433"/>
                <a:gd name="T51" fmla="*/ 317 h 437"/>
                <a:gd name="T52" fmla="*/ 396 w 433"/>
                <a:gd name="T53" fmla="*/ 341 h 437"/>
                <a:gd name="T54" fmla="*/ 362 w 433"/>
                <a:gd name="T55" fmla="*/ 379 h 437"/>
                <a:gd name="T56" fmla="*/ 342 w 433"/>
                <a:gd name="T57" fmla="*/ 395 h 437"/>
                <a:gd name="T58" fmla="*/ 296 w 433"/>
                <a:gd name="T59" fmla="*/ 421 h 437"/>
                <a:gd name="T60" fmla="*/ 246 w 433"/>
                <a:gd name="T61" fmla="*/ 435 h 437"/>
                <a:gd name="T62" fmla="*/ 230 w 433"/>
                <a:gd name="T63" fmla="*/ 437 h 437"/>
                <a:gd name="T64" fmla="*/ 204 w 433"/>
                <a:gd name="T65" fmla="*/ 437 h 437"/>
                <a:gd name="T66" fmla="*/ 188 w 433"/>
                <a:gd name="T67" fmla="*/ 435 h 437"/>
                <a:gd name="T68" fmla="*/ 170 w 433"/>
                <a:gd name="T69" fmla="*/ 431 h 437"/>
                <a:gd name="T70" fmla="*/ 134 w 433"/>
                <a:gd name="T71" fmla="*/ 421 h 437"/>
                <a:gd name="T72" fmla="*/ 118 w 433"/>
                <a:gd name="T73" fmla="*/ 413 h 437"/>
                <a:gd name="T74" fmla="*/ 74 w 433"/>
                <a:gd name="T75" fmla="*/ 383 h 437"/>
                <a:gd name="T76" fmla="*/ 40 w 433"/>
                <a:gd name="T77" fmla="*/ 345 h 437"/>
                <a:gd name="T78" fmla="*/ 26 w 433"/>
                <a:gd name="T79" fmla="*/ 323 h 437"/>
                <a:gd name="T80" fmla="*/ 6 w 433"/>
                <a:gd name="T81" fmla="*/ 273 h 437"/>
                <a:gd name="T82" fmla="*/ 2 w 433"/>
                <a:gd name="T83" fmla="*/ 247 h 437"/>
                <a:gd name="T84" fmla="*/ 0 w 433"/>
                <a:gd name="T85" fmla="*/ 233 h 4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33" h="437">
                  <a:moveTo>
                    <a:pt x="0" y="233"/>
                  </a:moveTo>
                  <a:lnTo>
                    <a:pt x="0" y="233"/>
                  </a:lnTo>
                  <a:lnTo>
                    <a:pt x="0" y="205"/>
                  </a:lnTo>
                  <a:lnTo>
                    <a:pt x="0" y="205"/>
                  </a:lnTo>
                  <a:lnTo>
                    <a:pt x="0" y="201"/>
                  </a:lnTo>
                  <a:lnTo>
                    <a:pt x="0" y="201"/>
                  </a:lnTo>
                  <a:lnTo>
                    <a:pt x="2" y="185"/>
                  </a:lnTo>
                  <a:lnTo>
                    <a:pt x="4" y="168"/>
                  </a:lnTo>
                  <a:lnTo>
                    <a:pt x="10" y="152"/>
                  </a:lnTo>
                  <a:lnTo>
                    <a:pt x="16" y="136"/>
                  </a:lnTo>
                  <a:lnTo>
                    <a:pt x="16" y="136"/>
                  </a:lnTo>
                  <a:lnTo>
                    <a:pt x="28" y="110"/>
                  </a:lnTo>
                  <a:lnTo>
                    <a:pt x="42" y="88"/>
                  </a:lnTo>
                  <a:lnTo>
                    <a:pt x="60" y="66"/>
                  </a:lnTo>
                  <a:lnTo>
                    <a:pt x="80" y="48"/>
                  </a:lnTo>
                  <a:lnTo>
                    <a:pt x="80" y="48"/>
                  </a:lnTo>
                  <a:lnTo>
                    <a:pt x="104" y="32"/>
                  </a:lnTo>
                  <a:lnTo>
                    <a:pt x="130" y="18"/>
                  </a:lnTo>
                  <a:lnTo>
                    <a:pt x="158" y="8"/>
                  </a:lnTo>
                  <a:lnTo>
                    <a:pt x="188" y="2"/>
                  </a:lnTo>
                  <a:lnTo>
                    <a:pt x="188" y="2"/>
                  </a:lnTo>
                  <a:lnTo>
                    <a:pt x="204" y="0"/>
                  </a:lnTo>
                  <a:lnTo>
                    <a:pt x="204" y="0"/>
                  </a:lnTo>
                  <a:lnTo>
                    <a:pt x="230" y="0"/>
                  </a:lnTo>
                  <a:lnTo>
                    <a:pt x="230" y="0"/>
                  </a:lnTo>
                  <a:lnTo>
                    <a:pt x="232" y="2"/>
                  </a:lnTo>
                  <a:lnTo>
                    <a:pt x="232" y="2"/>
                  </a:lnTo>
                  <a:lnTo>
                    <a:pt x="266" y="6"/>
                  </a:lnTo>
                  <a:lnTo>
                    <a:pt x="266" y="6"/>
                  </a:lnTo>
                  <a:lnTo>
                    <a:pt x="292" y="14"/>
                  </a:lnTo>
                  <a:lnTo>
                    <a:pt x="316" y="24"/>
                  </a:lnTo>
                  <a:lnTo>
                    <a:pt x="338" y="38"/>
                  </a:lnTo>
                  <a:lnTo>
                    <a:pt x="360" y="56"/>
                  </a:lnTo>
                  <a:lnTo>
                    <a:pt x="360" y="56"/>
                  </a:lnTo>
                  <a:lnTo>
                    <a:pt x="382" y="78"/>
                  </a:lnTo>
                  <a:lnTo>
                    <a:pt x="400" y="102"/>
                  </a:lnTo>
                  <a:lnTo>
                    <a:pt x="400" y="102"/>
                  </a:lnTo>
                  <a:lnTo>
                    <a:pt x="411" y="122"/>
                  </a:lnTo>
                  <a:lnTo>
                    <a:pt x="419" y="144"/>
                  </a:lnTo>
                  <a:lnTo>
                    <a:pt x="427" y="166"/>
                  </a:lnTo>
                  <a:lnTo>
                    <a:pt x="431" y="189"/>
                  </a:lnTo>
                  <a:lnTo>
                    <a:pt x="431" y="189"/>
                  </a:lnTo>
                  <a:lnTo>
                    <a:pt x="433" y="205"/>
                  </a:lnTo>
                  <a:lnTo>
                    <a:pt x="433" y="205"/>
                  </a:lnTo>
                  <a:lnTo>
                    <a:pt x="433" y="233"/>
                  </a:lnTo>
                  <a:lnTo>
                    <a:pt x="433" y="233"/>
                  </a:lnTo>
                  <a:lnTo>
                    <a:pt x="431" y="249"/>
                  </a:lnTo>
                  <a:lnTo>
                    <a:pt x="431" y="249"/>
                  </a:lnTo>
                  <a:lnTo>
                    <a:pt x="427" y="267"/>
                  </a:lnTo>
                  <a:lnTo>
                    <a:pt x="423" y="285"/>
                  </a:lnTo>
                  <a:lnTo>
                    <a:pt x="417" y="301"/>
                  </a:lnTo>
                  <a:lnTo>
                    <a:pt x="409" y="317"/>
                  </a:lnTo>
                  <a:lnTo>
                    <a:pt x="409" y="317"/>
                  </a:lnTo>
                  <a:lnTo>
                    <a:pt x="396" y="341"/>
                  </a:lnTo>
                  <a:lnTo>
                    <a:pt x="380" y="361"/>
                  </a:lnTo>
                  <a:lnTo>
                    <a:pt x="362" y="379"/>
                  </a:lnTo>
                  <a:lnTo>
                    <a:pt x="342" y="395"/>
                  </a:lnTo>
                  <a:lnTo>
                    <a:pt x="342" y="395"/>
                  </a:lnTo>
                  <a:lnTo>
                    <a:pt x="320" y="409"/>
                  </a:lnTo>
                  <a:lnTo>
                    <a:pt x="296" y="421"/>
                  </a:lnTo>
                  <a:lnTo>
                    <a:pt x="272" y="429"/>
                  </a:lnTo>
                  <a:lnTo>
                    <a:pt x="246" y="435"/>
                  </a:lnTo>
                  <a:lnTo>
                    <a:pt x="246" y="435"/>
                  </a:lnTo>
                  <a:lnTo>
                    <a:pt x="230" y="437"/>
                  </a:lnTo>
                  <a:lnTo>
                    <a:pt x="230" y="437"/>
                  </a:lnTo>
                  <a:lnTo>
                    <a:pt x="204" y="437"/>
                  </a:lnTo>
                  <a:lnTo>
                    <a:pt x="204" y="437"/>
                  </a:lnTo>
                  <a:lnTo>
                    <a:pt x="188" y="435"/>
                  </a:lnTo>
                  <a:lnTo>
                    <a:pt x="188" y="435"/>
                  </a:lnTo>
                  <a:lnTo>
                    <a:pt x="170" y="431"/>
                  </a:lnTo>
                  <a:lnTo>
                    <a:pt x="152" y="427"/>
                  </a:lnTo>
                  <a:lnTo>
                    <a:pt x="134" y="421"/>
                  </a:lnTo>
                  <a:lnTo>
                    <a:pt x="118" y="413"/>
                  </a:lnTo>
                  <a:lnTo>
                    <a:pt x="118" y="413"/>
                  </a:lnTo>
                  <a:lnTo>
                    <a:pt x="96" y="399"/>
                  </a:lnTo>
                  <a:lnTo>
                    <a:pt x="74" y="383"/>
                  </a:lnTo>
                  <a:lnTo>
                    <a:pt x="56" y="365"/>
                  </a:lnTo>
                  <a:lnTo>
                    <a:pt x="40" y="345"/>
                  </a:lnTo>
                  <a:lnTo>
                    <a:pt x="40" y="345"/>
                  </a:lnTo>
                  <a:lnTo>
                    <a:pt x="26" y="323"/>
                  </a:lnTo>
                  <a:lnTo>
                    <a:pt x="14" y="299"/>
                  </a:lnTo>
                  <a:lnTo>
                    <a:pt x="6" y="273"/>
                  </a:lnTo>
                  <a:lnTo>
                    <a:pt x="2" y="247"/>
                  </a:lnTo>
                  <a:lnTo>
                    <a:pt x="2" y="247"/>
                  </a:lnTo>
                  <a:lnTo>
                    <a:pt x="0" y="233"/>
                  </a:lnTo>
                  <a:lnTo>
                    <a:pt x="0" y="233"/>
                  </a:lnTo>
                  <a:close/>
                </a:path>
              </a:pathLst>
            </a:custGeom>
            <a:solidFill>
              <a:srgbClr val="F68B1F"/>
            </a:soli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IN" sz="1350" dirty="0"/>
            </a:p>
          </p:txBody>
        </p:sp>
        <p:sp>
          <p:nvSpPr>
            <p:cNvPr id="10" name="Freeform 12"/>
            <p:cNvSpPr/>
            <p:nvPr/>
          </p:nvSpPr>
          <p:spPr bwMode="auto">
            <a:xfrm>
              <a:off x="2922588" y="4389438"/>
              <a:ext cx="190500" cy="252413"/>
            </a:xfrm>
            <a:custGeom>
              <a:avLst/>
              <a:gdLst>
                <a:gd name="T0" fmla="*/ 0 w 120"/>
                <a:gd name="T1" fmla="*/ 159 h 159"/>
                <a:gd name="T2" fmla="*/ 0 w 120"/>
                <a:gd name="T3" fmla="*/ 159 h 159"/>
                <a:gd name="T4" fmla="*/ 0 w 120"/>
                <a:gd name="T5" fmla="*/ 0 h 159"/>
                <a:gd name="T6" fmla="*/ 0 w 120"/>
                <a:gd name="T7" fmla="*/ 0 h 159"/>
                <a:gd name="T8" fmla="*/ 120 w 120"/>
                <a:gd name="T9" fmla="*/ 81 h 159"/>
                <a:gd name="T10" fmla="*/ 120 w 120"/>
                <a:gd name="T11" fmla="*/ 81 h 159"/>
                <a:gd name="T12" fmla="*/ 0 w 120"/>
                <a:gd name="T13" fmla="*/ 159 h 159"/>
                <a:gd name="T14" fmla="*/ 0 w 120"/>
                <a:gd name="T15" fmla="*/ 159 h 15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0" h="159">
                  <a:moveTo>
                    <a:pt x="0" y="159"/>
                  </a:moveTo>
                  <a:lnTo>
                    <a:pt x="0" y="159"/>
                  </a:lnTo>
                  <a:lnTo>
                    <a:pt x="0" y="0"/>
                  </a:lnTo>
                  <a:lnTo>
                    <a:pt x="0" y="0"/>
                  </a:lnTo>
                  <a:lnTo>
                    <a:pt x="120" y="81"/>
                  </a:lnTo>
                  <a:lnTo>
                    <a:pt x="120" y="81"/>
                  </a:lnTo>
                  <a:lnTo>
                    <a:pt x="0" y="159"/>
                  </a:lnTo>
                  <a:lnTo>
                    <a:pt x="0" y="159"/>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IN" sz="1350"/>
            </a:p>
          </p:txBody>
        </p:sp>
      </p:grpSp>
      <p:sp>
        <p:nvSpPr>
          <p:cNvPr id="11" name="Freeform 13"/>
          <p:cNvSpPr/>
          <p:nvPr/>
        </p:nvSpPr>
        <p:spPr bwMode="auto">
          <a:xfrm>
            <a:off x="5581650" y="4354513"/>
            <a:ext cx="160338" cy="217487"/>
          </a:xfrm>
          <a:custGeom>
            <a:avLst/>
            <a:gdLst>
              <a:gd name="T0" fmla="*/ 0 w 278"/>
              <a:gd name="T1" fmla="*/ 281 h 281"/>
              <a:gd name="T2" fmla="*/ 0 w 278"/>
              <a:gd name="T3" fmla="*/ 8 h 281"/>
              <a:gd name="T4" fmla="*/ 4 w 278"/>
              <a:gd name="T5" fmla="*/ 6 h 281"/>
              <a:gd name="T6" fmla="*/ 88 w 278"/>
              <a:gd name="T7" fmla="*/ 6 h 281"/>
              <a:gd name="T8" fmla="*/ 92 w 278"/>
              <a:gd name="T9" fmla="*/ 12 h 281"/>
              <a:gd name="T10" fmla="*/ 92 w 278"/>
              <a:gd name="T11" fmla="*/ 46 h 281"/>
              <a:gd name="T12" fmla="*/ 100 w 278"/>
              <a:gd name="T13" fmla="*/ 34 h 281"/>
              <a:gd name="T14" fmla="*/ 112 w 278"/>
              <a:gd name="T15" fmla="*/ 20 h 281"/>
              <a:gd name="T16" fmla="*/ 142 w 278"/>
              <a:gd name="T17" fmla="*/ 4 h 281"/>
              <a:gd name="T18" fmla="*/ 160 w 278"/>
              <a:gd name="T19" fmla="*/ 2 h 281"/>
              <a:gd name="T20" fmla="*/ 192 w 278"/>
              <a:gd name="T21" fmla="*/ 2 h 281"/>
              <a:gd name="T22" fmla="*/ 222 w 278"/>
              <a:gd name="T23" fmla="*/ 12 h 281"/>
              <a:gd name="T24" fmla="*/ 234 w 278"/>
              <a:gd name="T25" fmla="*/ 18 h 281"/>
              <a:gd name="T26" fmla="*/ 254 w 278"/>
              <a:gd name="T27" fmla="*/ 38 h 281"/>
              <a:gd name="T28" fmla="*/ 262 w 278"/>
              <a:gd name="T29" fmla="*/ 50 h 281"/>
              <a:gd name="T30" fmla="*/ 274 w 278"/>
              <a:gd name="T31" fmla="*/ 84 h 281"/>
              <a:gd name="T32" fmla="*/ 278 w 278"/>
              <a:gd name="T33" fmla="*/ 123 h 281"/>
              <a:gd name="T34" fmla="*/ 278 w 278"/>
              <a:gd name="T35" fmla="*/ 279 h 281"/>
              <a:gd name="T36" fmla="*/ 278 w 278"/>
              <a:gd name="T37" fmla="*/ 281 h 281"/>
              <a:gd name="T38" fmla="*/ 186 w 278"/>
              <a:gd name="T39" fmla="*/ 281 h 281"/>
              <a:gd name="T40" fmla="*/ 186 w 278"/>
              <a:gd name="T41" fmla="*/ 277 h 281"/>
              <a:gd name="T42" fmla="*/ 186 w 278"/>
              <a:gd name="T43" fmla="*/ 137 h 281"/>
              <a:gd name="T44" fmla="*/ 186 w 278"/>
              <a:gd name="T45" fmla="*/ 119 h 281"/>
              <a:gd name="T46" fmla="*/ 182 w 278"/>
              <a:gd name="T47" fmla="*/ 101 h 281"/>
              <a:gd name="T48" fmla="*/ 164 w 278"/>
              <a:gd name="T49" fmla="*/ 78 h 281"/>
              <a:gd name="T50" fmla="*/ 138 w 278"/>
              <a:gd name="T51" fmla="*/ 72 h 281"/>
              <a:gd name="T52" fmla="*/ 122 w 278"/>
              <a:gd name="T53" fmla="*/ 76 h 281"/>
              <a:gd name="T54" fmla="*/ 100 w 278"/>
              <a:gd name="T55" fmla="*/ 94 h 281"/>
              <a:gd name="T56" fmla="*/ 94 w 278"/>
              <a:gd name="T57" fmla="*/ 109 h 281"/>
              <a:gd name="T58" fmla="*/ 92 w 278"/>
              <a:gd name="T59" fmla="*/ 131 h 281"/>
              <a:gd name="T60" fmla="*/ 92 w 278"/>
              <a:gd name="T61" fmla="*/ 277 h 281"/>
              <a:gd name="T62" fmla="*/ 90 w 278"/>
              <a:gd name="T63" fmla="*/ 281 h 281"/>
              <a:gd name="T64" fmla="*/ 88 w 278"/>
              <a:gd name="T65" fmla="*/ 281 h 281"/>
              <a:gd name="T66" fmla="*/ 6 w 278"/>
              <a:gd name="T67" fmla="*/ 281 h 281"/>
              <a:gd name="T68" fmla="*/ 0 w 278"/>
              <a:gd name="T69" fmla="*/ 281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78" h="281">
                <a:moveTo>
                  <a:pt x="0" y="281"/>
                </a:moveTo>
                <a:lnTo>
                  <a:pt x="0" y="281"/>
                </a:lnTo>
                <a:lnTo>
                  <a:pt x="0" y="8"/>
                </a:lnTo>
                <a:lnTo>
                  <a:pt x="0" y="8"/>
                </a:lnTo>
                <a:lnTo>
                  <a:pt x="4" y="6"/>
                </a:lnTo>
                <a:lnTo>
                  <a:pt x="4" y="6"/>
                </a:lnTo>
                <a:lnTo>
                  <a:pt x="88" y="6"/>
                </a:lnTo>
                <a:lnTo>
                  <a:pt x="88" y="6"/>
                </a:lnTo>
                <a:lnTo>
                  <a:pt x="90" y="8"/>
                </a:lnTo>
                <a:lnTo>
                  <a:pt x="92" y="12"/>
                </a:lnTo>
                <a:lnTo>
                  <a:pt x="92" y="12"/>
                </a:lnTo>
                <a:lnTo>
                  <a:pt x="92" y="46"/>
                </a:lnTo>
                <a:lnTo>
                  <a:pt x="92" y="46"/>
                </a:lnTo>
                <a:lnTo>
                  <a:pt x="100" y="34"/>
                </a:lnTo>
                <a:lnTo>
                  <a:pt x="100" y="34"/>
                </a:lnTo>
                <a:lnTo>
                  <a:pt x="112" y="20"/>
                </a:lnTo>
                <a:lnTo>
                  <a:pt x="126" y="12"/>
                </a:lnTo>
                <a:lnTo>
                  <a:pt x="142" y="4"/>
                </a:lnTo>
                <a:lnTo>
                  <a:pt x="160" y="2"/>
                </a:lnTo>
                <a:lnTo>
                  <a:pt x="160" y="2"/>
                </a:lnTo>
                <a:lnTo>
                  <a:pt x="176" y="0"/>
                </a:lnTo>
                <a:lnTo>
                  <a:pt x="192" y="2"/>
                </a:lnTo>
                <a:lnTo>
                  <a:pt x="206" y="6"/>
                </a:lnTo>
                <a:lnTo>
                  <a:pt x="222" y="12"/>
                </a:lnTo>
                <a:lnTo>
                  <a:pt x="222" y="12"/>
                </a:lnTo>
                <a:lnTo>
                  <a:pt x="234" y="18"/>
                </a:lnTo>
                <a:lnTo>
                  <a:pt x="244" y="28"/>
                </a:lnTo>
                <a:lnTo>
                  <a:pt x="254" y="38"/>
                </a:lnTo>
                <a:lnTo>
                  <a:pt x="262" y="50"/>
                </a:lnTo>
                <a:lnTo>
                  <a:pt x="262" y="50"/>
                </a:lnTo>
                <a:lnTo>
                  <a:pt x="270" y="66"/>
                </a:lnTo>
                <a:lnTo>
                  <a:pt x="274" y="84"/>
                </a:lnTo>
                <a:lnTo>
                  <a:pt x="276" y="105"/>
                </a:lnTo>
                <a:lnTo>
                  <a:pt x="278" y="123"/>
                </a:lnTo>
                <a:lnTo>
                  <a:pt x="278" y="123"/>
                </a:lnTo>
                <a:lnTo>
                  <a:pt x="278" y="279"/>
                </a:lnTo>
                <a:lnTo>
                  <a:pt x="278" y="279"/>
                </a:lnTo>
                <a:lnTo>
                  <a:pt x="278" y="281"/>
                </a:lnTo>
                <a:lnTo>
                  <a:pt x="278" y="281"/>
                </a:lnTo>
                <a:lnTo>
                  <a:pt x="186" y="281"/>
                </a:lnTo>
                <a:lnTo>
                  <a:pt x="186" y="281"/>
                </a:lnTo>
                <a:lnTo>
                  <a:pt x="186" y="277"/>
                </a:lnTo>
                <a:lnTo>
                  <a:pt x="186" y="277"/>
                </a:lnTo>
                <a:lnTo>
                  <a:pt x="186" y="137"/>
                </a:lnTo>
                <a:lnTo>
                  <a:pt x="186" y="137"/>
                </a:lnTo>
                <a:lnTo>
                  <a:pt x="186" y="119"/>
                </a:lnTo>
                <a:lnTo>
                  <a:pt x="182" y="101"/>
                </a:lnTo>
                <a:lnTo>
                  <a:pt x="182" y="101"/>
                </a:lnTo>
                <a:lnTo>
                  <a:pt x="174" y="88"/>
                </a:lnTo>
                <a:lnTo>
                  <a:pt x="164" y="78"/>
                </a:lnTo>
                <a:lnTo>
                  <a:pt x="152" y="74"/>
                </a:lnTo>
                <a:lnTo>
                  <a:pt x="138" y="72"/>
                </a:lnTo>
                <a:lnTo>
                  <a:pt x="138" y="72"/>
                </a:lnTo>
                <a:lnTo>
                  <a:pt x="122" y="76"/>
                </a:lnTo>
                <a:lnTo>
                  <a:pt x="110" y="84"/>
                </a:lnTo>
                <a:lnTo>
                  <a:pt x="100" y="94"/>
                </a:lnTo>
                <a:lnTo>
                  <a:pt x="94" y="109"/>
                </a:lnTo>
                <a:lnTo>
                  <a:pt x="94" y="109"/>
                </a:lnTo>
                <a:lnTo>
                  <a:pt x="92" y="119"/>
                </a:lnTo>
                <a:lnTo>
                  <a:pt x="92" y="131"/>
                </a:lnTo>
                <a:lnTo>
                  <a:pt x="92" y="131"/>
                </a:lnTo>
                <a:lnTo>
                  <a:pt x="92" y="277"/>
                </a:lnTo>
                <a:lnTo>
                  <a:pt x="92" y="277"/>
                </a:lnTo>
                <a:lnTo>
                  <a:pt x="90" y="281"/>
                </a:lnTo>
                <a:lnTo>
                  <a:pt x="88" y="281"/>
                </a:lnTo>
                <a:lnTo>
                  <a:pt x="88" y="281"/>
                </a:lnTo>
                <a:lnTo>
                  <a:pt x="6" y="281"/>
                </a:lnTo>
                <a:lnTo>
                  <a:pt x="6" y="281"/>
                </a:lnTo>
                <a:lnTo>
                  <a:pt x="0" y="281"/>
                </a:lnTo>
                <a:lnTo>
                  <a:pt x="0" y="281"/>
                </a:lnTo>
                <a:close/>
              </a:path>
            </a:pathLst>
          </a:custGeom>
          <a:solidFill>
            <a:srgbClr val="F68B1F"/>
          </a:solidFill>
          <a:ln>
            <a:noFill/>
          </a:ln>
        </p:spPr>
        <p:txBody>
          <a:bodyPr lIns="51435" tIns="25718" rIns="51435" bIns="25718"/>
          <a:lstStyle/>
          <a:p>
            <a:pPr>
              <a:defRPr/>
            </a:pPr>
            <a:endParaRPr lang="en-IN" sz="1350"/>
          </a:p>
        </p:txBody>
      </p:sp>
      <p:sp>
        <p:nvSpPr>
          <p:cNvPr id="12" name="Freeform 10"/>
          <p:cNvSpPr/>
          <p:nvPr/>
        </p:nvSpPr>
        <p:spPr bwMode="auto">
          <a:xfrm>
            <a:off x="5500688" y="4359275"/>
            <a:ext cx="52387" cy="212725"/>
          </a:xfrm>
          <a:custGeom>
            <a:avLst/>
            <a:gdLst>
              <a:gd name="T0" fmla="*/ 89 w 89"/>
              <a:gd name="T1" fmla="*/ 275 h 275"/>
              <a:gd name="T2" fmla="*/ 89 w 89"/>
              <a:gd name="T3" fmla="*/ 275 h 275"/>
              <a:gd name="T4" fmla="*/ 85 w 89"/>
              <a:gd name="T5" fmla="*/ 275 h 275"/>
              <a:gd name="T6" fmla="*/ 85 w 89"/>
              <a:gd name="T7" fmla="*/ 275 h 275"/>
              <a:gd name="T8" fmla="*/ 4 w 89"/>
              <a:gd name="T9" fmla="*/ 275 h 275"/>
              <a:gd name="T10" fmla="*/ 4 w 89"/>
              <a:gd name="T11" fmla="*/ 275 h 275"/>
              <a:gd name="T12" fmla="*/ 0 w 89"/>
              <a:gd name="T13" fmla="*/ 275 h 275"/>
              <a:gd name="T14" fmla="*/ 0 w 89"/>
              <a:gd name="T15" fmla="*/ 271 h 275"/>
              <a:gd name="T16" fmla="*/ 0 w 89"/>
              <a:gd name="T17" fmla="*/ 271 h 275"/>
              <a:gd name="T18" fmla="*/ 0 w 89"/>
              <a:gd name="T19" fmla="*/ 4 h 275"/>
              <a:gd name="T20" fmla="*/ 0 w 89"/>
              <a:gd name="T21" fmla="*/ 4 h 275"/>
              <a:gd name="T22" fmla="*/ 0 w 89"/>
              <a:gd name="T23" fmla="*/ 2 h 275"/>
              <a:gd name="T24" fmla="*/ 4 w 89"/>
              <a:gd name="T25" fmla="*/ 0 h 275"/>
              <a:gd name="T26" fmla="*/ 4 w 89"/>
              <a:gd name="T27" fmla="*/ 0 h 275"/>
              <a:gd name="T28" fmla="*/ 85 w 89"/>
              <a:gd name="T29" fmla="*/ 0 h 275"/>
              <a:gd name="T30" fmla="*/ 85 w 89"/>
              <a:gd name="T31" fmla="*/ 0 h 275"/>
              <a:gd name="T32" fmla="*/ 89 w 89"/>
              <a:gd name="T33" fmla="*/ 2 h 275"/>
              <a:gd name="T34" fmla="*/ 89 w 89"/>
              <a:gd name="T35" fmla="*/ 2 h 275"/>
              <a:gd name="T36" fmla="*/ 89 w 89"/>
              <a:gd name="T37" fmla="*/ 275 h 275"/>
              <a:gd name="T38" fmla="*/ 89 w 89"/>
              <a:gd name="T39" fmla="*/ 275 h 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9" h="275">
                <a:moveTo>
                  <a:pt x="89" y="275"/>
                </a:moveTo>
                <a:lnTo>
                  <a:pt x="89" y="275"/>
                </a:lnTo>
                <a:lnTo>
                  <a:pt x="85" y="275"/>
                </a:lnTo>
                <a:lnTo>
                  <a:pt x="85" y="275"/>
                </a:lnTo>
                <a:lnTo>
                  <a:pt x="4" y="275"/>
                </a:lnTo>
                <a:lnTo>
                  <a:pt x="4" y="275"/>
                </a:lnTo>
                <a:lnTo>
                  <a:pt x="0" y="275"/>
                </a:lnTo>
                <a:lnTo>
                  <a:pt x="0" y="271"/>
                </a:lnTo>
                <a:lnTo>
                  <a:pt x="0" y="271"/>
                </a:lnTo>
                <a:lnTo>
                  <a:pt x="0" y="4"/>
                </a:lnTo>
                <a:lnTo>
                  <a:pt x="0" y="4"/>
                </a:lnTo>
                <a:lnTo>
                  <a:pt x="0" y="2"/>
                </a:lnTo>
                <a:lnTo>
                  <a:pt x="4" y="0"/>
                </a:lnTo>
                <a:lnTo>
                  <a:pt x="4" y="0"/>
                </a:lnTo>
                <a:lnTo>
                  <a:pt x="85" y="0"/>
                </a:lnTo>
                <a:lnTo>
                  <a:pt x="85" y="0"/>
                </a:lnTo>
                <a:lnTo>
                  <a:pt x="89" y="2"/>
                </a:lnTo>
                <a:lnTo>
                  <a:pt x="89" y="2"/>
                </a:lnTo>
                <a:lnTo>
                  <a:pt x="89" y="275"/>
                </a:lnTo>
                <a:lnTo>
                  <a:pt x="89" y="275"/>
                </a:lnTo>
                <a:close/>
              </a:path>
            </a:pathLst>
          </a:custGeom>
          <a:solidFill>
            <a:srgbClr val="F68B1F"/>
          </a:solidFill>
          <a:ln>
            <a:noFill/>
          </a:ln>
        </p:spPr>
        <p:txBody>
          <a:bodyPr lIns="51435" tIns="25718" rIns="51435" bIns="25718"/>
          <a:lstStyle/>
          <a:p>
            <a:pPr>
              <a:defRPr/>
            </a:pPr>
            <a:endParaRPr lang="en-IN" sz="1350"/>
          </a:p>
        </p:txBody>
      </p:sp>
      <p:sp>
        <p:nvSpPr>
          <p:cNvPr id="13" name="Freeform 11"/>
          <p:cNvSpPr/>
          <p:nvPr/>
        </p:nvSpPr>
        <p:spPr bwMode="auto">
          <a:xfrm>
            <a:off x="5497513" y="4257675"/>
            <a:ext cx="58737" cy="73025"/>
          </a:xfrm>
          <a:custGeom>
            <a:avLst/>
            <a:gdLst>
              <a:gd name="T0" fmla="*/ 49 w 101"/>
              <a:gd name="T1" fmla="*/ 94 h 94"/>
              <a:gd name="T2" fmla="*/ 49 w 101"/>
              <a:gd name="T3" fmla="*/ 94 h 94"/>
              <a:gd name="T4" fmla="*/ 38 w 101"/>
              <a:gd name="T5" fmla="*/ 92 h 94"/>
              <a:gd name="T6" fmla="*/ 26 w 101"/>
              <a:gd name="T7" fmla="*/ 88 h 94"/>
              <a:gd name="T8" fmla="*/ 16 w 101"/>
              <a:gd name="T9" fmla="*/ 82 h 94"/>
              <a:gd name="T10" fmla="*/ 8 w 101"/>
              <a:gd name="T11" fmla="*/ 72 h 94"/>
              <a:gd name="T12" fmla="*/ 8 w 101"/>
              <a:gd name="T13" fmla="*/ 72 h 94"/>
              <a:gd name="T14" fmla="*/ 4 w 101"/>
              <a:gd name="T15" fmla="*/ 62 h 94"/>
              <a:gd name="T16" fmla="*/ 0 w 101"/>
              <a:gd name="T17" fmla="*/ 52 h 94"/>
              <a:gd name="T18" fmla="*/ 0 w 101"/>
              <a:gd name="T19" fmla="*/ 42 h 94"/>
              <a:gd name="T20" fmla="*/ 2 w 101"/>
              <a:gd name="T21" fmla="*/ 32 h 94"/>
              <a:gd name="T22" fmla="*/ 6 w 101"/>
              <a:gd name="T23" fmla="*/ 22 h 94"/>
              <a:gd name="T24" fmla="*/ 14 w 101"/>
              <a:gd name="T25" fmla="*/ 14 h 94"/>
              <a:gd name="T26" fmla="*/ 22 w 101"/>
              <a:gd name="T27" fmla="*/ 6 h 94"/>
              <a:gd name="T28" fmla="*/ 34 w 101"/>
              <a:gd name="T29" fmla="*/ 2 h 94"/>
              <a:gd name="T30" fmla="*/ 34 w 101"/>
              <a:gd name="T31" fmla="*/ 2 h 94"/>
              <a:gd name="T32" fmla="*/ 45 w 101"/>
              <a:gd name="T33" fmla="*/ 0 h 94"/>
              <a:gd name="T34" fmla="*/ 59 w 101"/>
              <a:gd name="T35" fmla="*/ 0 h 94"/>
              <a:gd name="T36" fmla="*/ 71 w 101"/>
              <a:gd name="T37" fmla="*/ 2 h 94"/>
              <a:gd name="T38" fmla="*/ 83 w 101"/>
              <a:gd name="T39" fmla="*/ 8 h 94"/>
              <a:gd name="T40" fmla="*/ 83 w 101"/>
              <a:gd name="T41" fmla="*/ 8 h 94"/>
              <a:gd name="T42" fmla="*/ 91 w 101"/>
              <a:gd name="T43" fmla="*/ 18 h 94"/>
              <a:gd name="T44" fmla="*/ 99 w 101"/>
              <a:gd name="T45" fmla="*/ 28 h 94"/>
              <a:gd name="T46" fmla="*/ 101 w 101"/>
              <a:gd name="T47" fmla="*/ 40 h 94"/>
              <a:gd name="T48" fmla="*/ 101 w 101"/>
              <a:gd name="T49" fmla="*/ 54 h 94"/>
              <a:gd name="T50" fmla="*/ 101 w 101"/>
              <a:gd name="T51" fmla="*/ 54 h 94"/>
              <a:gd name="T52" fmla="*/ 97 w 101"/>
              <a:gd name="T53" fmla="*/ 66 h 94"/>
              <a:gd name="T54" fmla="*/ 91 w 101"/>
              <a:gd name="T55" fmla="*/ 76 h 94"/>
              <a:gd name="T56" fmla="*/ 83 w 101"/>
              <a:gd name="T57" fmla="*/ 84 h 94"/>
              <a:gd name="T58" fmla="*/ 71 w 101"/>
              <a:gd name="T59" fmla="*/ 90 h 94"/>
              <a:gd name="T60" fmla="*/ 71 w 101"/>
              <a:gd name="T61" fmla="*/ 90 h 94"/>
              <a:gd name="T62" fmla="*/ 61 w 101"/>
              <a:gd name="T63" fmla="*/ 92 h 94"/>
              <a:gd name="T64" fmla="*/ 51 w 101"/>
              <a:gd name="T65" fmla="*/ 94 h 94"/>
              <a:gd name="T66" fmla="*/ 51 w 101"/>
              <a:gd name="T67" fmla="*/ 94 h 94"/>
              <a:gd name="T68" fmla="*/ 49 w 101"/>
              <a:gd name="T69" fmla="*/ 94 h 94"/>
              <a:gd name="T70" fmla="*/ 49 w 101"/>
              <a:gd name="T71" fmla="*/ 94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01" h="94">
                <a:moveTo>
                  <a:pt x="49" y="94"/>
                </a:moveTo>
                <a:lnTo>
                  <a:pt x="49" y="94"/>
                </a:lnTo>
                <a:lnTo>
                  <a:pt x="38" y="92"/>
                </a:lnTo>
                <a:lnTo>
                  <a:pt x="26" y="88"/>
                </a:lnTo>
                <a:lnTo>
                  <a:pt x="16" y="82"/>
                </a:lnTo>
                <a:lnTo>
                  <a:pt x="8" y="72"/>
                </a:lnTo>
                <a:lnTo>
                  <a:pt x="8" y="72"/>
                </a:lnTo>
                <a:lnTo>
                  <a:pt x="4" y="62"/>
                </a:lnTo>
                <a:lnTo>
                  <a:pt x="0" y="52"/>
                </a:lnTo>
                <a:lnTo>
                  <a:pt x="0" y="42"/>
                </a:lnTo>
                <a:lnTo>
                  <a:pt x="2" y="32"/>
                </a:lnTo>
                <a:lnTo>
                  <a:pt x="6" y="22"/>
                </a:lnTo>
                <a:lnTo>
                  <a:pt x="14" y="14"/>
                </a:lnTo>
                <a:lnTo>
                  <a:pt x="22" y="6"/>
                </a:lnTo>
                <a:lnTo>
                  <a:pt x="34" y="2"/>
                </a:lnTo>
                <a:lnTo>
                  <a:pt x="34" y="2"/>
                </a:lnTo>
                <a:lnTo>
                  <a:pt x="45" y="0"/>
                </a:lnTo>
                <a:lnTo>
                  <a:pt x="59" y="0"/>
                </a:lnTo>
                <a:lnTo>
                  <a:pt x="71" y="2"/>
                </a:lnTo>
                <a:lnTo>
                  <a:pt x="83" y="8"/>
                </a:lnTo>
                <a:lnTo>
                  <a:pt x="83" y="8"/>
                </a:lnTo>
                <a:lnTo>
                  <a:pt x="91" y="18"/>
                </a:lnTo>
                <a:lnTo>
                  <a:pt x="99" y="28"/>
                </a:lnTo>
                <a:lnTo>
                  <a:pt x="101" y="40"/>
                </a:lnTo>
                <a:lnTo>
                  <a:pt x="101" y="54"/>
                </a:lnTo>
                <a:lnTo>
                  <a:pt x="101" y="54"/>
                </a:lnTo>
                <a:lnTo>
                  <a:pt x="97" y="66"/>
                </a:lnTo>
                <a:lnTo>
                  <a:pt x="91" y="76"/>
                </a:lnTo>
                <a:lnTo>
                  <a:pt x="83" y="84"/>
                </a:lnTo>
                <a:lnTo>
                  <a:pt x="71" y="90"/>
                </a:lnTo>
                <a:lnTo>
                  <a:pt x="71" y="90"/>
                </a:lnTo>
                <a:lnTo>
                  <a:pt x="61" y="92"/>
                </a:lnTo>
                <a:lnTo>
                  <a:pt x="51" y="94"/>
                </a:lnTo>
                <a:lnTo>
                  <a:pt x="51" y="94"/>
                </a:lnTo>
                <a:lnTo>
                  <a:pt x="49" y="94"/>
                </a:lnTo>
                <a:lnTo>
                  <a:pt x="49" y="94"/>
                </a:lnTo>
                <a:close/>
              </a:path>
            </a:pathLst>
          </a:custGeom>
          <a:solidFill>
            <a:srgbClr val="F68B1F"/>
          </a:solidFill>
          <a:ln>
            <a:noFill/>
          </a:ln>
        </p:spPr>
        <p:txBody>
          <a:bodyPr lIns="51435" tIns="25718" rIns="51435" bIns="25718"/>
          <a:lstStyle/>
          <a:p>
            <a:pPr>
              <a:defRPr/>
            </a:pPr>
            <a:endParaRPr lang="en-IN" sz="1350"/>
          </a:p>
        </p:txBody>
      </p:sp>
      <p:sp>
        <p:nvSpPr>
          <p:cNvPr id="14" name="Freeform 12">
            <a:hlinkClick r:id="rId6"/>
          </p:cNvPr>
          <p:cNvSpPr/>
          <p:nvPr/>
        </p:nvSpPr>
        <p:spPr bwMode="auto">
          <a:xfrm>
            <a:off x="5903913" y="4271963"/>
            <a:ext cx="114300" cy="330200"/>
          </a:xfrm>
          <a:custGeom>
            <a:avLst/>
            <a:gdLst>
              <a:gd name="T0" fmla="*/ 92 w 140"/>
              <a:gd name="T1" fmla="*/ 152 h 305"/>
              <a:gd name="T2" fmla="*/ 92 w 140"/>
              <a:gd name="T3" fmla="*/ 152 h 305"/>
              <a:gd name="T4" fmla="*/ 92 w 140"/>
              <a:gd name="T5" fmla="*/ 305 h 305"/>
              <a:gd name="T6" fmla="*/ 92 w 140"/>
              <a:gd name="T7" fmla="*/ 305 h 305"/>
              <a:gd name="T8" fmla="*/ 30 w 140"/>
              <a:gd name="T9" fmla="*/ 305 h 305"/>
              <a:gd name="T10" fmla="*/ 30 w 140"/>
              <a:gd name="T11" fmla="*/ 305 h 305"/>
              <a:gd name="T12" fmla="*/ 30 w 140"/>
              <a:gd name="T13" fmla="*/ 152 h 305"/>
              <a:gd name="T14" fmla="*/ 30 w 140"/>
              <a:gd name="T15" fmla="*/ 152 h 305"/>
              <a:gd name="T16" fmla="*/ 0 w 140"/>
              <a:gd name="T17" fmla="*/ 152 h 305"/>
              <a:gd name="T18" fmla="*/ 0 w 140"/>
              <a:gd name="T19" fmla="*/ 152 h 305"/>
              <a:gd name="T20" fmla="*/ 0 w 140"/>
              <a:gd name="T21" fmla="*/ 98 h 305"/>
              <a:gd name="T22" fmla="*/ 0 w 140"/>
              <a:gd name="T23" fmla="*/ 98 h 305"/>
              <a:gd name="T24" fmla="*/ 30 w 140"/>
              <a:gd name="T25" fmla="*/ 98 h 305"/>
              <a:gd name="T26" fmla="*/ 30 w 140"/>
              <a:gd name="T27" fmla="*/ 98 h 305"/>
              <a:gd name="T28" fmla="*/ 30 w 140"/>
              <a:gd name="T29" fmla="*/ 94 h 305"/>
              <a:gd name="T30" fmla="*/ 30 w 140"/>
              <a:gd name="T31" fmla="*/ 94 h 305"/>
              <a:gd name="T32" fmla="*/ 30 w 140"/>
              <a:gd name="T33" fmla="*/ 56 h 305"/>
              <a:gd name="T34" fmla="*/ 30 w 140"/>
              <a:gd name="T35" fmla="*/ 56 h 305"/>
              <a:gd name="T36" fmla="*/ 32 w 140"/>
              <a:gd name="T37" fmla="*/ 42 h 305"/>
              <a:gd name="T38" fmla="*/ 38 w 140"/>
              <a:gd name="T39" fmla="*/ 30 h 305"/>
              <a:gd name="T40" fmla="*/ 46 w 140"/>
              <a:gd name="T41" fmla="*/ 18 h 305"/>
              <a:gd name="T42" fmla="*/ 58 w 140"/>
              <a:gd name="T43" fmla="*/ 8 h 305"/>
              <a:gd name="T44" fmla="*/ 58 w 140"/>
              <a:gd name="T45" fmla="*/ 8 h 305"/>
              <a:gd name="T46" fmla="*/ 74 w 140"/>
              <a:gd name="T47" fmla="*/ 2 h 305"/>
              <a:gd name="T48" fmla="*/ 90 w 140"/>
              <a:gd name="T49" fmla="*/ 0 h 305"/>
              <a:gd name="T50" fmla="*/ 90 w 140"/>
              <a:gd name="T51" fmla="*/ 0 h 305"/>
              <a:gd name="T52" fmla="*/ 138 w 140"/>
              <a:gd name="T53" fmla="*/ 0 h 305"/>
              <a:gd name="T54" fmla="*/ 138 w 140"/>
              <a:gd name="T55" fmla="*/ 0 h 305"/>
              <a:gd name="T56" fmla="*/ 140 w 140"/>
              <a:gd name="T57" fmla="*/ 0 h 305"/>
              <a:gd name="T58" fmla="*/ 140 w 140"/>
              <a:gd name="T59" fmla="*/ 0 h 305"/>
              <a:gd name="T60" fmla="*/ 140 w 140"/>
              <a:gd name="T61" fmla="*/ 52 h 305"/>
              <a:gd name="T62" fmla="*/ 140 w 140"/>
              <a:gd name="T63" fmla="*/ 52 h 305"/>
              <a:gd name="T64" fmla="*/ 132 w 140"/>
              <a:gd name="T65" fmla="*/ 52 h 305"/>
              <a:gd name="T66" fmla="*/ 132 w 140"/>
              <a:gd name="T67" fmla="*/ 52 h 305"/>
              <a:gd name="T68" fmla="*/ 106 w 140"/>
              <a:gd name="T69" fmla="*/ 52 h 305"/>
              <a:gd name="T70" fmla="*/ 106 w 140"/>
              <a:gd name="T71" fmla="*/ 52 h 305"/>
              <a:gd name="T72" fmla="*/ 102 w 140"/>
              <a:gd name="T73" fmla="*/ 54 h 305"/>
              <a:gd name="T74" fmla="*/ 96 w 140"/>
              <a:gd name="T75" fmla="*/ 56 h 305"/>
              <a:gd name="T76" fmla="*/ 94 w 140"/>
              <a:gd name="T77" fmla="*/ 60 h 305"/>
              <a:gd name="T78" fmla="*/ 92 w 140"/>
              <a:gd name="T79" fmla="*/ 64 h 305"/>
              <a:gd name="T80" fmla="*/ 92 w 140"/>
              <a:gd name="T81" fmla="*/ 64 h 305"/>
              <a:gd name="T82" fmla="*/ 92 w 140"/>
              <a:gd name="T83" fmla="*/ 98 h 305"/>
              <a:gd name="T84" fmla="*/ 92 w 140"/>
              <a:gd name="T85" fmla="*/ 98 h 305"/>
              <a:gd name="T86" fmla="*/ 140 w 140"/>
              <a:gd name="T87" fmla="*/ 98 h 305"/>
              <a:gd name="T88" fmla="*/ 140 w 140"/>
              <a:gd name="T89" fmla="*/ 98 h 305"/>
              <a:gd name="T90" fmla="*/ 136 w 140"/>
              <a:gd name="T91" fmla="*/ 152 h 305"/>
              <a:gd name="T92" fmla="*/ 136 w 140"/>
              <a:gd name="T93" fmla="*/ 152 h 305"/>
              <a:gd name="T94" fmla="*/ 92 w 140"/>
              <a:gd name="T95" fmla="*/ 152 h 305"/>
              <a:gd name="T96" fmla="*/ 92 w 140"/>
              <a:gd name="T97" fmla="*/ 152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40" h="305">
                <a:moveTo>
                  <a:pt x="92" y="152"/>
                </a:moveTo>
                <a:lnTo>
                  <a:pt x="92" y="152"/>
                </a:lnTo>
                <a:lnTo>
                  <a:pt x="92" y="305"/>
                </a:lnTo>
                <a:lnTo>
                  <a:pt x="92" y="305"/>
                </a:lnTo>
                <a:lnTo>
                  <a:pt x="30" y="305"/>
                </a:lnTo>
                <a:lnTo>
                  <a:pt x="30" y="305"/>
                </a:lnTo>
                <a:lnTo>
                  <a:pt x="30" y="152"/>
                </a:lnTo>
                <a:lnTo>
                  <a:pt x="30" y="152"/>
                </a:lnTo>
                <a:lnTo>
                  <a:pt x="0" y="152"/>
                </a:lnTo>
                <a:lnTo>
                  <a:pt x="0" y="152"/>
                </a:lnTo>
                <a:lnTo>
                  <a:pt x="0" y="98"/>
                </a:lnTo>
                <a:lnTo>
                  <a:pt x="0" y="98"/>
                </a:lnTo>
                <a:lnTo>
                  <a:pt x="30" y="98"/>
                </a:lnTo>
                <a:lnTo>
                  <a:pt x="30" y="98"/>
                </a:lnTo>
                <a:lnTo>
                  <a:pt x="30" y="94"/>
                </a:lnTo>
                <a:lnTo>
                  <a:pt x="30" y="94"/>
                </a:lnTo>
                <a:lnTo>
                  <a:pt x="30" y="56"/>
                </a:lnTo>
                <a:lnTo>
                  <a:pt x="30" y="56"/>
                </a:lnTo>
                <a:lnTo>
                  <a:pt x="32" y="42"/>
                </a:lnTo>
                <a:lnTo>
                  <a:pt x="38" y="30"/>
                </a:lnTo>
                <a:lnTo>
                  <a:pt x="46" y="18"/>
                </a:lnTo>
                <a:lnTo>
                  <a:pt x="58" y="8"/>
                </a:lnTo>
                <a:lnTo>
                  <a:pt x="58" y="8"/>
                </a:lnTo>
                <a:lnTo>
                  <a:pt x="74" y="2"/>
                </a:lnTo>
                <a:lnTo>
                  <a:pt x="90" y="0"/>
                </a:lnTo>
                <a:lnTo>
                  <a:pt x="90" y="0"/>
                </a:lnTo>
                <a:lnTo>
                  <a:pt x="138" y="0"/>
                </a:lnTo>
                <a:lnTo>
                  <a:pt x="138" y="0"/>
                </a:lnTo>
                <a:lnTo>
                  <a:pt x="140" y="0"/>
                </a:lnTo>
                <a:lnTo>
                  <a:pt x="140" y="0"/>
                </a:lnTo>
                <a:lnTo>
                  <a:pt x="140" y="52"/>
                </a:lnTo>
                <a:lnTo>
                  <a:pt x="140" y="52"/>
                </a:lnTo>
                <a:lnTo>
                  <a:pt x="132" y="52"/>
                </a:lnTo>
                <a:lnTo>
                  <a:pt x="132" y="52"/>
                </a:lnTo>
                <a:lnTo>
                  <a:pt x="106" y="52"/>
                </a:lnTo>
                <a:lnTo>
                  <a:pt x="106" y="52"/>
                </a:lnTo>
                <a:lnTo>
                  <a:pt x="102" y="54"/>
                </a:lnTo>
                <a:lnTo>
                  <a:pt x="96" y="56"/>
                </a:lnTo>
                <a:lnTo>
                  <a:pt x="94" y="60"/>
                </a:lnTo>
                <a:lnTo>
                  <a:pt x="92" y="64"/>
                </a:lnTo>
                <a:lnTo>
                  <a:pt x="92" y="64"/>
                </a:lnTo>
                <a:lnTo>
                  <a:pt x="92" y="98"/>
                </a:lnTo>
                <a:lnTo>
                  <a:pt x="92" y="98"/>
                </a:lnTo>
                <a:lnTo>
                  <a:pt x="140" y="98"/>
                </a:lnTo>
                <a:lnTo>
                  <a:pt x="140" y="98"/>
                </a:lnTo>
                <a:lnTo>
                  <a:pt x="136" y="152"/>
                </a:lnTo>
                <a:lnTo>
                  <a:pt x="136" y="152"/>
                </a:lnTo>
                <a:lnTo>
                  <a:pt x="92" y="152"/>
                </a:lnTo>
                <a:lnTo>
                  <a:pt x="92" y="152"/>
                </a:lnTo>
                <a:close/>
              </a:path>
            </a:pathLst>
          </a:custGeom>
          <a:solidFill>
            <a:srgbClr val="F68B1F"/>
          </a:solidFill>
          <a:ln>
            <a:noFill/>
          </a:ln>
        </p:spPr>
        <p:txBody>
          <a:bodyPr lIns="51435" tIns="25718" rIns="51435" bIns="25718"/>
          <a:lstStyle/>
          <a:p>
            <a:pPr>
              <a:defRPr/>
            </a:pPr>
            <a:endParaRPr lang="en-IN" sz="1350"/>
          </a:p>
        </p:txBody>
      </p:sp>
      <p:sp>
        <p:nvSpPr>
          <p:cNvPr id="6" name="Title 1"/>
          <p:cNvSpPr>
            <a:spLocks noGrp="1"/>
          </p:cNvSpPr>
          <p:nvPr>
            <p:ph type="title"/>
          </p:nvPr>
        </p:nvSpPr>
        <p:spPr>
          <a:xfrm>
            <a:off x="5429250" y="2971800"/>
            <a:ext cx="3593306" cy="1257300"/>
          </a:xfrm>
        </p:spPr>
        <p:txBody>
          <a:bodyPr>
            <a:noAutofit/>
          </a:bodyPr>
          <a:lstStyle>
            <a:lvl1pPr algn="l">
              <a:defRPr sz="3040">
                <a:solidFill>
                  <a:srgbClr val="0056A4"/>
                </a:solidFill>
              </a:defRPr>
            </a:lvl1pPr>
          </a:lstStyle>
          <a:p>
            <a:r>
              <a:rPr lang="en-US"/>
              <a:t>Click to edit Master title style</a:t>
            </a:r>
            <a:endParaRPr lang="en-US" dirty="0"/>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2_Presentation Title Slide">
    <p:spTree>
      <p:nvGrpSpPr>
        <p:cNvPr id="1" name=""/>
        <p:cNvGrpSpPr/>
        <p:nvPr/>
      </p:nvGrpSpPr>
      <p:grpSpPr>
        <a:xfrm>
          <a:off x="0" y="0"/>
          <a:ext cx="0" cy="0"/>
          <a:chOff x="0" y="0"/>
          <a:chExt cx="0" cy="0"/>
        </a:xfrm>
      </p:grpSpPr>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dgm">
  <p:cSld name="Title and Diagram or Organization Chart">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7772400" cy="685800"/>
          </a:xfrm>
        </p:spPr>
        <p:txBody>
          <a:bodyPr/>
          <a:lstStyle/>
          <a:p>
            <a:r>
              <a:rPr lang="en-US" noProof="1"/>
              <a:t>Click to edit Master title style</a:t>
            </a:r>
          </a:p>
        </p:txBody>
      </p:sp>
      <p:sp>
        <p:nvSpPr>
          <p:cNvPr id="3" name="SmartArt Placeholder 2"/>
          <p:cNvSpPr>
            <a:spLocks noGrp="1"/>
          </p:cNvSpPr>
          <p:nvPr>
            <p:ph type="pic" idx="1"/>
          </p:nvPr>
        </p:nvSpPr>
        <p:spPr>
          <a:xfrm>
            <a:off x="381000" y="1219200"/>
            <a:ext cx="7924800" cy="4648200"/>
          </a:xfrm>
        </p:spPr>
        <p:txBody>
          <a:bodyPr rtlCol="0">
            <a:normAutofit/>
          </a:bodyPr>
          <a:lstStyle/>
          <a:p>
            <a:pPr lvl="0"/>
            <a:endParaRPr lang="en-US" noProof="0"/>
          </a:p>
        </p:txBody>
      </p:sp>
      <p:sp>
        <p:nvSpPr>
          <p:cNvPr id="4" name="Rectangle 1029"/>
          <p:cNvSpPr>
            <a:spLocks noGrp="1" noChangeArrowheads="1"/>
          </p:cNvSpPr>
          <p:nvPr>
            <p:ph type="dt" sz="half" idx="10"/>
          </p:nvPr>
        </p:nvSpPr>
        <p:spPr>
          <a:xfrm>
            <a:off x="0" y="0"/>
            <a:ext cx="0" cy="0"/>
          </a:xfrm>
        </p:spPr>
        <p:txBody>
          <a:bodyPr/>
          <a:lstStyle>
            <a:lvl1pPr>
              <a:defRPr/>
            </a:lvl1pPr>
          </a:lstStyle>
          <a:p>
            <a:pPr>
              <a:defRPr/>
            </a:pPr>
            <a:endParaRPr lang="en-US"/>
          </a:p>
        </p:txBody>
      </p:sp>
      <p:sp>
        <p:nvSpPr>
          <p:cNvPr id="5" name="Rectangle 1031"/>
          <p:cNvSpPr>
            <a:spLocks noGrp="1" noChangeArrowheads="1"/>
          </p:cNvSpPr>
          <p:nvPr>
            <p:ph type="sldNum" sz="quarter" idx="11"/>
          </p:nvPr>
        </p:nvSpPr>
        <p:spPr>
          <a:xfrm>
            <a:off x="0" y="0"/>
            <a:ext cx="0" cy="0"/>
          </a:xfrm>
        </p:spPr>
        <p:txBody>
          <a:bodyPr/>
          <a:lstStyle>
            <a:lvl1pPr>
              <a:defRPr/>
            </a:lvl1pPr>
          </a:lstStyle>
          <a:p>
            <a:pPr>
              <a:defRPr/>
            </a:pPr>
            <a:fld id="{557C4883-017D-421A-9754-0B089E9ECB85}" type="slidenum">
              <a:rPr lang="en-US" altLang="en-US"/>
              <a:t>‹#›</a:t>
            </a:fld>
            <a:endParaRPr lang="en-US"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slideLayout" Target="../slideLayouts/slideLayout30.xml"/><Relationship Id="rId18" Type="http://schemas.openxmlformats.org/officeDocument/2006/relationships/slideLayout" Target="../slideLayouts/slideLayout35.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slideLayout" Target="../slideLayouts/slideLayout29.xml"/><Relationship Id="rId17" Type="http://schemas.openxmlformats.org/officeDocument/2006/relationships/slideLayout" Target="../slideLayouts/slideLayout34.xml"/><Relationship Id="rId2" Type="http://schemas.openxmlformats.org/officeDocument/2006/relationships/slideLayout" Target="../slideLayouts/slideLayout19.xml"/><Relationship Id="rId16" Type="http://schemas.openxmlformats.org/officeDocument/2006/relationships/slideLayout" Target="../slideLayouts/slideLayout33.xml"/><Relationship Id="rId20" Type="http://schemas.openxmlformats.org/officeDocument/2006/relationships/image" Target="../media/image1.jpeg"/><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5" Type="http://schemas.openxmlformats.org/officeDocument/2006/relationships/slideLayout" Target="../slideLayouts/slideLayout32.xml"/><Relationship Id="rId10" Type="http://schemas.openxmlformats.org/officeDocument/2006/relationships/slideLayout" Target="../slideLayouts/slideLayout27.xml"/><Relationship Id="rId19" Type="http://schemas.openxmlformats.org/officeDocument/2006/relationships/theme" Target="../theme/theme2.xml"/><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slideLayout" Target="../slideLayouts/slideLayout3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3.xml"/><Relationship Id="rId13" Type="http://schemas.openxmlformats.org/officeDocument/2006/relationships/slideLayout" Target="../slideLayouts/slideLayout48.xml"/><Relationship Id="rId18" Type="http://schemas.openxmlformats.org/officeDocument/2006/relationships/slideLayout" Target="../slideLayouts/slideLayout53.xml"/><Relationship Id="rId3" Type="http://schemas.openxmlformats.org/officeDocument/2006/relationships/slideLayout" Target="../slideLayouts/slideLayout38.xml"/><Relationship Id="rId7" Type="http://schemas.openxmlformats.org/officeDocument/2006/relationships/slideLayout" Target="../slideLayouts/slideLayout42.xml"/><Relationship Id="rId12" Type="http://schemas.openxmlformats.org/officeDocument/2006/relationships/slideLayout" Target="../slideLayouts/slideLayout47.xml"/><Relationship Id="rId17" Type="http://schemas.openxmlformats.org/officeDocument/2006/relationships/slideLayout" Target="../slideLayouts/slideLayout52.xml"/><Relationship Id="rId2" Type="http://schemas.openxmlformats.org/officeDocument/2006/relationships/slideLayout" Target="../slideLayouts/slideLayout37.xml"/><Relationship Id="rId16" Type="http://schemas.openxmlformats.org/officeDocument/2006/relationships/slideLayout" Target="../slideLayouts/slideLayout51.xml"/><Relationship Id="rId20" Type="http://schemas.openxmlformats.org/officeDocument/2006/relationships/image" Target="../media/image1.jpeg"/><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5" Type="http://schemas.openxmlformats.org/officeDocument/2006/relationships/slideLayout" Target="../slideLayouts/slideLayout50.xml"/><Relationship Id="rId10" Type="http://schemas.openxmlformats.org/officeDocument/2006/relationships/slideLayout" Target="../slideLayouts/slideLayout45.xml"/><Relationship Id="rId19" Type="http://schemas.openxmlformats.org/officeDocument/2006/relationships/theme" Target="../theme/theme3.xml"/><Relationship Id="rId4" Type="http://schemas.openxmlformats.org/officeDocument/2006/relationships/slideLayout" Target="../slideLayouts/slideLayout39.xml"/><Relationship Id="rId9" Type="http://schemas.openxmlformats.org/officeDocument/2006/relationships/slideLayout" Target="../slideLayouts/slideLayout44.xml"/><Relationship Id="rId14"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object 19"/>
          <p:cNvSpPr txBox="1"/>
          <p:nvPr/>
        </p:nvSpPr>
        <p:spPr>
          <a:xfrm>
            <a:off x="242888" y="6424613"/>
            <a:ext cx="2282825" cy="111125"/>
          </a:xfrm>
          <a:prstGeom prst="rect">
            <a:avLst/>
          </a:prstGeom>
        </p:spPr>
        <p:txBody>
          <a:bodyPr lIns="0" tIns="7144" rIns="0" bIns="0">
            <a:spAutoFit/>
          </a:bodyPr>
          <a:lstStyle/>
          <a:p>
            <a:pPr marL="6985">
              <a:spcBef>
                <a:spcPts val="55"/>
              </a:spcBef>
              <a:defRPr/>
            </a:pPr>
            <a:r>
              <a:rPr sz="675" dirty="0">
                <a:solidFill>
                  <a:schemeClr val="bg1">
                    <a:lumMod val="50000"/>
                  </a:schemeClr>
                </a:solidFill>
                <a:latin typeface="Arial" panose="020B0604020202020204" pitchFamily="34" charset="0"/>
                <a:cs typeface="Arial" panose="020B0604020202020204" pitchFamily="34" charset="0"/>
              </a:rPr>
              <a:t>© </a:t>
            </a:r>
            <a:r>
              <a:rPr sz="675" spc="-3" dirty="0">
                <a:solidFill>
                  <a:schemeClr val="bg1">
                    <a:lumMod val="50000"/>
                  </a:schemeClr>
                </a:solidFill>
                <a:latin typeface="Arial" panose="020B0604020202020204" pitchFamily="34" charset="0"/>
                <a:cs typeface="Arial" panose="020B0604020202020204" pitchFamily="34" charset="0"/>
              </a:rPr>
              <a:t>20</a:t>
            </a:r>
            <a:r>
              <a:rPr lang="en-US" sz="675" spc="-3" dirty="0">
                <a:solidFill>
                  <a:schemeClr val="bg1">
                    <a:lumMod val="50000"/>
                  </a:schemeClr>
                </a:solidFill>
                <a:latin typeface="Arial" panose="020B0604020202020204" pitchFamily="34" charset="0"/>
                <a:cs typeface="Arial" panose="020B0604020202020204" pitchFamily="34" charset="0"/>
              </a:rPr>
              <a:t>20</a:t>
            </a:r>
            <a:r>
              <a:rPr sz="675" spc="-3" dirty="0">
                <a:solidFill>
                  <a:schemeClr val="bg1">
                    <a:lumMod val="50000"/>
                  </a:schemeClr>
                </a:solidFill>
                <a:latin typeface="Arial" panose="020B0604020202020204" pitchFamily="34" charset="0"/>
                <a:cs typeface="Arial" panose="020B0604020202020204" pitchFamily="34" charset="0"/>
              </a:rPr>
              <a:t> </a:t>
            </a:r>
            <a:r>
              <a:rPr lang="en-US" sz="675" spc="-3" dirty="0">
                <a:solidFill>
                  <a:schemeClr val="bg1">
                    <a:lumMod val="50000"/>
                  </a:schemeClr>
                </a:solidFill>
                <a:latin typeface="Arial" panose="020B0604020202020204" pitchFamily="34" charset="0"/>
                <a:cs typeface="Arial" panose="020B0604020202020204" pitchFamily="34" charset="0"/>
              </a:rPr>
              <a:t>Coforge</a:t>
            </a:r>
            <a:endParaRPr sz="675" dirty="0">
              <a:solidFill>
                <a:schemeClr val="bg1">
                  <a:lumMod val="50000"/>
                </a:schemeClr>
              </a:solidFill>
              <a:latin typeface="Arial" panose="020B0604020202020204" pitchFamily="34" charset="0"/>
              <a:cs typeface="Arial" panose="020B0604020202020204" pitchFamily="34" charset="0"/>
            </a:endParaRPr>
          </a:p>
        </p:txBody>
      </p:sp>
      <p:sp>
        <p:nvSpPr>
          <p:cNvPr id="1027" name="Title Placeholder 1"/>
          <p:cNvSpPr>
            <a:spLocks noGrp="1" noChangeArrowheads="1"/>
          </p:cNvSpPr>
          <p:nvPr>
            <p:ph type="title"/>
          </p:nvPr>
        </p:nvSpPr>
        <p:spPr bwMode="auto">
          <a:xfrm>
            <a:off x="933450" y="425450"/>
            <a:ext cx="7326313"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en-US" altLang="de-DE"/>
              <a:t>Click to edit Master title style</a:t>
            </a:r>
          </a:p>
        </p:txBody>
      </p:sp>
      <p:sp>
        <p:nvSpPr>
          <p:cNvPr id="1028" name="Text Placeholder 2"/>
          <p:cNvSpPr>
            <a:spLocks noGrp="1" noChangeArrowheads="1"/>
          </p:cNvSpPr>
          <p:nvPr>
            <p:ph type="body" idx="1"/>
          </p:nvPr>
        </p:nvSpPr>
        <p:spPr bwMode="auto">
          <a:xfrm>
            <a:off x="550863" y="1314450"/>
            <a:ext cx="8093075" cy="462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ltLang="de-DE"/>
              <a:t>Click to edit Master text styles</a:t>
            </a:r>
          </a:p>
          <a:p>
            <a:pPr lvl="1"/>
            <a:r>
              <a:rPr lang="en-US" altLang="de-DE"/>
              <a:t>Second level</a:t>
            </a:r>
          </a:p>
          <a:p>
            <a:pPr lvl="2"/>
            <a:r>
              <a:rPr lang="en-US" altLang="de-DE"/>
              <a:t>Third level</a:t>
            </a:r>
          </a:p>
          <a:p>
            <a:pPr lvl="3"/>
            <a:r>
              <a:rPr lang="en-US" altLang="de-DE"/>
              <a:t>Fourth level</a:t>
            </a:r>
          </a:p>
          <a:p>
            <a:pPr lvl="4"/>
            <a:r>
              <a:rPr lang="en-US" altLang="de-DE"/>
              <a:t>Fifth level</a:t>
            </a:r>
          </a:p>
        </p:txBody>
      </p:sp>
      <p:sp>
        <p:nvSpPr>
          <p:cNvPr id="4" name="Oval 3"/>
          <p:cNvSpPr/>
          <p:nvPr/>
        </p:nvSpPr>
        <p:spPr>
          <a:xfrm>
            <a:off x="8643938" y="6286500"/>
            <a:ext cx="342900" cy="457200"/>
          </a:xfrm>
          <a:prstGeom prst="ellipse">
            <a:avLst/>
          </a:prstGeom>
          <a:noFill/>
          <a:ln w="19050">
            <a:solidFill>
              <a:srgbClr val="F68B1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13" name="Holder 5"/>
          <p:cNvSpPr txBox="1"/>
          <p:nvPr/>
        </p:nvSpPr>
        <p:spPr>
          <a:xfrm>
            <a:off x="8578850" y="6343650"/>
            <a:ext cx="490538" cy="342900"/>
          </a:xfrm>
          <a:prstGeom prst="rect">
            <a:avLst/>
          </a:prstGeom>
        </p:spPr>
        <p:txBody>
          <a:bodyPr lIns="0" tIns="0" rIns="0" bIns="0" anchor="ctr"/>
          <a:lstStyle>
            <a:defPPr>
              <a:defRPr lang="en-US"/>
            </a:defPPr>
            <a:lvl1pPr marL="0" algn="r" defTabSz="914400" rtl="0" eaLnBrk="1" latinLnBrk="0" hangingPunct="1">
              <a:defRPr sz="2000" b="1" kern="1200">
                <a:solidFill>
                  <a:srgbClr val="001B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fld id="{247EB91D-0BE3-4590-9C17-0A91BFDDB517}" type="slidenum">
              <a:rPr lang="en-GB" sz="790" smtClean="0">
                <a:solidFill>
                  <a:schemeClr val="bg1">
                    <a:lumMod val="50000"/>
                  </a:schemeClr>
                </a:solidFill>
              </a:rPr>
              <a:t>‹#›</a:t>
            </a:fld>
            <a:endParaRPr lang="en-GB" sz="790" dirty="0">
              <a:solidFill>
                <a:schemeClr val="bg1">
                  <a:lumMod val="50000"/>
                </a:schemeClr>
              </a:solidFill>
            </a:endParaRPr>
          </a:p>
        </p:txBody>
      </p:sp>
      <p:pic>
        <p:nvPicPr>
          <p:cNvPr id="1031" name="Picture 9"/>
          <p:cNvPicPr>
            <a:picLocks noChangeAspect="1" noChangeArrowheads="1"/>
          </p:cNvPicPr>
          <p:nvPr/>
        </p:nvPicPr>
        <p:blipFill>
          <a:blip r:embed="rId19" cstate="print">
            <a:extLst>
              <a:ext uri="{28A0092B-C50C-407E-A947-70E740481C1C}">
                <a14:useLocalDpi xmlns:a14="http://schemas.microsoft.com/office/drawing/2010/main" val="0"/>
              </a:ext>
            </a:extLst>
          </a:blip>
          <a:srcRect/>
          <a:stretch>
            <a:fillRect/>
          </a:stretch>
        </p:blipFill>
        <p:spPr bwMode="auto">
          <a:xfrm>
            <a:off x="0" y="0"/>
            <a:ext cx="842963" cy="112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lvl1pPr algn="l" defTabSz="514350" rtl="0" eaLnBrk="0" fontAlgn="base" hangingPunct="0">
        <a:lnSpc>
          <a:spcPct val="90000"/>
        </a:lnSpc>
        <a:spcBef>
          <a:spcPct val="0"/>
        </a:spcBef>
        <a:spcAft>
          <a:spcPct val="0"/>
        </a:spcAft>
        <a:defRPr sz="2200" b="1" kern="1200">
          <a:solidFill>
            <a:srgbClr val="0056A4"/>
          </a:solidFill>
          <a:latin typeface="Arial" panose="020B0604020202020204" pitchFamily="34" charset="0"/>
          <a:ea typeface="+mj-ea"/>
          <a:cs typeface="Arial" panose="020B0604020202020204" pitchFamily="34" charset="0"/>
        </a:defRPr>
      </a:lvl1pPr>
      <a:lvl2pPr algn="l" defTabSz="514350" rtl="0" eaLnBrk="0" fontAlgn="base" hangingPunct="0">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2pPr>
      <a:lvl3pPr algn="l" defTabSz="514350" rtl="0" eaLnBrk="0" fontAlgn="base" hangingPunct="0">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3pPr>
      <a:lvl4pPr algn="l" defTabSz="514350" rtl="0" eaLnBrk="0" fontAlgn="base" hangingPunct="0">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4pPr>
      <a:lvl5pPr algn="l" defTabSz="514350" rtl="0" eaLnBrk="0" fontAlgn="base" hangingPunct="0">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5pPr>
      <a:lvl6pPr marL="457200" algn="l" defTabSz="514350" rtl="0" fontAlgn="base">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6pPr>
      <a:lvl7pPr marL="914400" algn="l" defTabSz="514350" rtl="0" fontAlgn="base">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7pPr>
      <a:lvl8pPr marL="1371600" algn="l" defTabSz="514350" rtl="0" fontAlgn="base">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8pPr>
      <a:lvl9pPr marL="1828800" algn="l" defTabSz="514350" rtl="0" fontAlgn="base">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9pPr>
    </p:titleStyle>
    <p:bodyStyle>
      <a:lvl1pPr marL="128905" indent="-128905" algn="l" defTabSz="514350" rtl="0" eaLnBrk="0" fontAlgn="base" hangingPunct="0">
        <a:spcBef>
          <a:spcPts val="565"/>
        </a:spcBef>
        <a:spcAft>
          <a:spcPct val="0"/>
        </a:spcAft>
        <a:buFont typeface="Arial" panose="020B0604020202020204" pitchFamily="34" charset="0"/>
        <a:buChar char="•"/>
        <a:defRPr sz="1300" kern="1200">
          <a:solidFill>
            <a:schemeClr val="tx1"/>
          </a:solidFill>
          <a:latin typeface="Arial" panose="020B0604020202020204" pitchFamily="34" charset="0"/>
          <a:ea typeface="+mn-ea"/>
          <a:cs typeface="Arial" panose="020B0604020202020204" pitchFamily="34" charset="0"/>
        </a:defRPr>
      </a:lvl1pPr>
      <a:lvl2pPr marL="386080" indent="-128905" algn="l" defTabSz="514350" rtl="0" eaLnBrk="0" fontAlgn="base" hangingPunct="0">
        <a:spcBef>
          <a:spcPts val="275"/>
        </a:spcBef>
        <a:spcAft>
          <a:spcPct val="0"/>
        </a:spcAft>
        <a:buFont typeface="Arial" panose="020B0604020202020204" pitchFamily="34" charset="0"/>
        <a:buChar char="•"/>
        <a:defRPr sz="1100" kern="1200">
          <a:solidFill>
            <a:schemeClr val="tx1"/>
          </a:solidFill>
          <a:latin typeface="Arial" panose="020B0604020202020204" pitchFamily="34" charset="0"/>
          <a:ea typeface="+mn-ea"/>
          <a:cs typeface="Arial" panose="020B0604020202020204" pitchFamily="34" charset="0"/>
        </a:defRPr>
      </a:lvl2pPr>
      <a:lvl3pPr marL="643255" indent="-128905" algn="l" defTabSz="514350" rtl="0" eaLnBrk="0" fontAlgn="base" hangingPunct="0">
        <a:spcBef>
          <a:spcPts val="275"/>
        </a:spcBef>
        <a:spcAft>
          <a:spcPct val="0"/>
        </a:spcAft>
        <a:buFont typeface="Arial" panose="020B0604020202020204" pitchFamily="34" charset="0"/>
        <a:buChar char="•"/>
        <a:defRPr sz="1000" kern="1200">
          <a:solidFill>
            <a:schemeClr val="tx1"/>
          </a:solidFill>
          <a:latin typeface="Arial" panose="020B0604020202020204" pitchFamily="34" charset="0"/>
          <a:ea typeface="+mn-ea"/>
          <a:cs typeface="Arial" panose="020B0604020202020204" pitchFamily="34" charset="0"/>
        </a:defRPr>
      </a:lvl3pPr>
      <a:lvl4pPr marL="900430" indent="-128905" algn="l" defTabSz="514350" rtl="0" eaLnBrk="0" fontAlgn="base" hangingPunct="0">
        <a:spcBef>
          <a:spcPts val="275"/>
        </a:spcBef>
        <a:spcAft>
          <a:spcPct val="0"/>
        </a:spcAft>
        <a:buFont typeface="Arial" panose="020B0604020202020204" pitchFamily="34" charset="0"/>
        <a:buChar char="•"/>
        <a:defRPr sz="900" kern="1200">
          <a:solidFill>
            <a:schemeClr val="tx1"/>
          </a:solidFill>
          <a:latin typeface="Arial" panose="020B0604020202020204" pitchFamily="34" charset="0"/>
          <a:ea typeface="+mn-ea"/>
          <a:cs typeface="Arial" panose="020B0604020202020204" pitchFamily="34" charset="0"/>
        </a:defRPr>
      </a:lvl4pPr>
      <a:lvl5pPr marL="1157605" indent="-128905" algn="l" defTabSz="514350" rtl="0" eaLnBrk="0" fontAlgn="base" hangingPunct="0">
        <a:spcBef>
          <a:spcPts val="275"/>
        </a:spcBef>
        <a:spcAft>
          <a:spcPct val="0"/>
        </a:spcAft>
        <a:buFont typeface="Arial" panose="020B0604020202020204" pitchFamily="34" charset="0"/>
        <a:buChar char="•"/>
        <a:defRPr sz="900" kern="1200">
          <a:solidFill>
            <a:schemeClr val="tx1"/>
          </a:solidFill>
          <a:latin typeface="Arial" panose="020B0604020202020204" pitchFamily="34" charset="0"/>
          <a:ea typeface="+mn-ea"/>
          <a:cs typeface="Arial" panose="020B0604020202020204" pitchFamily="34" charset="0"/>
        </a:defRPr>
      </a:lvl5pPr>
      <a:lvl6pPr marL="1414780" indent="-128905" algn="l" defTabSz="514350" rtl="0" eaLnBrk="1" latinLnBrk="0" hangingPunct="1">
        <a:lnSpc>
          <a:spcPct val="90000"/>
        </a:lnSpc>
        <a:spcBef>
          <a:spcPts val="280"/>
        </a:spcBef>
        <a:buFont typeface="Arial" panose="020B0604020202020204" pitchFamily="34" charset="0"/>
        <a:buChar char="•"/>
        <a:defRPr sz="1015" kern="1200">
          <a:solidFill>
            <a:schemeClr val="tx1"/>
          </a:solidFill>
          <a:latin typeface="+mn-lt"/>
          <a:ea typeface="+mn-ea"/>
          <a:cs typeface="+mn-cs"/>
        </a:defRPr>
      </a:lvl6pPr>
      <a:lvl7pPr marL="1671955" indent="-128905" algn="l" defTabSz="514350" rtl="0" eaLnBrk="1" latinLnBrk="0" hangingPunct="1">
        <a:lnSpc>
          <a:spcPct val="90000"/>
        </a:lnSpc>
        <a:spcBef>
          <a:spcPts val="280"/>
        </a:spcBef>
        <a:buFont typeface="Arial" panose="020B0604020202020204" pitchFamily="34" charset="0"/>
        <a:buChar char="•"/>
        <a:defRPr sz="1015" kern="1200">
          <a:solidFill>
            <a:schemeClr val="tx1"/>
          </a:solidFill>
          <a:latin typeface="+mn-lt"/>
          <a:ea typeface="+mn-ea"/>
          <a:cs typeface="+mn-cs"/>
        </a:defRPr>
      </a:lvl7pPr>
      <a:lvl8pPr marL="1929130" indent="-128905" algn="l" defTabSz="514350" rtl="0" eaLnBrk="1" latinLnBrk="0" hangingPunct="1">
        <a:lnSpc>
          <a:spcPct val="90000"/>
        </a:lnSpc>
        <a:spcBef>
          <a:spcPts val="280"/>
        </a:spcBef>
        <a:buFont typeface="Arial" panose="020B0604020202020204" pitchFamily="34" charset="0"/>
        <a:buChar char="•"/>
        <a:defRPr sz="1015" kern="1200">
          <a:solidFill>
            <a:schemeClr val="tx1"/>
          </a:solidFill>
          <a:latin typeface="+mn-lt"/>
          <a:ea typeface="+mn-ea"/>
          <a:cs typeface="+mn-cs"/>
        </a:defRPr>
      </a:lvl8pPr>
      <a:lvl9pPr marL="2186305" indent="-128905" algn="l" defTabSz="514350" rtl="0" eaLnBrk="1" latinLnBrk="0" hangingPunct="1">
        <a:lnSpc>
          <a:spcPct val="90000"/>
        </a:lnSpc>
        <a:spcBef>
          <a:spcPts val="280"/>
        </a:spcBef>
        <a:buFont typeface="Arial" panose="020B0604020202020204" pitchFamily="34" charset="0"/>
        <a:buChar char="•"/>
        <a:defRPr sz="1015" kern="1200">
          <a:solidFill>
            <a:schemeClr val="tx1"/>
          </a:solidFill>
          <a:latin typeface="+mn-lt"/>
          <a:ea typeface="+mn-ea"/>
          <a:cs typeface="+mn-cs"/>
        </a:defRPr>
      </a:lvl9pPr>
    </p:bodyStyle>
    <p:otherStyle>
      <a:defPPr>
        <a:defRPr lang="en-US"/>
      </a:defPPr>
      <a:lvl1pPr marL="0" algn="l" defTabSz="514350" rtl="0" eaLnBrk="1" latinLnBrk="0" hangingPunct="1">
        <a:defRPr sz="1015" kern="1200">
          <a:solidFill>
            <a:schemeClr val="tx1"/>
          </a:solidFill>
          <a:latin typeface="+mn-lt"/>
          <a:ea typeface="+mn-ea"/>
          <a:cs typeface="+mn-cs"/>
        </a:defRPr>
      </a:lvl1pPr>
      <a:lvl2pPr marL="257175" algn="l" defTabSz="514350" rtl="0" eaLnBrk="1" latinLnBrk="0" hangingPunct="1">
        <a:defRPr sz="1015" kern="1200">
          <a:solidFill>
            <a:schemeClr val="tx1"/>
          </a:solidFill>
          <a:latin typeface="+mn-lt"/>
          <a:ea typeface="+mn-ea"/>
          <a:cs typeface="+mn-cs"/>
        </a:defRPr>
      </a:lvl2pPr>
      <a:lvl3pPr marL="514350" algn="l" defTabSz="514350" rtl="0" eaLnBrk="1" latinLnBrk="0" hangingPunct="1">
        <a:defRPr sz="1015" kern="1200">
          <a:solidFill>
            <a:schemeClr val="tx1"/>
          </a:solidFill>
          <a:latin typeface="+mn-lt"/>
          <a:ea typeface="+mn-ea"/>
          <a:cs typeface="+mn-cs"/>
        </a:defRPr>
      </a:lvl3pPr>
      <a:lvl4pPr marL="771525" algn="l" defTabSz="514350" rtl="0" eaLnBrk="1" latinLnBrk="0" hangingPunct="1">
        <a:defRPr sz="1015" kern="1200">
          <a:solidFill>
            <a:schemeClr val="tx1"/>
          </a:solidFill>
          <a:latin typeface="+mn-lt"/>
          <a:ea typeface="+mn-ea"/>
          <a:cs typeface="+mn-cs"/>
        </a:defRPr>
      </a:lvl4pPr>
      <a:lvl5pPr marL="1028700" algn="l" defTabSz="514350" rtl="0" eaLnBrk="1" latinLnBrk="0" hangingPunct="1">
        <a:defRPr sz="1015" kern="1200">
          <a:solidFill>
            <a:schemeClr val="tx1"/>
          </a:solidFill>
          <a:latin typeface="+mn-lt"/>
          <a:ea typeface="+mn-ea"/>
          <a:cs typeface="+mn-cs"/>
        </a:defRPr>
      </a:lvl5pPr>
      <a:lvl6pPr marL="1285875" algn="l" defTabSz="514350" rtl="0" eaLnBrk="1" latinLnBrk="0" hangingPunct="1">
        <a:defRPr sz="1015" kern="1200">
          <a:solidFill>
            <a:schemeClr val="tx1"/>
          </a:solidFill>
          <a:latin typeface="+mn-lt"/>
          <a:ea typeface="+mn-ea"/>
          <a:cs typeface="+mn-cs"/>
        </a:defRPr>
      </a:lvl6pPr>
      <a:lvl7pPr marL="1543050" algn="l" defTabSz="514350" rtl="0" eaLnBrk="1" latinLnBrk="0" hangingPunct="1">
        <a:defRPr sz="1015" kern="1200">
          <a:solidFill>
            <a:schemeClr val="tx1"/>
          </a:solidFill>
          <a:latin typeface="+mn-lt"/>
          <a:ea typeface="+mn-ea"/>
          <a:cs typeface="+mn-cs"/>
        </a:defRPr>
      </a:lvl7pPr>
      <a:lvl8pPr marL="1800225" algn="l" defTabSz="514350" rtl="0" eaLnBrk="1" latinLnBrk="0" hangingPunct="1">
        <a:defRPr sz="1015" kern="1200">
          <a:solidFill>
            <a:schemeClr val="tx1"/>
          </a:solidFill>
          <a:latin typeface="+mn-lt"/>
          <a:ea typeface="+mn-ea"/>
          <a:cs typeface="+mn-cs"/>
        </a:defRPr>
      </a:lvl8pPr>
      <a:lvl9pPr marL="2057400" algn="l" defTabSz="514350" rtl="0" eaLnBrk="1" latinLnBrk="0" hangingPunct="1">
        <a:defRPr sz="1015"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object 19"/>
          <p:cNvSpPr txBox="1"/>
          <p:nvPr/>
        </p:nvSpPr>
        <p:spPr>
          <a:xfrm>
            <a:off x="242888" y="6424613"/>
            <a:ext cx="2282825" cy="111125"/>
          </a:xfrm>
          <a:prstGeom prst="rect">
            <a:avLst/>
          </a:prstGeom>
        </p:spPr>
        <p:txBody>
          <a:bodyPr lIns="0" tIns="7144" rIns="0" bIns="0">
            <a:spAutoFit/>
          </a:bodyPr>
          <a:lstStyle/>
          <a:p>
            <a:pPr marL="6985">
              <a:spcBef>
                <a:spcPts val="55"/>
              </a:spcBef>
              <a:defRPr/>
            </a:pPr>
            <a:r>
              <a:rPr sz="675" dirty="0">
                <a:solidFill>
                  <a:schemeClr val="bg1">
                    <a:lumMod val="50000"/>
                  </a:schemeClr>
                </a:solidFill>
                <a:latin typeface="Arial" panose="020B0604020202020204" pitchFamily="34" charset="0"/>
                <a:cs typeface="Arial" panose="020B0604020202020204" pitchFamily="34" charset="0"/>
              </a:rPr>
              <a:t>© </a:t>
            </a:r>
            <a:r>
              <a:rPr sz="675" spc="-3" dirty="0">
                <a:solidFill>
                  <a:schemeClr val="bg1">
                    <a:lumMod val="50000"/>
                  </a:schemeClr>
                </a:solidFill>
                <a:latin typeface="Arial" panose="020B0604020202020204" pitchFamily="34" charset="0"/>
                <a:cs typeface="Arial" panose="020B0604020202020204" pitchFamily="34" charset="0"/>
              </a:rPr>
              <a:t>20</a:t>
            </a:r>
            <a:r>
              <a:rPr lang="en-US" sz="675" spc="-3" dirty="0">
                <a:solidFill>
                  <a:schemeClr val="bg1">
                    <a:lumMod val="50000"/>
                  </a:schemeClr>
                </a:solidFill>
                <a:latin typeface="Arial" panose="020B0604020202020204" pitchFamily="34" charset="0"/>
                <a:cs typeface="Arial" panose="020B0604020202020204" pitchFamily="34" charset="0"/>
              </a:rPr>
              <a:t>20</a:t>
            </a:r>
            <a:r>
              <a:rPr sz="675" spc="-3" dirty="0">
                <a:solidFill>
                  <a:schemeClr val="bg1">
                    <a:lumMod val="50000"/>
                  </a:schemeClr>
                </a:solidFill>
                <a:latin typeface="Arial" panose="020B0604020202020204" pitchFamily="34" charset="0"/>
                <a:cs typeface="Arial" panose="020B0604020202020204" pitchFamily="34" charset="0"/>
              </a:rPr>
              <a:t> </a:t>
            </a:r>
            <a:r>
              <a:rPr lang="en-US" sz="675" spc="-3" dirty="0">
                <a:solidFill>
                  <a:schemeClr val="bg1">
                    <a:lumMod val="50000"/>
                  </a:schemeClr>
                </a:solidFill>
                <a:latin typeface="Arial" panose="020B0604020202020204" pitchFamily="34" charset="0"/>
                <a:cs typeface="Arial" panose="020B0604020202020204" pitchFamily="34" charset="0"/>
              </a:rPr>
              <a:t>Coforge</a:t>
            </a:r>
            <a:endParaRPr sz="675" dirty="0">
              <a:solidFill>
                <a:schemeClr val="bg1">
                  <a:lumMod val="50000"/>
                </a:schemeClr>
              </a:solidFill>
              <a:latin typeface="Arial" panose="020B0604020202020204" pitchFamily="34" charset="0"/>
              <a:cs typeface="Arial" panose="020B0604020202020204" pitchFamily="34" charset="0"/>
            </a:endParaRPr>
          </a:p>
        </p:txBody>
      </p:sp>
      <p:sp>
        <p:nvSpPr>
          <p:cNvPr id="2051" name="Title Placeholder 1"/>
          <p:cNvSpPr>
            <a:spLocks noGrp="1" noChangeArrowheads="1"/>
          </p:cNvSpPr>
          <p:nvPr>
            <p:ph type="title"/>
          </p:nvPr>
        </p:nvSpPr>
        <p:spPr bwMode="auto">
          <a:xfrm>
            <a:off x="933450" y="425450"/>
            <a:ext cx="7326313"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en-US" altLang="de-DE"/>
              <a:t>Click to edit Master title style</a:t>
            </a:r>
          </a:p>
        </p:txBody>
      </p:sp>
      <p:sp>
        <p:nvSpPr>
          <p:cNvPr id="2052" name="Text Placeholder 2"/>
          <p:cNvSpPr>
            <a:spLocks noGrp="1" noChangeArrowheads="1"/>
          </p:cNvSpPr>
          <p:nvPr>
            <p:ph type="body" idx="1"/>
          </p:nvPr>
        </p:nvSpPr>
        <p:spPr bwMode="auto">
          <a:xfrm>
            <a:off x="550863" y="1314450"/>
            <a:ext cx="8093075" cy="462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ltLang="de-DE"/>
              <a:t>Click to edit Master text styles</a:t>
            </a:r>
          </a:p>
          <a:p>
            <a:pPr lvl="1"/>
            <a:r>
              <a:rPr lang="en-US" altLang="de-DE"/>
              <a:t>Second level</a:t>
            </a:r>
          </a:p>
          <a:p>
            <a:pPr lvl="2"/>
            <a:r>
              <a:rPr lang="en-US" altLang="de-DE"/>
              <a:t>Third level</a:t>
            </a:r>
          </a:p>
          <a:p>
            <a:pPr lvl="3"/>
            <a:r>
              <a:rPr lang="en-US" altLang="de-DE"/>
              <a:t>Fourth level</a:t>
            </a:r>
          </a:p>
          <a:p>
            <a:pPr lvl="4"/>
            <a:r>
              <a:rPr lang="en-US" altLang="de-DE"/>
              <a:t>Fifth level</a:t>
            </a:r>
          </a:p>
        </p:txBody>
      </p:sp>
      <p:sp>
        <p:nvSpPr>
          <p:cNvPr id="4" name="Oval 3"/>
          <p:cNvSpPr/>
          <p:nvPr/>
        </p:nvSpPr>
        <p:spPr>
          <a:xfrm>
            <a:off x="8643938" y="6286500"/>
            <a:ext cx="342900" cy="457200"/>
          </a:xfrm>
          <a:prstGeom prst="ellipse">
            <a:avLst/>
          </a:prstGeom>
          <a:noFill/>
          <a:ln w="19050">
            <a:solidFill>
              <a:srgbClr val="F68B1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13" name="Holder 5"/>
          <p:cNvSpPr txBox="1"/>
          <p:nvPr/>
        </p:nvSpPr>
        <p:spPr>
          <a:xfrm>
            <a:off x="8578850" y="6343650"/>
            <a:ext cx="490538" cy="342900"/>
          </a:xfrm>
          <a:prstGeom prst="rect">
            <a:avLst/>
          </a:prstGeom>
        </p:spPr>
        <p:txBody>
          <a:bodyPr lIns="0" tIns="0" rIns="0" bIns="0" anchor="ctr"/>
          <a:lstStyle>
            <a:defPPr>
              <a:defRPr lang="en-US"/>
            </a:defPPr>
            <a:lvl1pPr marL="0" algn="r" defTabSz="914400" rtl="0" eaLnBrk="1" latinLnBrk="0" hangingPunct="1">
              <a:defRPr sz="2000" b="1" kern="1200">
                <a:solidFill>
                  <a:srgbClr val="001B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fld id="{FB28ABBC-DA78-4D5A-81AA-B36017CC35B4}" type="slidenum">
              <a:rPr lang="en-GB" sz="790" smtClean="0">
                <a:solidFill>
                  <a:schemeClr val="bg1">
                    <a:lumMod val="50000"/>
                  </a:schemeClr>
                </a:solidFill>
              </a:rPr>
              <a:t>‹#›</a:t>
            </a:fld>
            <a:endParaRPr lang="en-GB" sz="790" dirty="0">
              <a:solidFill>
                <a:schemeClr val="bg1">
                  <a:lumMod val="50000"/>
                </a:schemeClr>
              </a:solidFill>
            </a:endParaRPr>
          </a:p>
        </p:txBody>
      </p:sp>
      <p:pic>
        <p:nvPicPr>
          <p:cNvPr id="2055" name="Picture 9"/>
          <p:cNvPicPr>
            <a:picLocks noChangeAspect="1" noChangeArrowheads="1"/>
          </p:cNvPicPr>
          <p:nvPr/>
        </p:nvPicPr>
        <p:blipFill>
          <a:blip r:embed="rId20" cstate="print">
            <a:extLst>
              <a:ext uri="{28A0092B-C50C-407E-A947-70E740481C1C}">
                <a14:useLocalDpi xmlns:a14="http://schemas.microsoft.com/office/drawing/2010/main" val="0"/>
              </a:ext>
            </a:extLst>
          </a:blip>
          <a:srcRect/>
          <a:stretch>
            <a:fillRect/>
          </a:stretch>
        </p:blipFill>
        <p:spPr bwMode="auto">
          <a:xfrm>
            <a:off x="0" y="0"/>
            <a:ext cx="842963" cy="112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 id="2147483679" r:id="rId12"/>
    <p:sldLayoutId id="2147483680" r:id="rId13"/>
    <p:sldLayoutId id="2147483681" r:id="rId14"/>
    <p:sldLayoutId id="2147483682" r:id="rId15"/>
    <p:sldLayoutId id="2147483683" r:id="rId16"/>
    <p:sldLayoutId id="2147483684" r:id="rId17"/>
    <p:sldLayoutId id="2147483685" r:id="rId18"/>
  </p:sldLayoutIdLst>
  <p:hf sldNum="0" hdr="0" ftr="0" dt="0"/>
  <p:txStyles>
    <p:titleStyle>
      <a:lvl1pPr algn="l" defTabSz="514350" rtl="0" eaLnBrk="0" fontAlgn="base" hangingPunct="0">
        <a:lnSpc>
          <a:spcPct val="90000"/>
        </a:lnSpc>
        <a:spcBef>
          <a:spcPct val="0"/>
        </a:spcBef>
        <a:spcAft>
          <a:spcPct val="0"/>
        </a:spcAft>
        <a:defRPr sz="2200" b="1" kern="1200">
          <a:solidFill>
            <a:srgbClr val="0056A4"/>
          </a:solidFill>
          <a:latin typeface="Arial" panose="020B0604020202020204" pitchFamily="34" charset="0"/>
          <a:ea typeface="+mj-ea"/>
          <a:cs typeface="Arial" panose="020B0604020202020204" pitchFamily="34" charset="0"/>
        </a:defRPr>
      </a:lvl1pPr>
      <a:lvl2pPr algn="l" defTabSz="514350" rtl="0" eaLnBrk="0" fontAlgn="base" hangingPunct="0">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2pPr>
      <a:lvl3pPr algn="l" defTabSz="514350" rtl="0" eaLnBrk="0" fontAlgn="base" hangingPunct="0">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3pPr>
      <a:lvl4pPr algn="l" defTabSz="514350" rtl="0" eaLnBrk="0" fontAlgn="base" hangingPunct="0">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4pPr>
      <a:lvl5pPr algn="l" defTabSz="514350" rtl="0" eaLnBrk="0" fontAlgn="base" hangingPunct="0">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5pPr>
      <a:lvl6pPr marL="457200" algn="l" defTabSz="514350" rtl="0" fontAlgn="base">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6pPr>
      <a:lvl7pPr marL="914400" algn="l" defTabSz="514350" rtl="0" fontAlgn="base">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7pPr>
      <a:lvl8pPr marL="1371600" algn="l" defTabSz="514350" rtl="0" fontAlgn="base">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8pPr>
      <a:lvl9pPr marL="1828800" algn="l" defTabSz="514350" rtl="0" fontAlgn="base">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9pPr>
    </p:titleStyle>
    <p:bodyStyle>
      <a:lvl1pPr marL="128905" indent="-128905" algn="l" defTabSz="514350" rtl="0" eaLnBrk="0" fontAlgn="base" hangingPunct="0">
        <a:spcBef>
          <a:spcPts val="565"/>
        </a:spcBef>
        <a:spcAft>
          <a:spcPct val="0"/>
        </a:spcAft>
        <a:buFont typeface="Arial" panose="020B0604020202020204" pitchFamily="34" charset="0"/>
        <a:buChar char="•"/>
        <a:defRPr sz="1300" kern="1200">
          <a:solidFill>
            <a:schemeClr val="tx1"/>
          </a:solidFill>
          <a:latin typeface="Arial" panose="020B0604020202020204" pitchFamily="34" charset="0"/>
          <a:ea typeface="+mn-ea"/>
          <a:cs typeface="Arial" panose="020B0604020202020204" pitchFamily="34" charset="0"/>
        </a:defRPr>
      </a:lvl1pPr>
      <a:lvl2pPr marL="386080" indent="-128905" algn="l" defTabSz="514350" rtl="0" eaLnBrk="0" fontAlgn="base" hangingPunct="0">
        <a:spcBef>
          <a:spcPts val="275"/>
        </a:spcBef>
        <a:spcAft>
          <a:spcPct val="0"/>
        </a:spcAft>
        <a:buFont typeface="Arial" panose="020B0604020202020204" pitchFamily="34" charset="0"/>
        <a:buChar char="•"/>
        <a:defRPr sz="1100" kern="1200">
          <a:solidFill>
            <a:schemeClr val="tx1"/>
          </a:solidFill>
          <a:latin typeface="Arial" panose="020B0604020202020204" pitchFamily="34" charset="0"/>
          <a:ea typeface="+mn-ea"/>
          <a:cs typeface="Arial" panose="020B0604020202020204" pitchFamily="34" charset="0"/>
        </a:defRPr>
      </a:lvl2pPr>
      <a:lvl3pPr marL="643255" indent="-128905" algn="l" defTabSz="514350" rtl="0" eaLnBrk="0" fontAlgn="base" hangingPunct="0">
        <a:spcBef>
          <a:spcPts val="275"/>
        </a:spcBef>
        <a:spcAft>
          <a:spcPct val="0"/>
        </a:spcAft>
        <a:buFont typeface="Arial" panose="020B0604020202020204" pitchFamily="34" charset="0"/>
        <a:buChar char="•"/>
        <a:defRPr sz="1000" kern="1200">
          <a:solidFill>
            <a:schemeClr val="tx1"/>
          </a:solidFill>
          <a:latin typeface="Arial" panose="020B0604020202020204" pitchFamily="34" charset="0"/>
          <a:ea typeface="+mn-ea"/>
          <a:cs typeface="Arial" panose="020B0604020202020204" pitchFamily="34" charset="0"/>
        </a:defRPr>
      </a:lvl3pPr>
      <a:lvl4pPr marL="900430" indent="-128905" algn="l" defTabSz="514350" rtl="0" eaLnBrk="0" fontAlgn="base" hangingPunct="0">
        <a:spcBef>
          <a:spcPts val="275"/>
        </a:spcBef>
        <a:spcAft>
          <a:spcPct val="0"/>
        </a:spcAft>
        <a:buFont typeface="Arial" panose="020B0604020202020204" pitchFamily="34" charset="0"/>
        <a:buChar char="•"/>
        <a:defRPr sz="900" kern="1200">
          <a:solidFill>
            <a:schemeClr val="tx1"/>
          </a:solidFill>
          <a:latin typeface="Arial" panose="020B0604020202020204" pitchFamily="34" charset="0"/>
          <a:ea typeface="+mn-ea"/>
          <a:cs typeface="Arial" panose="020B0604020202020204" pitchFamily="34" charset="0"/>
        </a:defRPr>
      </a:lvl4pPr>
      <a:lvl5pPr marL="1157605" indent="-128905" algn="l" defTabSz="514350" rtl="0" eaLnBrk="0" fontAlgn="base" hangingPunct="0">
        <a:spcBef>
          <a:spcPts val="275"/>
        </a:spcBef>
        <a:spcAft>
          <a:spcPct val="0"/>
        </a:spcAft>
        <a:buFont typeface="Arial" panose="020B0604020202020204" pitchFamily="34" charset="0"/>
        <a:buChar char="•"/>
        <a:defRPr sz="900" kern="1200">
          <a:solidFill>
            <a:schemeClr val="tx1"/>
          </a:solidFill>
          <a:latin typeface="Arial" panose="020B0604020202020204" pitchFamily="34" charset="0"/>
          <a:ea typeface="+mn-ea"/>
          <a:cs typeface="Arial" panose="020B0604020202020204" pitchFamily="34" charset="0"/>
        </a:defRPr>
      </a:lvl5pPr>
      <a:lvl6pPr marL="1414780" indent="-128905" algn="l" defTabSz="514350" rtl="0" eaLnBrk="1" latinLnBrk="0" hangingPunct="1">
        <a:lnSpc>
          <a:spcPct val="90000"/>
        </a:lnSpc>
        <a:spcBef>
          <a:spcPts val="280"/>
        </a:spcBef>
        <a:buFont typeface="Arial" panose="020B0604020202020204" pitchFamily="34" charset="0"/>
        <a:buChar char="•"/>
        <a:defRPr sz="1015" kern="1200">
          <a:solidFill>
            <a:schemeClr val="tx1"/>
          </a:solidFill>
          <a:latin typeface="+mn-lt"/>
          <a:ea typeface="+mn-ea"/>
          <a:cs typeface="+mn-cs"/>
        </a:defRPr>
      </a:lvl6pPr>
      <a:lvl7pPr marL="1671955" indent="-128905" algn="l" defTabSz="514350" rtl="0" eaLnBrk="1" latinLnBrk="0" hangingPunct="1">
        <a:lnSpc>
          <a:spcPct val="90000"/>
        </a:lnSpc>
        <a:spcBef>
          <a:spcPts val="280"/>
        </a:spcBef>
        <a:buFont typeface="Arial" panose="020B0604020202020204" pitchFamily="34" charset="0"/>
        <a:buChar char="•"/>
        <a:defRPr sz="1015" kern="1200">
          <a:solidFill>
            <a:schemeClr val="tx1"/>
          </a:solidFill>
          <a:latin typeface="+mn-lt"/>
          <a:ea typeface="+mn-ea"/>
          <a:cs typeface="+mn-cs"/>
        </a:defRPr>
      </a:lvl7pPr>
      <a:lvl8pPr marL="1929130" indent="-128905" algn="l" defTabSz="514350" rtl="0" eaLnBrk="1" latinLnBrk="0" hangingPunct="1">
        <a:lnSpc>
          <a:spcPct val="90000"/>
        </a:lnSpc>
        <a:spcBef>
          <a:spcPts val="280"/>
        </a:spcBef>
        <a:buFont typeface="Arial" panose="020B0604020202020204" pitchFamily="34" charset="0"/>
        <a:buChar char="•"/>
        <a:defRPr sz="1015" kern="1200">
          <a:solidFill>
            <a:schemeClr val="tx1"/>
          </a:solidFill>
          <a:latin typeface="+mn-lt"/>
          <a:ea typeface="+mn-ea"/>
          <a:cs typeface="+mn-cs"/>
        </a:defRPr>
      </a:lvl8pPr>
      <a:lvl9pPr marL="2186305" indent="-128905" algn="l" defTabSz="514350" rtl="0" eaLnBrk="1" latinLnBrk="0" hangingPunct="1">
        <a:lnSpc>
          <a:spcPct val="90000"/>
        </a:lnSpc>
        <a:spcBef>
          <a:spcPts val="280"/>
        </a:spcBef>
        <a:buFont typeface="Arial" panose="020B0604020202020204" pitchFamily="34" charset="0"/>
        <a:buChar char="•"/>
        <a:defRPr sz="1015" kern="1200">
          <a:solidFill>
            <a:schemeClr val="tx1"/>
          </a:solidFill>
          <a:latin typeface="+mn-lt"/>
          <a:ea typeface="+mn-ea"/>
          <a:cs typeface="+mn-cs"/>
        </a:defRPr>
      </a:lvl9pPr>
    </p:bodyStyle>
    <p:otherStyle>
      <a:defPPr>
        <a:defRPr lang="en-US"/>
      </a:defPPr>
      <a:lvl1pPr marL="0" algn="l" defTabSz="514350" rtl="0" eaLnBrk="1" latinLnBrk="0" hangingPunct="1">
        <a:defRPr sz="1015" kern="1200">
          <a:solidFill>
            <a:schemeClr val="tx1"/>
          </a:solidFill>
          <a:latin typeface="+mn-lt"/>
          <a:ea typeface="+mn-ea"/>
          <a:cs typeface="+mn-cs"/>
        </a:defRPr>
      </a:lvl1pPr>
      <a:lvl2pPr marL="257175" algn="l" defTabSz="514350" rtl="0" eaLnBrk="1" latinLnBrk="0" hangingPunct="1">
        <a:defRPr sz="1015" kern="1200">
          <a:solidFill>
            <a:schemeClr val="tx1"/>
          </a:solidFill>
          <a:latin typeface="+mn-lt"/>
          <a:ea typeface="+mn-ea"/>
          <a:cs typeface="+mn-cs"/>
        </a:defRPr>
      </a:lvl2pPr>
      <a:lvl3pPr marL="514350" algn="l" defTabSz="514350" rtl="0" eaLnBrk="1" latinLnBrk="0" hangingPunct="1">
        <a:defRPr sz="1015" kern="1200">
          <a:solidFill>
            <a:schemeClr val="tx1"/>
          </a:solidFill>
          <a:latin typeface="+mn-lt"/>
          <a:ea typeface="+mn-ea"/>
          <a:cs typeface="+mn-cs"/>
        </a:defRPr>
      </a:lvl3pPr>
      <a:lvl4pPr marL="771525" algn="l" defTabSz="514350" rtl="0" eaLnBrk="1" latinLnBrk="0" hangingPunct="1">
        <a:defRPr sz="1015" kern="1200">
          <a:solidFill>
            <a:schemeClr val="tx1"/>
          </a:solidFill>
          <a:latin typeface="+mn-lt"/>
          <a:ea typeface="+mn-ea"/>
          <a:cs typeface="+mn-cs"/>
        </a:defRPr>
      </a:lvl4pPr>
      <a:lvl5pPr marL="1028700" algn="l" defTabSz="514350" rtl="0" eaLnBrk="1" latinLnBrk="0" hangingPunct="1">
        <a:defRPr sz="1015" kern="1200">
          <a:solidFill>
            <a:schemeClr val="tx1"/>
          </a:solidFill>
          <a:latin typeface="+mn-lt"/>
          <a:ea typeface="+mn-ea"/>
          <a:cs typeface="+mn-cs"/>
        </a:defRPr>
      </a:lvl5pPr>
      <a:lvl6pPr marL="1285875" algn="l" defTabSz="514350" rtl="0" eaLnBrk="1" latinLnBrk="0" hangingPunct="1">
        <a:defRPr sz="1015" kern="1200">
          <a:solidFill>
            <a:schemeClr val="tx1"/>
          </a:solidFill>
          <a:latin typeface="+mn-lt"/>
          <a:ea typeface="+mn-ea"/>
          <a:cs typeface="+mn-cs"/>
        </a:defRPr>
      </a:lvl6pPr>
      <a:lvl7pPr marL="1543050" algn="l" defTabSz="514350" rtl="0" eaLnBrk="1" latinLnBrk="0" hangingPunct="1">
        <a:defRPr sz="1015" kern="1200">
          <a:solidFill>
            <a:schemeClr val="tx1"/>
          </a:solidFill>
          <a:latin typeface="+mn-lt"/>
          <a:ea typeface="+mn-ea"/>
          <a:cs typeface="+mn-cs"/>
        </a:defRPr>
      </a:lvl7pPr>
      <a:lvl8pPr marL="1800225" algn="l" defTabSz="514350" rtl="0" eaLnBrk="1" latinLnBrk="0" hangingPunct="1">
        <a:defRPr sz="1015" kern="1200">
          <a:solidFill>
            <a:schemeClr val="tx1"/>
          </a:solidFill>
          <a:latin typeface="+mn-lt"/>
          <a:ea typeface="+mn-ea"/>
          <a:cs typeface="+mn-cs"/>
        </a:defRPr>
      </a:lvl8pPr>
      <a:lvl9pPr marL="2057400" algn="l" defTabSz="514350" rtl="0" eaLnBrk="1" latinLnBrk="0" hangingPunct="1">
        <a:defRPr sz="1015"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object 19"/>
          <p:cNvSpPr txBox="1"/>
          <p:nvPr/>
        </p:nvSpPr>
        <p:spPr>
          <a:xfrm>
            <a:off x="242888" y="6424613"/>
            <a:ext cx="2282825" cy="111125"/>
          </a:xfrm>
          <a:prstGeom prst="rect">
            <a:avLst/>
          </a:prstGeom>
        </p:spPr>
        <p:txBody>
          <a:bodyPr lIns="0" tIns="7144" rIns="0" bIns="0">
            <a:spAutoFit/>
          </a:bodyPr>
          <a:lstStyle/>
          <a:p>
            <a:pPr marL="6985">
              <a:spcBef>
                <a:spcPts val="55"/>
              </a:spcBef>
              <a:defRPr/>
            </a:pPr>
            <a:r>
              <a:rPr sz="675" dirty="0">
                <a:solidFill>
                  <a:schemeClr val="bg1">
                    <a:lumMod val="50000"/>
                  </a:schemeClr>
                </a:solidFill>
                <a:latin typeface="Arial" panose="020B0604020202020204" pitchFamily="34" charset="0"/>
                <a:cs typeface="Arial" panose="020B0604020202020204" pitchFamily="34" charset="0"/>
              </a:rPr>
              <a:t>© </a:t>
            </a:r>
            <a:r>
              <a:rPr sz="675" spc="-3" dirty="0">
                <a:solidFill>
                  <a:schemeClr val="bg1">
                    <a:lumMod val="50000"/>
                  </a:schemeClr>
                </a:solidFill>
                <a:latin typeface="Arial" panose="020B0604020202020204" pitchFamily="34" charset="0"/>
                <a:cs typeface="Arial" panose="020B0604020202020204" pitchFamily="34" charset="0"/>
              </a:rPr>
              <a:t>20</a:t>
            </a:r>
            <a:r>
              <a:rPr lang="en-US" sz="675" spc="-3" dirty="0">
                <a:solidFill>
                  <a:schemeClr val="bg1">
                    <a:lumMod val="50000"/>
                  </a:schemeClr>
                </a:solidFill>
                <a:latin typeface="Arial" panose="020B0604020202020204" pitchFamily="34" charset="0"/>
                <a:cs typeface="Arial" panose="020B0604020202020204" pitchFamily="34" charset="0"/>
              </a:rPr>
              <a:t>20</a:t>
            </a:r>
            <a:r>
              <a:rPr sz="675" spc="-3" dirty="0">
                <a:solidFill>
                  <a:schemeClr val="bg1">
                    <a:lumMod val="50000"/>
                  </a:schemeClr>
                </a:solidFill>
                <a:latin typeface="Arial" panose="020B0604020202020204" pitchFamily="34" charset="0"/>
                <a:cs typeface="Arial" panose="020B0604020202020204" pitchFamily="34" charset="0"/>
              </a:rPr>
              <a:t> </a:t>
            </a:r>
            <a:r>
              <a:rPr lang="en-US" sz="675" spc="-3" dirty="0">
                <a:solidFill>
                  <a:schemeClr val="bg1">
                    <a:lumMod val="50000"/>
                  </a:schemeClr>
                </a:solidFill>
                <a:latin typeface="Arial" panose="020B0604020202020204" pitchFamily="34" charset="0"/>
                <a:cs typeface="Arial" panose="020B0604020202020204" pitchFamily="34" charset="0"/>
              </a:rPr>
              <a:t>Coforge</a:t>
            </a:r>
            <a:endParaRPr sz="675" dirty="0">
              <a:solidFill>
                <a:schemeClr val="bg1">
                  <a:lumMod val="50000"/>
                </a:schemeClr>
              </a:solidFill>
              <a:latin typeface="Arial" panose="020B0604020202020204" pitchFamily="34" charset="0"/>
              <a:cs typeface="Arial" panose="020B0604020202020204" pitchFamily="34" charset="0"/>
            </a:endParaRPr>
          </a:p>
        </p:txBody>
      </p:sp>
      <p:sp>
        <p:nvSpPr>
          <p:cNvPr id="1027" name="Title Placeholder 1"/>
          <p:cNvSpPr>
            <a:spLocks noGrp="1" noChangeArrowheads="1"/>
          </p:cNvSpPr>
          <p:nvPr>
            <p:ph type="title"/>
          </p:nvPr>
        </p:nvSpPr>
        <p:spPr bwMode="auto">
          <a:xfrm>
            <a:off x="933450" y="425450"/>
            <a:ext cx="7326313"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en-US" altLang="de-DE"/>
              <a:t>Click to edit Master title style</a:t>
            </a:r>
          </a:p>
        </p:txBody>
      </p:sp>
      <p:sp>
        <p:nvSpPr>
          <p:cNvPr id="1028" name="Text Placeholder 2"/>
          <p:cNvSpPr>
            <a:spLocks noGrp="1" noChangeArrowheads="1"/>
          </p:cNvSpPr>
          <p:nvPr>
            <p:ph type="body" idx="1"/>
          </p:nvPr>
        </p:nvSpPr>
        <p:spPr bwMode="auto">
          <a:xfrm>
            <a:off x="550863" y="1314450"/>
            <a:ext cx="8093075" cy="462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ltLang="de-DE"/>
              <a:t>Click to edit Master text styles</a:t>
            </a:r>
          </a:p>
          <a:p>
            <a:pPr lvl="1"/>
            <a:r>
              <a:rPr lang="en-US" altLang="de-DE"/>
              <a:t>Second level</a:t>
            </a:r>
          </a:p>
          <a:p>
            <a:pPr lvl="2"/>
            <a:r>
              <a:rPr lang="en-US" altLang="de-DE"/>
              <a:t>Third level</a:t>
            </a:r>
          </a:p>
          <a:p>
            <a:pPr lvl="3"/>
            <a:r>
              <a:rPr lang="en-US" altLang="de-DE"/>
              <a:t>Fourth level</a:t>
            </a:r>
          </a:p>
          <a:p>
            <a:pPr lvl="4"/>
            <a:r>
              <a:rPr lang="en-US" altLang="de-DE"/>
              <a:t>Fifth level</a:t>
            </a:r>
          </a:p>
        </p:txBody>
      </p:sp>
      <p:sp>
        <p:nvSpPr>
          <p:cNvPr id="4" name="Oval 3"/>
          <p:cNvSpPr/>
          <p:nvPr/>
        </p:nvSpPr>
        <p:spPr>
          <a:xfrm>
            <a:off x="8643938" y="6286500"/>
            <a:ext cx="342900" cy="457200"/>
          </a:xfrm>
          <a:prstGeom prst="ellipse">
            <a:avLst/>
          </a:prstGeom>
          <a:noFill/>
          <a:ln w="19050">
            <a:solidFill>
              <a:srgbClr val="F68B1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13" name="Holder 5"/>
          <p:cNvSpPr txBox="1"/>
          <p:nvPr/>
        </p:nvSpPr>
        <p:spPr>
          <a:xfrm>
            <a:off x="8578850" y="6343650"/>
            <a:ext cx="490538" cy="342900"/>
          </a:xfrm>
          <a:prstGeom prst="rect">
            <a:avLst/>
          </a:prstGeom>
        </p:spPr>
        <p:txBody>
          <a:bodyPr lIns="0" tIns="0" rIns="0" bIns="0" anchor="ctr"/>
          <a:lstStyle>
            <a:defPPr>
              <a:defRPr lang="en-US"/>
            </a:defPPr>
            <a:lvl1pPr marL="0" algn="r" defTabSz="914400" rtl="0" eaLnBrk="1" latinLnBrk="0" hangingPunct="1">
              <a:defRPr sz="2000" b="1" kern="1200">
                <a:solidFill>
                  <a:srgbClr val="001B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fld id="{247EB91D-0BE3-4590-9C17-0A91BFDDB517}" type="slidenum">
              <a:rPr lang="en-GB" sz="790" smtClean="0">
                <a:solidFill>
                  <a:schemeClr val="bg1">
                    <a:lumMod val="50000"/>
                  </a:schemeClr>
                </a:solidFill>
              </a:rPr>
              <a:t>‹#›</a:t>
            </a:fld>
            <a:endParaRPr lang="en-GB" sz="790" dirty="0">
              <a:solidFill>
                <a:schemeClr val="bg1">
                  <a:lumMod val="50000"/>
                </a:schemeClr>
              </a:solidFill>
            </a:endParaRPr>
          </a:p>
        </p:txBody>
      </p:sp>
      <p:pic>
        <p:nvPicPr>
          <p:cNvPr id="1031" name="Picture 9"/>
          <p:cNvPicPr>
            <a:picLocks noChangeAspect="1" noChangeArrowheads="1"/>
          </p:cNvPicPr>
          <p:nvPr/>
        </p:nvPicPr>
        <p:blipFill>
          <a:blip r:embed="rId20" cstate="print">
            <a:extLst>
              <a:ext uri="{28A0092B-C50C-407E-A947-70E740481C1C}">
                <a14:useLocalDpi xmlns:a14="http://schemas.microsoft.com/office/drawing/2010/main" val="0"/>
              </a:ext>
            </a:extLst>
          </a:blip>
          <a:srcRect/>
          <a:stretch>
            <a:fillRect/>
          </a:stretch>
        </p:blipFill>
        <p:spPr bwMode="auto">
          <a:xfrm>
            <a:off x="0" y="0"/>
            <a:ext cx="842963" cy="112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 id="2147483701" r:id="rId15"/>
    <p:sldLayoutId id="2147483702" r:id="rId16"/>
    <p:sldLayoutId id="2147483703" r:id="rId17"/>
    <p:sldLayoutId id="2147483704" r:id="rId18"/>
  </p:sldLayoutIdLst>
  <p:hf sldNum="0" hdr="0" ftr="0" dt="0"/>
  <p:txStyles>
    <p:titleStyle>
      <a:lvl1pPr algn="l" defTabSz="514350" rtl="0" eaLnBrk="0" fontAlgn="base" hangingPunct="0">
        <a:lnSpc>
          <a:spcPct val="90000"/>
        </a:lnSpc>
        <a:spcBef>
          <a:spcPct val="0"/>
        </a:spcBef>
        <a:spcAft>
          <a:spcPct val="0"/>
        </a:spcAft>
        <a:defRPr sz="2200" b="1" kern="1200">
          <a:solidFill>
            <a:srgbClr val="0056A4"/>
          </a:solidFill>
          <a:latin typeface="Arial" panose="020B0604020202020204" pitchFamily="34" charset="0"/>
          <a:ea typeface="+mj-ea"/>
          <a:cs typeface="Arial" panose="020B0604020202020204" pitchFamily="34" charset="0"/>
        </a:defRPr>
      </a:lvl1pPr>
      <a:lvl2pPr algn="l" defTabSz="514350" rtl="0" eaLnBrk="0" fontAlgn="base" hangingPunct="0">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2pPr>
      <a:lvl3pPr algn="l" defTabSz="514350" rtl="0" eaLnBrk="0" fontAlgn="base" hangingPunct="0">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3pPr>
      <a:lvl4pPr algn="l" defTabSz="514350" rtl="0" eaLnBrk="0" fontAlgn="base" hangingPunct="0">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4pPr>
      <a:lvl5pPr algn="l" defTabSz="514350" rtl="0" eaLnBrk="0" fontAlgn="base" hangingPunct="0">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5pPr>
      <a:lvl6pPr marL="457200" algn="l" defTabSz="514350" rtl="0" fontAlgn="base">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6pPr>
      <a:lvl7pPr marL="914400" algn="l" defTabSz="514350" rtl="0" fontAlgn="base">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7pPr>
      <a:lvl8pPr marL="1371600" algn="l" defTabSz="514350" rtl="0" fontAlgn="base">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8pPr>
      <a:lvl9pPr marL="1828800" algn="l" defTabSz="514350" rtl="0" fontAlgn="base">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9pPr>
    </p:titleStyle>
    <p:bodyStyle>
      <a:lvl1pPr marL="128905" indent="-128905" algn="l" defTabSz="514350" rtl="0" eaLnBrk="0" fontAlgn="base" hangingPunct="0">
        <a:spcBef>
          <a:spcPts val="565"/>
        </a:spcBef>
        <a:spcAft>
          <a:spcPct val="0"/>
        </a:spcAft>
        <a:buFont typeface="Arial" panose="020B0604020202020204" pitchFamily="34" charset="0"/>
        <a:buChar char="•"/>
        <a:defRPr sz="1300" kern="1200">
          <a:solidFill>
            <a:schemeClr val="tx1"/>
          </a:solidFill>
          <a:latin typeface="Arial" panose="020B0604020202020204" pitchFamily="34" charset="0"/>
          <a:ea typeface="+mn-ea"/>
          <a:cs typeface="Arial" panose="020B0604020202020204" pitchFamily="34" charset="0"/>
        </a:defRPr>
      </a:lvl1pPr>
      <a:lvl2pPr marL="386080" indent="-128905" algn="l" defTabSz="514350" rtl="0" eaLnBrk="0" fontAlgn="base" hangingPunct="0">
        <a:spcBef>
          <a:spcPts val="275"/>
        </a:spcBef>
        <a:spcAft>
          <a:spcPct val="0"/>
        </a:spcAft>
        <a:buFont typeface="Arial" panose="020B0604020202020204" pitchFamily="34" charset="0"/>
        <a:buChar char="•"/>
        <a:defRPr sz="1100" kern="1200">
          <a:solidFill>
            <a:schemeClr val="tx1"/>
          </a:solidFill>
          <a:latin typeface="Arial" panose="020B0604020202020204" pitchFamily="34" charset="0"/>
          <a:ea typeface="+mn-ea"/>
          <a:cs typeface="Arial" panose="020B0604020202020204" pitchFamily="34" charset="0"/>
        </a:defRPr>
      </a:lvl2pPr>
      <a:lvl3pPr marL="643255" indent="-128905" algn="l" defTabSz="514350" rtl="0" eaLnBrk="0" fontAlgn="base" hangingPunct="0">
        <a:spcBef>
          <a:spcPts val="275"/>
        </a:spcBef>
        <a:spcAft>
          <a:spcPct val="0"/>
        </a:spcAft>
        <a:buFont typeface="Arial" panose="020B0604020202020204" pitchFamily="34" charset="0"/>
        <a:buChar char="•"/>
        <a:defRPr sz="1000" kern="1200">
          <a:solidFill>
            <a:schemeClr val="tx1"/>
          </a:solidFill>
          <a:latin typeface="Arial" panose="020B0604020202020204" pitchFamily="34" charset="0"/>
          <a:ea typeface="+mn-ea"/>
          <a:cs typeface="Arial" panose="020B0604020202020204" pitchFamily="34" charset="0"/>
        </a:defRPr>
      </a:lvl3pPr>
      <a:lvl4pPr marL="900430" indent="-128905" algn="l" defTabSz="514350" rtl="0" eaLnBrk="0" fontAlgn="base" hangingPunct="0">
        <a:spcBef>
          <a:spcPts val="275"/>
        </a:spcBef>
        <a:spcAft>
          <a:spcPct val="0"/>
        </a:spcAft>
        <a:buFont typeface="Arial" panose="020B0604020202020204" pitchFamily="34" charset="0"/>
        <a:buChar char="•"/>
        <a:defRPr sz="900" kern="1200">
          <a:solidFill>
            <a:schemeClr val="tx1"/>
          </a:solidFill>
          <a:latin typeface="Arial" panose="020B0604020202020204" pitchFamily="34" charset="0"/>
          <a:ea typeface="+mn-ea"/>
          <a:cs typeface="Arial" panose="020B0604020202020204" pitchFamily="34" charset="0"/>
        </a:defRPr>
      </a:lvl4pPr>
      <a:lvl5pPr marL="1157605" indent="-128905" algn="l" defTabSz="514350" rtl="0" eaLnBrk="0" fontAlgn="base" hangingPunct="0">
        <a:spcBef>
          <a:spcPts val="275"/>
        </a:spcBef>
        <a:spcAft>
          <a:spcPct val="0"/>
        </a:spcAft>
        <a:buFont typeface="Arial" panose="020B0604020202020204" pitchFamily="34" charset="0"/>
        <a:buChar char="•"/>
        <a:defRPr sz="900" kern="1200">
          <a:solidFill>
            <a:schemeClr val="tx1"/>
          </a:solidFill>
          <a:latin typeface="Arial" panose="020B0604020202020204" pitchFamily="34" charset="0"/>
          <a:ea typeface="+mn-ea"/>
          <a:cs typeface="Arial" panose="020B0604020202020204" pitchFamily="34" charset="0"/>
        </a:defRPr>
      </a:lvl5pPr>
      <a:lvl6pPr marL="1414780" indent="-128905" algn="l" defTabSz="514350" rtl="0" eaLnBrk="1" latinLnBrk="0" hangingPunct="1">
        <a:lnSpc>
          <a:spcPct val="90000"/>
        </a:lnSpc>
        <a:spcBef>
          <a:spcPts val="280"/>
        </a:spcBef>
        <a:buFont typeface="Arial" panose="020B0604020202020204" pitchFamily="34" charset="0"/>
        <a:buChar char="•"/>
        <a:defRPr sz="1015" kern="1200">
          <a:solidFill>
            <a:schemeClr val="tx1"/>
          </a:solidFill>
          <a:latin typeface="+mn-lt"/>
          <a:ea typeface="+mn-ea"/>
          <a:cs typeface="+mn-cs"/>
        </a:defRPr>
      </a:lvl6pPr>
      <a:lvl7pPr marL="1671955" indent="-128905" algn="l" defTabSz="514350" rtl="0" eaLnBrk="1" latinLnBrk="0" hangingPunct="1">
        <a:lnSpc>
          <a:spcPct val="90000"/>
        </a:lnSpc>
        <a:spcBef>
          <a:spcPts val="280"/>
        </a:spcBef>
        <a:buFont typeface="Arial" panose="020B0604020202020204" pitchFamily="34" charset="0"/>
        <a:buChar char="•"/>
        <a:defRPr sz="1015" kern="1200">
          <a:solidFill>
            <a:schemeClr val="tx1"/>
          </a:solidFill>
          <a:latin typeface="+mn-lt"/>
          <a:ea typeface="+mn-ea"/>
          <a:cs typeface="+mn-cs"/>
        </a:defRPr>
      </a:lvl7pPr>
      <a:lvl8pPr marL="1929130" indent="-128905" algn="l" defTabSz="514350" rtl="0" eaLnBrk="1" latinLnBrk="0" hangingPunct="1">
        <a:lnSpc>
          <a:spcPct val="90000"/>
        </a:lnSpc>
        <a:spcBef>
          <a:spcPts val="280"/>
        </a:spcBef>
        <a:buFont typeface="Arial" panose="020B0604020202020204" pitchFamily="34" charset="0"/>
        <a:buChar char="•"/>
        <a:defRPr sz="1015" kern="1200">
          <a:solidFill>
            <a:schemeClr val="tx1"/>
          </a:solidFill>
          <a:latin typeface="+mn-lt"/>
          <a:ea typeface="+mn-ea"/>
          <a:cs typeface="+mn-cs"/>
        </a:defRPr>
      </a:lvl8pPr>
      <a:lvl9pPr marL="2186305" indent="-128905" algn="l" defTabSz="514350" rtl="0" eaLnBrk="1" latinLnBrk="0" hangingPunct="1">
        <a:lnSpc>
          <a:spcPct val="90000"/>
        </a:lnSpc>
        <a:spcBef>
          <a:spcPts val="280"/>
        </a:spcBef>
        <a:buFont typeface="Arial" panose="020B0604020202020204" pitchFamily="34" charset="0"/>
        <a:buChar char="•"/>
        <a:defRPr sz="1015" kern="1200">
          <a:solidFill>
            <a:schemeClr val="tx1"/>
          </a:solidFill>
          <a:latin typeface="+mn-lt"/>
          <a:ea typeface="+mn-ea"/>
          <a:cs typeface="+mn-cs"/>
        </a:defRPr>
      </a:lvl9pPr>
    </p:bodyStyle>
    <p:otherStyle>
      <a:defPPr>
        <a:defRPr lang="en-US"/>
      </a:defPPr>
      <a:lvl1pPr marL="0" algn="l" defTabSz="514350" rtl="0" eaLnBrk="1" latinLnBrk="0" hangingPunct="1">
        <a:defRPr sz="1015" kern="1200">
          <a:solidFill>
            <a:schemeClr val="tx1"/>
          </a:solidFill>
          <a:latin typeface="+mn-lt"/>
          <a:ea typeface="+mn-ea"/>
          <a:cs typeface="+mn-cs"/>
        </a:defRPr>
      </a:lvl1pPr>
      <a:lvl2pPr marL="257175" algn="l" defTabSz="514350" rtl="0" eaLnBrk="1" latinLnBrk="0" hangingPunct="1">
        <a:defRPr sz="1015" kern="1200">
          <a:solidFill>
            <a:schemeClr val="tx1"/>
          </a:solidFill>
          <a:latin typeface="+mn-lt"/>
          <a:ea typeface="+mn-ea"/>
          <a:cs typeface="+mn-cs"/>
        </a:defRPr>
      </a:lvl2pPr>
      <a:lvl3pPr marL="514350" algn="l" defTabSz="514350" rtl="0" eaLnBrk="1" latinLnBrk="0" hangingPunct="1">
        <a:defRPr sz="1015" kern="1200">
          <a:solidFill>
            <a:schemeClr val="tx1"/>
          </a:solidFill>
          <a:latin typeface="+mn-lt"/>
          <a:ea typeface="+mn-ea"/>
          <a:cs typeface="+mn-cs"/>
        </a:defRPr>
      </a:lvl3pPr>
      <a:lvl4pPr marL="771525" algn="l" defTabSz="514350" rtl="0" eaLnBrk="1" latinLnBrk="0" hangingPunct="1">
        <a:defRPr sz="1015" kern="1200">
          <a:solidFill>
            <a:schemeClr val="tx1"/>
          </a:solidFill>
          <a:latin typeface="+mn-lt"/>
          <a:ea typeface="+mn-ea"/>
          <a:cs typeface="+mn-cs"/>
        </a:defRPr>
      </a:lvl4pPr>
      <a:lvl5pPr marL="1028700" algn="l" defTabSz="514350" rtl="0" eaLnBrk="1" latinLnBrk="0" hangingPunct="1">
        <a:defRPr sz="1015" kern="1200">
          <a:solidFill>
            <a:schemeClr val="tx1"/>
          </a:solidFill>
          <a:latin typeface="+mn-lt"/>
          <a:ea typeface="+mn-ea"/>
          <a:cs typeface="+mn-cs"/>
        </a:defRPr>
      </a:lvl5pPr>
      <a:lvl6pPr marL="1285875" algn="l" defTabSz="514350" rtl="0" eaLnBrk="1" latinLnBrk="0" hangingPunct="1">
        <a:defRPr sz="1015" kern="1200">
          <a:solidFill>
            <a:schemeClr val="tx1"/>
          </a:solidFill>
          <a:latin typeface="+mn-lt"/>
          <a:ea typeface="+mn-ea"/>
          <a:cs typeface="+mn-cs"/>
        </a:defRPr>
      </a:lvl6pPr>
      <a:lvl7pPr marL="1543050" algn="l" defTabSz="514350" rtl="0" eaLnBrk="1" latinLnBrk="0" hangingPunct="1">
        <a:defRPr sz="1015" kern="1200">
          <a:solidFill>
            <a:schemeClr val="tx1"/>
          </a:solidFill>
          <a:latin typeface="+mn-lt"/>
          <a:ea typeface="+mn-ea"/>
          <a:cs typeface="+mn-cs"/>
        </a:defRPr>
      </a:lvl7pPr>
      <a:lvl8pPr marL="1800225" algn="l" defTabSz="514350" rtl="0" eaLnBrk="1" latinLnBrk="0" hangingPunct="1">
        <a:defRPr sz="1015" kern="1200">
          <a:solidFill>
            <a:schemeClr val="tx1"/>
          </a:solidFill>
          <a:latin typeface="+mn-lt"/>
          <a:ea typeface="+mn-ea"/>
          <a:cs typeface="+mn-cs"/>
        </a:defRPr>
      </a:lvl8pPr>
      <a:lvl9pPr marL="2057400" algn="l" defTabSz="514350" rtl="0" eaLnBrk="1" latinLnBrk="0" hangingPunct="1">
        <a:defRPr sz="101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noChangeArrowheads="1"/>
          </p:cNvSpPr>
          <p:nvPr>
            <p:ph type="title"/>
          </p:nvPr>
        </p:nvSpPr>
        <p:spPr>
          <a:xfrm>
            <a:off x="5113338" y="2514600"/>
            <a:ext cx="4030662" cy="1149350"/>
          </a:xfrm>
        </p:spPr>
        <p:txBody>
          <a:bodyPr/>
          <a:lstStyle/>
          <a:p>
            <a:pPr algn="ctr" eaLnBrk="1" hangingPunct="1"/>
            <a:r>
              <a:rPr lang="en-US" altLang="de-DE" sz="4000" dirty="0"/>
              <a:t>Agile 3-DB Systel </a:t>
            </a:r>
          </a:p>
        </p:txBody>
      </p:sp>
      <p:sp>
        <p:nvSpPr>
          <p:cNvPr id="3" name="Text Placeholder 2"/>
          <p:cNvSpPr>
            <a:spLocks noGrp="1"/>
          </p:cNvSpPr>
          <p:nvPr>
            <p:ph type="body" sz="quarter" idx="16"/>
          </p:nvPr>
        </p:nvSpPr>
        <p:spPr>
          <a:xfrm>
            <a:off x="6705544" y="4876762"/>
            <a:ext cx="1984375" cy="292100"/>
          </a:xfrm>
        </p:spPr>
        <p:txBody>
          <a:bodyPr rtlCol="0"/>
          <a:lstStyle/>
          <a:p>
            <a:pPr eaLnBrk="1" fontAlgn="auto" hangingPunct="1">
              <a:spcAft>
                <a:spcPts val="0"/>
              </a:spcAft>
              <a:defRPr/>
            </a:pPr>
            <a:r>
              <a:rPr lang="en-US" dirty="0"/>
              <a:t>Neeraj Vohra</a:t>
            </a:r>
          </a:p>
        </p:txBody>
      </p:sp>
      <p:pic>
        <p:nvPicPr>
          <p:cNvPr id="29700" name="Picture 11" descr="DB-MNL_rgb_M"/>
          <p:cNvPicPr>
            <a:picLocks noChangeAspect="1" noChangeArrowheads="1"/>
          </p:cNvPicPr>
          <p:nvPr/>
        </p:nvPicPr>
        <p:blipFill>
          <a:blip r:embed="rId3">
            <a:extLst>
              <a:ext uri="{28A0092B-C50C-407E-A947-70E740481C1C}">
                <a14:useLocalDpi xmlns:a14="http://schemas.microsoft.com/office/drawing/2010/main" val="0"/>
              </a:ext>
            </a:extLst>
          </a:blip>
          <a:srcRect l="-2255" t="-46503" r="-16711" b="-14403"/>
          <a:stretch>
            <a:fillRect/>
          </a:stretch>
        </p:blipFill>
        <p:spPr bwMode="auto">
          <a:xfrm>
            <a:off x="4570413" y="5791200"/>
            <a:ext cx="1984375" cy="865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288993"/>
            <a:ext cx="7326313" cy="549275"/>
          </a:xfrm>
        </p:spPr>
        <p:txBody>
          <a:bodyPr lIns="90488" tIns="44450" rIns="90488" bIns="44450"/>
          <a:lstStyle/>
          <a:p>
            <a:pPr algn="ctr" eaLnBrk="1" hangingPunct="1"/>
            <a:br>
              <a:rPr lang="en-US" sz="3200" dirty="0"/>
            </a:br>
            <a:r>
              <a:rPr lang="en-IN" sz="2800" b="1" dirty="0">
                <a:effectLst/>
                <a:latin typeface="+mn-lt"/>
                <a:ea typeface="Times New Roman" panose="02020603050405020304" pitchFamily="18" charset="0"/>
                <a:cs typeface="Times New Roman" panose="02020603050405020304" pitchFamily="18" charset="0"/>
              </a:rPr>
              <a:t>Engineering Practices for Agile?</a:t>
            </a:r>
            <a:br>
              <a:rPr lang="en-US" sz="2800" dirty="0">
                <a:effectLst/>
                <a:latin typeface="+mn-lt"/>
                <a:ea typeface="Calibri" panose="020F0502020204030204" pitchFamily="34" charset="0"/>
              </a:rPr>
            </a:br>
            <a:br>
              <a:rPr lang="en-US" sz="1800" dirty="0">
                <a:effectLst/>
                <a:latin typeface="Calibri" panose="020F0502020204030204" pitchFamily="34" charset="0"/>
                <a:ea typeface="SimSun" panose="02010600030101010101" pitchFamily="2" charset="-122"/>
                <a:cs typeface="Times New Roman" panose="02020603050405020304" pitchFamily="18" charset="0"/>
              </a:rPr>
            </a:b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 name="Content Placeholder 2">
            <a:extLst>
              <a:ext uri="{FF2B5EF4-FFF2-40B4-BE49-F238E27FC236}">
                <a16:creationId xmlns:a16="http://schemas.microsoft.com/office/drawing/2014/main" id="{339433B4-5907-4AD7-AA2E-03B3EA64E3A6}"/>
              </a:ext>
            </a:extLst>
          </p:cNvPr>
          <p:cNvSpPr>
            <a:spLocks noGrp="1"/>
          </p:cNvSpPr>
          <p:nvPr>
            <p:ph idx="1"/>
          </p:nvPr>
        </p:nvSpPr>
        <p:spPr>
          <a:xfrm>
            <a:off x="414338" y="914466"/>
            <a:ext cx="8272354" cy="5333934"/>
          </a:xfrm>
        </p:spPr>
        <p:txBody>
          <a:bodyPr/>
          <a:lstStyle/>
          <a:p>
            <a:pPr marL="0" marR="0" indent="0">
              <a:spcBef>
                <a:spcPts val="0"/>
              </a:spcBef>
              <a:spcAft>
                <a:spcPts val="0"/>
              </a:spcAft>
              <a:buNone/>
            </a:pPr>
            <a:r>
              <a:rPr lang="en-IN" sz="2000" dirty="0">
                <a:effectLst/>
                <a:latin typeface="+mn-lt"/>
                <a:ea typeface="Times New Roman" panose="02020603050405020304" pitchFamily="18" charset="0"/>
                <a:cs typeface="Times New Roman" panose="02020603050405020304" pitchFamily="18" charset="0"/>
              </a:rPr>
              <a:t>Once you adopt Agile, take a </a:t>
            </a:r>
            <a:r>
              <a:rPr lang="en-IN" sz="2000" b="1" dirty="0">
                <a:effectLst/>
                <a:latin typeface="+mn-lt"/>
                <a:ea typeface="Times New Roman" panose="02020603050405020304" pitchFamily="18" charset="0"/>
                <a:cs typeface="Times New Roman" panose="02020603050405020304" pitchFamily="18" charset="0"/>
              </a:rPr>
              <a:t>next step to improve Engineering Practices by adopting eXtream Programming Practices, align to Lean principles </a:t>
            </a:r>
            <a:r>
              <a:rPr lang="en-IN" sz="2000" dirty="0">
                <a:effectLst/>
                <a:latin typeface="+mn-lt"/>
                <a:ea typeface="Times New Roman" panose="02020603050405020304" pitchFamily="18" charset="0"/>
                <a:cs typeface="Times New Roman" panose="02020603050405020304" pitchFamily="18" charset="0"/>
              </a:rPr>
              <a:t>this will truly lead towards Digital Agile Transformation.</a:t>
            </a:r>
            <a:endParaRPr lang="en-US" sz="2000" dirty="0">
              <a:effectLst/>
              <a:latin typeface="+mn-lt"/>
              <a:ea typeface="Calibri" panose="020F0502020204030204" pitchFamily="34" charset="0"/>
            </a:endParaRPr>
          </a:p>
          <a:p>
            <a:pPr>
              <a:spcBef>
                <a:spcPts val="0"/>
              </a:spcBef>
              <a:spcAft>
                <a:spcPts val="0"/>
              </a:spcAft>
            </a:pPr>
            <a:r>
              <a:rPr lang="en-IN" sz="2000" dirty="0">
                <a:effectLst/>
                <a:latin typeface="+mn-lt"/>
                <a:ea typeface="Times New Roman" panose="02020603050405020304" pitchFamily="18" charset="0"/>
                <a:cs typeface="Times New Roman" panose="02020603050405020304" pitchFamily="18" charset="0"/>
              </a:rPr>
              <a:t>Pair Programming (XP)</a:t>
            </a:r>
            <a:endParaRPr lang="en-US" sz="2000" dirty="0">
              <a:effectLst/>
              <a:latin typeface="+mn-lt"/>
              <a:ea typeface="Calibri" panose="020F0502020204030204" pitchFamily="34" charset="0"/>
            </a:endParaRPr>
          </a:p>
          <a:p>
            <a:pPr>
              <a:spcBef>
                <a:spcPts val="0"/>
              </a:spcBef>
              <a:spcAft>
                <a:spcPts val="0"/>
              </a:spcAft>
            </a:pPr>
            <a:r>
              <a:rPr lang="en-IN" sz="2000" dirty="0">
                <a:effectLst/>
                <a:latin typeface="+mn-lt"/>
                <a:ea typeface="Times New Roman" panose="02020603050405020304" pitchFamily="18" charset="0"/>
                <a:cs typeface="Times New Roman" panose="02020603050405020304" pitchFamily="18" charset="0"/>
              </a:rPr>
              <a:t>TDD/Unit Testing</a:t>
            </a:r>
            <a:endParaRPr lang="en-US" sz="2000" dirty="0">
              <a:effectLst/>
              <a:latin typeface="+mn-lt"/>
              <a:ea typeface="Calibri" panose="020F0502020204030204" pitchFamily="34" charset="0"/>
            </a:endParaRPr>
          </a:p>
          <a:p>
            <a:pPr>
              <a:spcBef>
                <a:spcPts val="0"/>
              </a:spcBef>
              <a:spcAft>
                <a:spcPts val="0"/>
              </a:spcAft>
            </a:pPr>
            <a:r>
              <a:rPr lang="en-IN" sz="2000" dirty="0">
                <a:effectLst/>
                <a:latin typeface="+mn-lt"/>
                <a:ea typeface="Times New Roman" panose="02020603050405020304" pitchFamily="18" charset="0"/>
                <a:cs typeface="Times New Roman" panose="02020603050405020304" pitchFamily="18" charset="0"/>
              </a:rPr>
              <a:t>Continuous Integration</a:t>
            </a:r>
            <a:endParaRPr lang="en-US" sz="2000" dirty="0">
              <a:effectLst/>
              <a:latin typeface="+mn-lt"/>
              <a:ea typeface="Calibri" panose="020F0502020204030204" pitchFamily="34" charset="0"/>
            </a:endParaRPr>
          </a:p>
          <a:p>
            <a:pPr>
              <a:spcBef>
                <a:spcPts val="0"/>
              </a:spcBef>
              <a:spcAft>
                <a:spcPts val="0"/>
              </a:spcAft>
            </a:pPr>
            <a:r>
              <a:rPr lang="en-IN" sz="2000" dirty="0">
                <a:effectLst/>
                <a:latin typeface="+mn-lt"/>
                <a:ea typeface="Times New Roman" panose="02020603050405020304" pitchFamily="18" charset="0"/>
                <a:cs typeface="Times New Roman" panose="02020603050405020304" pitchFamily="18" charset="0"/>
              </a:rPr>
              <a:t>Refactoring</a:t>
            </a:r>
            <a:endParaRPr lang="en-US" sz="2000" dirty="0">
              <a:effectLst/>
              <a:latin typeface="+mn-lt"/>
              <a:ea typeface="Calibri" panose="020F0502020204030204" pitchFamily="34" charset="0"/>
            </a:endParaRPr>
          </a:p>
          <a:p>
            <a:pPr>
              <a:spcBef>
                <a:spcPts val="0"/>
              </a:spcBef>
              <a:spcAft>
                <a:spcPts val="0"/>
              </a:spcAft>
            </a:pPr>
            <a:r>
              <a:rPr lang="en-IN" sz="2000" dirty="0">
                <a:effectLst/>
                <a:latin typeface="+mn-lt"/>
                <a:ea typeface="Times New Roman" panose="02020603050405020304" pitchFamily="18" charset="0"/>
                <a:cs typeface="Times New Roman" panose="02020603050405020304" pitchFamily="18" charset="0"/>
              </a:rPr>
              <a:t>Acceptance Testing</a:t>
            </a:r>
            <a:endParaRPr lang="en-US" sz="2000" dirty="0">
              <a:effectLst/>
              <a:latin typeface="+mn-lt"/>
              <a:ea typeface="Calibri" panose="020F0502020204030204" pitchFamily="34" charset="0"/>
            </a:endParaRPr>
          </a:p>
          <a:p>
            <a:pPr>
              <a:spcBef>
                <a:spcPts val="0"/>
              </a:spcBef>
              <a:spcAft>
                <a:spcPts val="0"/>
              </a:spcAft>
            </a:pPr>
            <a:r>
              <a:rPr lang="en-IN" sz="2000" dirty="0">
                <a:effectLst/>
                <a:latin typeface="+mn-lt"/>
                <a:ea typeface="Times New Roman" panose="02020603050405020304" pitchFamily="18" charset="0"/>
                <a:cs typeface="Times New Roman" panose="02020603050405020304" pitchFamily="18" charset="0"/>
              </a:rPr>
              <a:t>Small release</a:t>
            </a:r>
            <a:endParaRPr lang="en-US" sz="2000" dirty="0">
              <a:effectLst/>
              <a:latin typeface="+mn-lt"/>
              <a:ea typeface="Calibri" panose="020F0502020204030204" pitchFamily="34" charset="0"/>
            </a:endParaRPr>
          </a:p>
          <a:p>
            <a:pPr>
              <a:spcBef>
                <a:spcPts val="0"/>
              </a:spcBef>
              <a:spcAft>
                <a:spcPts val="0"/>
              </a:spcAft>
            </a:pPr>
            <a:r>
              <a:rPr lang="en-IN" sz="2000" dirty="0">
                <a:effectLst/>
                <a:latin typeface="+mn-lt"/>
                <a:ea typeface="Times New Roman" panose="02020603050405020304" pitchFamily="18" charset="0"/>
                <a:cs typeface="Times New Roman" panose="02020603050405020304" pitchFamily="18" charset="0"/>
              </a:rPr>
              <a:t>Emergent Design (OOPS principals SOLID)</a:t>
            </a:r>
            <a:endParaRPr lang="en-US" sz="2000" dirty="0">
              <a:effectLst/>
              <a:latin typeface="+mn-lt"/>
              <a:ea typeface="Calibri" panose="020F0502020204030204" pitchFamily="34" charset="0"/>
            </a:endParaRPr>
          </a:p>
          <a:p>
            <a:pPr>
              <a:spcBef>
                <a:spcPts val="0"/>
              </a:spcBef>
              <a:spcAft>
                <a:spcPts val="0"/>
              </a:spcAft>
            </a:pPr>
            <a:r>
              <a:rPr lang="en-IN" sz="2000" dirty="0">
                <a:effectLst/>
                <a:latin typeface="+mn-lt"/>
                <a:ea typeface="Times New Roman" panose="02020603050405020304" pitchFamily="18" charset="0"/>
                <a:cs typeface="Times New Roman" panose="02020603050405020304" pitchFamily="18" charset="0"/>
              </a:rPr>
              <a:t>Time-Boxing</a:t>
            </a:r>
          </a:p>
          <a:p>
            <a:pPr marL="0" indent="0">
              <a:spcBef>
                <a:spcPts val="0"/>
              </a:spcBef>
              <a:spcAft>
                <a:spcPts val="0"/>
              </a:spcAft>
              <a:buNone/>
            </a:pPr>
            <a:endParaRPr lang="en-IN" sz="2000" i="1" dirty="0">
              <a:latin typeface="+mn-lt"/>
              <a:ea typeface="Calibri" panose="020F0502020204030204" pitchFamily="34" charset="0"/>
              <a:cs typeface="Times New Roman" panose="02020603050405020304" pitchFamily="18" charset="0"/>
            </a:endParaRPr>
          </a:p>
          <a:p>
            <a:pPr marL="0" indent="0">
              <a:spcBef>
                <a:spcPts val="0"/>
              </a:spcBef>
              <a:spcAft>
                <a:spcPts val="0"/>
              </a:spcAft>
              <a:buNone/>
            </a:pPr>
            <a:r>
              <a:rPr lang="en-IN" sz="2000" dirty="0">
                <a:effectLst/>
                <a:latin typeface="+mn-lt"/>
                <a:ea typeface="Times New Roman" panose="02020603050405020304" pitchFamily="18" charset="0"/>
                <a:cs typeface="Times New Roman" panose="02020603050405020304" pitchFamily="18" charset="0"/>
              </a:rPr>
              <a:t>Agile should not be viewed just as a project management technique or a SDLC Methodology, but also as a collection of best practices that should essentially touch every aspect of the development lifecycle. This will result in Optimized Agile Development. </a:t>
            </a:r>
            <a:endParaRPr lang="en-US" sz="2000" dirty="0">
              <a:effectLst/>
              <a:latin typeface="+mn-lt"/>
              <a:ea typeface="Calibri" panose="020F0502020204030204" pitchFamily="34" charset="0"/>
            </a:endParaRPr>
          </a:p>
          <a:p>
            <a:pPr marL="0" indent="0">
              <a:buNone/>
            </a:pPr>
            <a:endParaRPr lang="en-US" dirty="0"/>
          </a:p>
        </p:txBody>
      </p:sp>
    </p:spTree>
    <p:extLst>
      <p:ext uri="{BB962C8B-B14F-4D97-AF65-F5344CB8AC3E}">
        <p14:creationId xmlns:p14="http://schemas.microsoft.com/office/powerpoint/2010/main" val="1655383186"/>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288993"/>
            <a:ext cx="7326313" cy="549275"/>
          </a:xfrm>
        </p:spPr>
        <p:txBody>
          <a:bodyPr lIns="90488" tIns="44450" rIns="90488" bIns="44450"/>
          <a:lstStyle/>
          <a:p>
            <a:pPr algn="ctr" eaLnBrk="1" hangingPunct="1"/>
            <a:br>
              <a:rPr lang="en-US" sz="3200" dirty="0"/>
            </a:br>
            <a:r>
              <a:rPr lang="en-IN" sz="2800" b="1" dirty="0">
                <a:effectLst/>
                <a:latin typeface="+mn-lt"/>
                <a:ea typeface="Times New Roman" panose="02020603050405020304" pitchFamily="18" charset="0"/>
                <a:cs typeface="Times New Roman" panose="02020603050405020304" pitchFamily="18" charset="0"/>
              </a:rPr>
              <a:t>Engineering Practices for Agile?</a:t>
            </a:r>
            <a:br>
              <a:rPr lang="en-US" sz="2800" dirty="0">
                <a:effectLst/>
                <a:latin typeface="+mn-lt"/>
                <a:ea typeface="Calibri" panose="020F0502020204030204" pitchFamily="34" charset="0"/>
              </a:rPr>
            </a:br>
            <a:br>
              <a:rPr lang="en-US" sz="1800" dirty="0">
                <a:effectLst/>
                <a:latin typeface="Calibri" panose="020F0502020204030204" pitchFamily="34" charset="0"/>
                <a:ea typeface="SimSun" panose="02010600030101010101" pitchFamily="2" charset="-122"/>
                <a:cs typeface="Times New Roman" panose="02020603050405020304" pitchFamily="18" charset="0"/>
              </a:rPr>
            </a:b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 name="Content Placeholder 2">
            <a:extLst>
              <a:ext uri="{FF2B5EF4-FFF2-40B4-BE49-F238E27FC236}">
                <a16:creationId xmlns:a16="http://schemas.microsoft.com/office/drawing/2014/main" id="{339433B4-5907-4AD7-AA2E-03B3EA64E3A6}"/>
              </a:ext>
            </a:extLst>
          </p:cNvPr>
          <p:cNvSpPr>
            <a:spLocks noGrp="1"/>
          </p:cNvSpPr>
          <p:nvPr>
            <p:ph idx="1"/>
          </p:nvPr>
        </p:nvSpPr>
        <p:spPr>
          <a:xfrm>
            <a:off x="414338" y="914466"/>
            <a:ext cx="8272354" cy="5333934"/>
          </a:xfrm>
        </p:spPr>
        <p:txBody>
          <a:bodyPr/>
          <a:lstStyle/>
          <a:p>
            <a:pPr marL="0" indent="0">
              <a:buNone/>
            </a:pPr>
            <a:r>
              <a:rPr lang="en-IN" sz="2000" b="1" dirty="0">
                <a:effectLst/>
                <a:latin typeface="Calibri" panose="020F0502020204030204" pitchFamily="34" charset="0"/>
                <a:ea typeface="Times New Roman" panose="02020603050405020304" pitchFamily="18" charset="0"/>
                <a:cs typeface="Times New Roman" panose="02020603050405020304" pitchFamily="18" charset="0"/>
              </a:rPr>
              <a:t>Business Analysis</a:t>
            </a:r>
            <a:r>
              <a:rPr lang="en-IN" sz="2000" dirty="0">
                <a:effectLst/>
                <a:latin typeface="Calibri" panose="020F0502020204030204" pitchFamily="34" charset="0"/>
                <a:ea typeface="Times New Roman" panose="02020603050405020304" pitchFamily="18" charset="0"/>
                <a:cs typeface="Times New Roman" panose="02020603050405020304" pitchFamily="18" charset="0"/>
              </a:rPr>
              <a:t> in Agile is transformed well by replacing SRS / BRD with Product Backlog.</a:t>
            </a:r>
          </a:p>
          <a:p>
            <a:pPr marL="0" indent="0">
              <a:buNone/>
            </a:pPr>
            <a:r>
              <a:rPr lang="en-IN" sz="2000" dirty="0">
                <a:effectLst/>
                <a:latin typeface="Calibri" panose="020F0502020204030204" pitchFamily="34" charset="0"/>
                <a:ea typeface="Times New Roman" panose="02020603050405020304" pitchFamily="18" charset="0"/>
                <a:cs typeface="Times New Roman" panose="02020603050405020304" pitchFamily="18" charset="0"/>
              </a:rPr>
              <a:t>Similarly, </a:t>
            </a:r>
            <a:r>
              <a:rPr lang="en-IN" sz="2000" b="1" dirty="0">
                <a:effectLst/>
                <a:latin typeface="Calibri" panose="020F0502020204030204" pitchFamily="34" charset="0"/>
                <a:ea typeface="Times New Roman" panose="02020603050405020304" pitchFamily="18" charset="0"/>
                <a:cs typeface="Times New Roman" panose="02020603050405020304" pitchFamily="18" charset="0"/>
              </a:rPr>
              <a:t>testing is also considered an integral part of the daily development </a:t>
            </a:r>
            <a:r>
              <a:rPr lang="en-IN" sz="2000" dirty="0">
                <a:effectLst/>
                <a:latin typeface="Calibri" panose="020F0502020204030204" pitchFamily="34" charset="0"/>
                <a:ea typeface="Times New Roman" panose="02020603050405020304" pitchFamily="18" charset="0"/>
                <a:cs typeface="Times New Roman" panose="02020603050405020304" pitchFamily="18" charset="0"/>
              </a:rPr>
              <a:t>activity in Agile.</a:t>
            </a:r>
          </a:p>
          <a:p>
            <a:pPr marL="0" indent="0">
              <a:buNone/>
            </a:pPr>
            <a:r>
              <a:rPr lang="en-IN" sz="2000" dirty="0">
                <a:effectLst/>
                <a:latin typeface="+mn-lt"/>
                <a:ea typeface="Times New Roman" panose="02020603050405020304" pitchFamily="18" charset="0"/>
                <a:cs typeface="Times New Roman" panose="02020603050405020304" pitchFamily="18" charset="0"/>
              </a:rPr>
              <a:t>Ever wondered about Design and Coding? There are a few discussions around Agile Architecture, </a:t>
            </a:r>
            <a:r>
              <a:rPr lang="en-IN" sz="2000" b="1" dirty="0">
                <a:effectLst/>
                <a:latin typeface="+mn-lt"/>
                <a:ea typeface="Times New Roman" panose="02020603050405020304" pitchFamily="18" charset="0"/>
                <a:cs typeface="Times New Roman" panose="02020603050405020304" pitchFamily="18" charset="0"/>
              </a:rPr>
              <a:t>Technical Debt, Test Driven Development, Behavioural Driven Development</a:t>
            </a:r>
            <a:r>
              <a:rPr lang="en-IN" sz="2000" dirty="0">
                <a:effectLst/>
                <a:latin typeface="+mn-lt"/>
                <a:ea typeface="Times New Roman" panose="02020603050405020304" pitchFamily="18" charset="0"/>
                <a:cs typeface="Times New Roman" panose="02020603050405020304" pitchFamily="18" charset="0"/>
              </a:rPr>
              <a:t>, but what are the guidelines which developers need to follow while writing the code?</a:t>
            </a:r>
            <a:endParaRPr lang="en-US" sz="2000" dirty="0">
              <a:effectLst/>
              <a:latin typeface="+mn-lt"/>
              <a:ea typeface="Calibri" panose="020F0502020204030204" pitchFamily="34" charset="0"/>
            </a:endParaRPr>
          </a:p>
          <a:p>
            <a:pPr marL="0" marR="0" indent="0">
              <a:spcBef>
                <a:spcPts val="0"/>
              </a:spcBef>
              <a:spcAft>
                <a:spcPts val="0"/>
              </a:spcAft>
              <a:buNone/>
            </a:pPr>
            <a:endParaRPr lang="en-US" sz="1800" dirty="0">
              <a:effectLst/>
              <a:latin typeface="Times New Roman" panose="02020603050405020304" pitchFamily="18" charset="0"/>
              <a:ea typeface="Calibri" panose="020F0502020204030204" pitchFamily="34" charset="0"/>
            </a:endParaRPr>
          </a:p>
          <a:p>
            <a:pPr>
              <a:spcBef>
                <a:spcPts val="0"/>
              </a:spcBef>
              <a:spcAft>
                <a:spcPts val="0"/>
              </a:spcAft>
            </a:pPr>
            <a:r>
              <a:rPr lang="en-IN" sz="2000" dirty="0">
                <a:effectLst/>
                <a:latin typeface="Calibri" panose="020F0502020204030204" pitchFamily="34" charset="0"/>
                <a:ea typeface="Times New Roman" panose="02020603050405020304" pitchFamily="18" charset="0"/>
                <a:cs typeface="Times New Roman" panose="02020603050405020304" pitchFamily="18" charset="0"/>
              </a:rPr>
              <a:t>Coding Standards</a:t>
            </a:r>
            <a:endParaRPr lang="en-US" sz="2000" dirty="0">
              <a:effectLst/>
              <a:latin typeface="Times New Roman" panose="02020603050405020304" pitchFamily="18" charset="0"/>
              <a:ea typeface="Calibri" panose="020F0502020204030204" pitchFamily="34" charset="0"/>
            </a:endParaRPr>
          </a:p>
          <a:p>
            <a:pPr>
              <a:spcBef>
                <a:spcPts val="0"/>
              </a:spcBef>
              <a:spcAft>
                <a:spcPts val="0"/>
              </a:spcAft>
            </a:pPr>
            <a:r>
              <a:rPr lang="en-IN" sz="2000" dirty="0">
                <a:effectLst/>
                <a:latin typeface="Calibri" panose="020F0502020204030204" pitchFamily="34" charset="0"/>
                <a:ea typeface="Times New Roman" panose="02020603050405020304" pitchFamily="18" charset="0"/>
                <a:cs typeface="Times New Roman" panose="02020603050405020304" pitchFamily="18" charset="0"/>
              </a:rPr>
              <a:t>Emergent Design (SOLID Principle)</a:t>
            </a:r>
            <a:endParaRPr lang="en-US" sz="2000" dirty="0">
              <a:effectLst/>
              <a:latin typeface="Times New Roman" panose="02020603050405020304" pitchFamily="18" charset="0"/>
              <a:ea typeface="Calibri" panose="020F0502020204030204" pitchFamily="34" charset="0"/>
            </a:endParaRPr>
          </a:p>
          <a:p>
            <a:pPr>
              <a:spcBef>
                <a:spcPts val="0"/>
              </a:spcBef>
              <a:spcAft>
                <a:spcPts val="0"/>
              </a:spcAft>
            </a:pPr>
            <a:r>
              <a:rPr lang="en-IN" sz="2000" dirty="0">
                <a:effectLst/>
                <a:latin typeface="Calibri" panose="020F0502020204030204" pitchFamily="34" charset="0"/>
                <a:ea typeface="Times New Roman" panose="02020603050405020304" pitchFamily="18" charset="0"/>
                <a:cs typeface="Times New Roman" panose="02020603050405020304" pitchFamily="18" charset="0"/>
              </a:rPr>
              <a:t>Don't reinvent the wheel:</a:t>
            </a:r>
            <a:endParaRPr lang="en-US" sz="2000" dirty="0">
              <a:effectLst/>
              <a:latin typeface="Times New Roman" panose="02020603050405020304" pitchFamily="18" charset="0"/>
              <a:ea typeface="Calibri" panose="020F0502020204030204" pitchFamily="34" charset="0"/>
            </a:endParaRPr>
          </a:p>
          <a:p>
            <a:pPr>
              <a:spcBef>
                <a:spcPts val="0"/>
              </a:spcBef>
              <a:spcAft>
                <a:spcPts val="0"/>
              </a:spcAft>
            </a:pPr>
            <a:r>
              <a:rPr lang="en-IN" sz="2000" dirty="0">
                <a:effectLst/>
                <a:latin typeface="Calibri" panose="020F0502020204030204" pitchFamily="34" charset="0"/>
                <a:ea typeface="Times New Roman" panose="02020603050405020304" pitchFamily="18" charset="0"/>
                <a:cs typeface="Times New Roman" panose="02020603050405020304" pitchFamily="18" charset="0"/>
              </a:rPr>
              <a:t>Before you begin writing any new piece of code, check the Knowledge Repository, a predefined functionality is available in the Framework and API.</a:t>
            </a:r>
            <a:endParaRPr lang="en-US" sz="2000" dirty="0">
              <a:effectLst/>
              <a:latin typeface="Times New Roman" panose="02020603050405020304" pitchFamily="18" charset="0"/>
              <a:ea typeface="Calibri" panose="020F0502020204030204" pitchFamily="34" charset="0"/>
            </a:endParaRPr>
          </a:p>
          <a:p>
            <a:pPr marL="0" indent="0">
              <a:buNone/>
            </a:pPr>
            <a:endParaRPr lang="en-US" sz="2000" dirty="0"/>
          </a:p>
        </p:txBody>
      </p:sp>
    </p:spTree>
    <p:extLst>
      <p:ext uri="{BB962C8B-B14F-4D97-AF65-F5344CB8AC3E}">
        <p14:creationId xmlns:p14="http://schemas.microsoft.com/office/powerpoint/2010/main" val="2945766732"/>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228684"/>
            <a:ext cx="7326313" cy="549275"/>
          </a:xfrm>
        </p:spPr>
        <p:txBody>
          <a:bodyPr lIns="90488" tIns="44450" rIns="90488" bIns="44450"/>
          <a:lstStyle/>
          <a:p>
            <a:pPr algn="ctr" eaLnBrk="1" hangingPunct="1"/>
            <a:br>
              <a:rPr lang="en-US" sz="3200" dirty="0"/>
            </a:br>
            <a:br>
              <a:rPr lang="en-US" sz="3200" dirty="0"/>
            </a:br>
            <a:r>
              <a:rPr lang="en-IN" sz="2800" b="1" dirty="0">
                <a:effectLst/>
                <a:latin typeface="+mn-lt"/>
                <a:ea typeface="Times New Roman" panose="02020603050405020304" pitchFamily="18" charset="0"/>
                <a:cs typeface="Times New Roman" panose="02020603050405020304" pitchFamily="18" charset="0"/>
              </a:rPr>
              <a:t>Lean &amp; Agile are  Siblings</a:t>
            </a:r>
            <a:br>
              <a:rPr lang="en-US" sz="2800" dirty="0">
                <a:effectLst/>
                <a:latin typeface="+mn-lt"/>
                <a:ea typeface="Calibri" panose="020F0502020204030204" pitchFamily="34" charset="0"/>
              </a:rPr>
            </a:br>
            <a:br>
              <a:rPr lang="en-US" sz="1800" dirty="0">
                <a:effectLst/>
                <a:latin typeface="Calibri" panose="020F0502020204030204" pitchFamily="34" charset="0"/>
                <a:ea typeface="SimSun" panose="02010600030101010101" pitchFamily="2" charset="-122"/>
                <a:cs typeface="Times New Roman" panose="02020603050405020304" pitchFamily="18" charset="0"/>
              </a:rPr>
            </a:b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5" name="Picture 4">
            <a:extLst>
              <a:ext uri="{FF2B5EF4-FFF2-40B4-BE49-F238E27FC236}">
                <a16:creationId xmlns:a16="http://schemas.microsoft.com/office/drawing/2014/main" id="{7978E00B-5A26-4CBA-90BB-8942E3C8D4E6}"/>
              </a:ext>
            </a:extLst>
          </p:cNvPr>
          <p:cNvPicPr>
            <a:picLocks noChangeAspect="1"/>
          </p:cNvPicPr>
          <p:nvPr/>
        </p:nvPicPr>
        <p:blipFill>
          <a:blip r:embed="rId3"/>
          <a:stretch>
            <a:fillRect/>
          </a:stretch>
        </p:blipFill>
        <p:spPr>
          <a:xfrm>
            <a:off x="494600" y="820239"/>
            <a:ext cx="8115894" cy="4208919"/>
          </a:xfrm>
          <a:prstGeom prst="rect">
            <a:avLst/>
          </a:prstGeom>
        </p:spPr>
      </p:pic>
      <p:sp>
        <p:nvSpPr>
          <p:cNvPr id="22" name="TextBox 21">
            <a:extLst>
              <a:ext uri="{FF2B5EF4-FFF2-40B4-BE49-F238E27FC236}">
                <a16:creationId xmlns:a16="http://schemas.microsoft.com/office/drawing/2014/main" id="{A21F4C4C-6A99-4AD1-B76E-2094FDC7E544}"/>
              </a:ext>
            </a:extLst>
          </p:cNvPr>
          <p:cNvSpPr txBox="1"/>
          <p:nvPr/>
        </p:nvSpPr>
        <p:spPr>
          <a:xfrm>
            <a:off x="304912" y="4614126"/>
            <a:ext cx="8610374" cy="1938992"/>
          </a:xfrm>
          <a:prstGeom prst="rect">
            <a:avLst/>
          </a:prstGeom>
          <a:noFill/>
        </p:spPr>
        <p:txBody>
          <a:bodyPr wrap="square">
            <a:spAutoFit/>
          </a:bodyPr>
          <a:lstStyle/>
          <a:p>
            <a:endParaRPr lang="en-US" dirty="0"/>
          </a:p>
          <a:p>
            <a:r>
              <a:rPr lang="en-US" dirty="0"/>
              <a:t>The Lean methodology relies on 3 very simple ideas:</a:t>
            </a:r>
          </a:p>
          <a:p>
            <a:pPr marL="342900" indent="-342900">
              <a:buFont typeface="Arial" panose="020B0604020202020204" pitchFamily="34" charset="0"/>
              <a:buChar char="•"/>
            </a:pPr>
            <a:r>
              <a:rPr lang="en-US" dirty="0"/>
              <a:t>deliver value from your customer’s perspective</a:t>
            </a:r>
          </a:p>
          <a:p>
            <a:pPr marL="342900" indent="-342900">
              <a:buFont typeface="Arial" panose="020B0604020202020204" pitchFamily="34" charset="0"/>
              <a:buChar char="•"/>
            </a:pPr>
            <a:r>
              <a:rPr lang="en-US" dirty="0"/>
              <a:t>eliminate waste (things that don’t bring value to the end product)</a:t>
            </a:r>
          </a:p>
          <a:p>
            <a:pPr marL="342900" indent="-342900">
              <a:buFont typeface="Arial" panose="020B0604020202020204" pitchFamily="34" charset="0"/>
              <a:buChar char="•"/>
            </a:pPr>
            <a:r>
              <a:rPr lang="en-US" dirty="0"/>
              <a:t>continuous improvement</a:t>
            </a:r>
          </a:p>
        </p:txBody>
      </p:sp>
    </p:spTree>
    <p:extLst>
      <p:ext uri="{BB962C8B-B14F-4D97-AF65-F5344CB8AC3E}">
        <p14:creationId xmlns:p14="http://schemas.microsoft.com/office/powerpoint/2010/main" val="2257509066"/>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288993"/>
            <a:ext cx="7326313" cy="549275"/>
          </a:xfrm>
        </p:spPr>
        <p:txBody>
          <a:bodyPr lIns="90488" tIns="44450" rIns="90488" bIns="44450"/>
          <a:lstStyle/>
          <a:p>
            <a:pPr algn="ctr" eaLnBrk="1" hangingPunct="1"/>
            <a:r>
              <a:rPr lang="en-US" sz="2800" b="1" dirty="0">
                <a:effectLst/>
                <a:latin typeface="+mn-lt"/>
                <a:ea typeface="Times New Roman" panose="02020603050405020304" pitchFamily="18" charset="0"/>
                <a:cs typeface="Times New Roman" panose="02020603050405020304" pitchFamily="18" charset="0"/>
              </a:rPr>
              <a:t>Lean</a:t>
            </a: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19" name="TextBox 18">
            <a:extLst>
              <a:ext uri="{FF2B5EF4-FFF2-40B4-BE49-F238E27FC236}">
                <a16:creationId xmlns:a16="http://schemas.microsoft.com/office/drawing/2014/main" id="{3D98C125-A2C0-49EB-B970-06CE19E559B3}"/>
              </a:ext>
            </a:extLst>
          </p:cNvPr>
          <p:cNvSpPr txBox="1"/>
          <p:nvPr/>
        </p:nvSpPr>
        <p:spPr>
          <a:xfrm>
            <a:off x="0" y="838269"/>
            <a:ext cx="9067682" cy="5638652"/>
          </a:xfrm>
          <a:prstGeom prst="rect">
            <a:avLst/>
          </a:prstGeom>
          <a:noFill/>
        </p:spPr>
        <p:txBody>
          <a:bodyPr wrap="square">
            <a:spAutoFit/>
          </a:bodyPr>
          <a:lstStyle/>
          <a:p>
            <a:r>
              <a:rPr lang="en-US" sz="2000" dirty="0">
                <a:solidFill>
                  <a:srgbClr val="606060"/>
                </a:solidFill>
                <a:latin typeface="+mn-lt"/>
              </a:rPr>
              <a:t>The Lean methodology is about continuously improving work </a:t>
            </a:r>
            <a:r>
              <a:rPr lang="en-US" sz="2000" b="1" dirty="0">
                <a:solidFill>
                  <a:srgbClr val="606060"/>
                </a:solidFill>
                <a:latin typeface="+mn-lt"/>
              </a:rPr>
              <a:t>processes</a:t>
            </a:r>
            <a:r>
              <a:rPr lang="en-US" sz="2000" dirty="0">
                <a:solidFill>
                  <a:srgbClr val="606060"/>
                </a:solidFill>
                <a:latin typeface="+mn-lt"/>
              </a:rPr>
              <a:t>, </a:t>
            </a:r>
            <a:r>
              <a:rPr lang="en-US" sz="2000" b="1" dirty="0">
                <a:solidFill>
                  <a:srgbClr val="606060"/>
                </a:solidFill>
                <a:latin typeface="+mn-lt"/>
              </a:rPr>
              <a:t>purposes</a:t>
            </a:r>
            <a:r>
              <a:rPr lang="en-US" sz="2000" dirty="0">
                <a:solidFill>
                  <a:srgbClr val="606060"/>
                </a:solidFill>
                <a:latin typeface="+mn-lt"/>
              </a:rPr>
              <a:t>, and </a:t>
            </a:r>
            <a:r>
              <a:rPr lang="en-US" sz="2000" b="1" dirty="0">
                <a:solidFill>
                  <a:srgbClr val="606060"/>
                </a:solidFill>
                <a:latin typeface="+mn-lt"/>
              </a:rPr>
              <a:t>people</a:t>
            </a:r>
            <a:r>
              <a:rPr lang="en-US" sz="2000" dirty="0">
                <a:solidFill>
                  <a:srgbClr val="606060"/>
                </a:solidFill>
                <a:latin typeface="+mn-lt"/>
              </a:rPr>
              <a:t>.</a:t>
            </a:r>
          </a:p>
          <a:p>
            <a:r>
              <a:rPr lang="en-US" sz="2000" b="1" dirty="0">
                <a:solidFill>
                  <a:srgbClr val="606060"/>
                </a:solidFill>
                <a:latin typeface="+mn-lt"/>
              </a:rPr>
              <a:t>Purpose</a:t>
            </a:r>
            <a:r>
              <a:rPr lang="en-US" sz="2000" dirty="0">
                <a:solidFill>
                  <a:srgbClr val="606060"/>
                </a:solidFill>
                <a:latin typeface="+mn-lt"/>
              </a:rPr>
              <a:t>: What the customer problems </a:t>
            </a:r>
          </a:p>
          <a:p>
            <a:r>
              <a:rPr lang="en-US" sz="2000" b="1" dirty="0">
                <a:solidFill>
                  <a:srgbClr val="606060"/>
                </a:solidFill>
                <a:latin typeface="+mn-lt"/>
              </a:rPr>
              <a:t>Process: </a:t>
            </a:r>
            <a:r>
              <a:rPr lang="en-US" sz="2000" dirty="0">
                <a:solidFill>
                  <a:srgbClr val="606060"/>
                </a:solidFill>
                <a:latin typeface="+mn-lt"/>
              </a:rPr>
              <a:t>How will the Organization access each major value stream to make sure each step is valuable, capable, available, adequate, flexible and that all steps are linked by flow, pull and levelling. </a:t>
            </a:r>
            <a:endParaRPr lang="en-US" sz="2000" b="1" dirty="0">
              <a:solidFill>
                <a:srgbClr val="606060"/>
              </a:solidFill>
              <a:latin typeface="+mn-lt"/>
            </a:endParaRPr>
          </a:p>
          <a:p>
            <a:r>
              <a:rPr lang="en-US" sz="2000" b="1" dirty="0">
                <a:solidFill>
                  <a:srgbClr val="606060"/>
                </a:solidFill>
                <a:latin typeface="+mn-lt"/>
              </a:rPr>
              <a:t>People: </a:t>
            </a:r>
            <a:r>
              <a:rPr lang="en-US" sz="2000" dirty="0">
                <a:solidFill>
                  <a:srgbClr val="606060"/>
                </a:solidFill>
                <a:latin typeface="+mn-lt"/>
              </a:rPr>
              <a:t>How can the organization ensure that every important process has someone responsible for continually evaluating that value stream in terms of business purpose and lean process? How can everyone touching the value stream by actively engaged it correctly continually improving it.</a:t>
            </a:r>
          </a:p>
          <a:p>
            <a:endParaRPr lang="en-US" sz="2000" b="1" dirty="0">
              <a:solidFill>
                <a:srgbClr val="606060"/>
              </a:solidFill>
              <a:latin typeface="+mn-lt"/>
            </a:endParaRPr>
          </a:p>
          <a:p>
            <a:r>
              <a:rPr lang="en-US" sz="2000" b="1" dirty="0">
                <a:solidFill>
                  <a:srgbClr val="606060"/>
                </a:solidFill>
                <a:latin typeface="+mn-lt"/>
              </a:rPr>
              <a:t>Instead </a:t>
            </a:r>
            <a:r>
              <a:rPr lang="en-US" sz="2000" dirty="0">
                <a:solidFill>
                  <a:srgbClr val="606060"/>
                </a:solidFill>
                <a:latin typeface="+mn-lt"/>
              </a:rPr>
              <a:t>of holding total control of work processes and keeping the spotlight, Lean management encourages shared responsibility and shared leadership.</a:t>
            </a:r>
          </a:p>
          <a:p>
            <a:endParaRPr lang="en-US" sz="2000" b="1" dirty="0">
              <a:solidFill>
                <a:srgbClr val="606060"/>
              </a:solidFill>
              <a:latin typeface="+mn-lt"/>
            </a:endParaRPr>
          </a:p>
          <a:p>
            <a:r>
              <a:rPr lang="en-US" sz="2000" b="1" dirty="0">
                <a:solidFill>
                  <a:srgbClr val="606060"/>
                </a:solidFill>
                <a:latin typeface="+mn-lt"/>
              </a:rPr>
              <a:t>The </a:t>
            </a:r>
            <a:r>
              <a:rPr lang="en-US" sz="2000" dirty="0">
                <a:solidFill>
                  <a:srgbClr val="606060"/>
                </a:solidFill>
                <a:latin typeface="+mn-lt"/>
              </a:rPr>
              <a:t>two main pillars of the Lean methodology are:</a:t>
            </a:r>
          </a:p>
          <a:p>
            <a:r>
              <a:rPr lang="en-US" sz="2000" dirty="0">
                <a:solidFill>
                  <a:srgbClr val="606060"/>
                </a:solidFill>
                <a:latin typeface="+mn-lt"/>
              </a:rPr>
              <a:t>Respect of People</a:t>
            </a:r>
          </a:p>
          <a:p>
            <a:r>
              <a:rPr lang="en-US" sz="2000" dirty="0">
                <a:solidFill>
                  <a:srgbClr val="606060"/>
                </a:solidFill>
                <a:latin typeface="+mn-lt"/>
              </a:rPr>
              <a:t>Continuous improvements</a:t>
            </a:r>
          </a:p>
          <a:p>
            <a:endParaRPr lang="en-US" sz="2000" dirty="0">
              <a:solidFill>
                <a:srgbClr val="606060"/>
              </a:solidFill>
              <a:latin typeface="+mn-lt"/>
            </a:endParaRPr>
          </a:p>
        </p:txBody>
      </p:sp>
    </p:spTree>
    <p:extLst>
      <p:ext uri="{BB962C8B-B14F-4D97-AF65-F5344CB8AC3E}">
        <p14:creationId xmlns:p14="http://schemas.microsoft.com/office/powerpoint/2010/main" val="894524278"/>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288993"/>
            <a:ext cx="7326313" cy="549275"/>
          </a:xfrm>
        </p:spPr>
        <p:txBody>
          <a:bodyPr lIns="90488" tIns="44450" rIns="90488" bIns="44450"/>
          <a:lstStyle/>
          <a:p>
            <a:pPr algn="ctr" eaLnBrk="1" hangingPunct="1"/>
            <a:r>
              <a:rPr lang="en-US" sz="2800" b="1" dirty="0">
                <a:effectLst/>
                <a:latin typeface="+mn-lt"/>
                <a:ea typeface="Times New Roman" panose="02020603050405020304" pitchFamily="18" charset="0"/>
                <a:cs typeface="Times New Roman" panose="02020603050405020304" pitchFamily="18" charset="0"/>
              </a:rPr>
              <a:t>Lean Principles (How to create a Lean System)</a:t>
            </a: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7" name="Picture 6">
            <a:extLst>
              <a:ext uri="{FF2B5EF4-FFF2-40B4-BE49-F238E27FC236}">
                <a16:creationId xmlns:a16="http://schemas.microsoft.com/office/drawing/2014/main" id="{71BD2AB6-0453-4D12-87BF-8BF6D29AD3CD}"/>
              </a:ext>
            </a:extLst>
          </p:cNvPr>
          <p:cNvPicPr>
            <a:picLocks noChangeAspect="1"/>
          </p:cNvPicPr>
          <p:nvPr/>
        </p:nvPicPr>
        <p:blipFill>
          <a:blip r:embed="rId3"/>
          <a:stretch>
            <a:fillRect/>
          </a:stretch>
        </p:blipFill>
        <p:spPr>
          <a:xfrm>
            <a:off x="152516" y="1143060"/>
            <a:ext cx="8866298" cy="4660019"/>
          </a:xfrm>
          <a:prstGeom prst="rect">
            <a:avLst/>
          </a:prstGeom>
        </p:spPr>
      </p:pic>
    </p:spTree>
    <p:extLst>
      <p:ext uri="{BB962C8B-B14F-4D97-AF65-F5344CB8AC3E}">
        <p14:creationId xmlns:p14="http://schemas.microsoft.com/office/powerpoint/2010/main" val="2412493025"/>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914496" y="90"/>
            <a:ext cx="7848394" cy="609584"/>
          </a:xfrm>
        </p:spPr>
        <p:txBody>
          <a:bodyPr lIns="90488" tIns="44450" rIns="90488" bIns="44450"/>
          <a:lstStyle/>
          <a:p>
            <a:pPr algn="ctr" eaLnBrk="1" hangingPunct="1"/>
            <a:r>
              <a:rPr lang="en-US" sz="2800" b="1" dirty="0">
                <a:effectLst/>
                <a:latin typeface="+mn-lt"/>
                <a:ea typeface="Times New Roman" panose="02020603050405020304" pitchFamily="18" charset="0"/>
                <a:cs typeface="Times New Roman" panose="02020603050405020304" pitchFamily="18" charset="0"/>
              </a:rPr>
              <a:t>Lean Principles (How to create a Lean System)</a:t>
            </a: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19" name="TextBox 18">
            <a:extLst>
              <a:ext uri="{FF2B5EF4-FFF2-40B4-BE49-F238E27FC236}">
                <a16:creationId xmlns:a16="http://schemas.microsoft.com/office/drawing/2014/main" id="{34A21DE9-4CD0-445D-BA57-F8F6D558E969}"/>
              </a:ext>
            </a:extLst>
          </p:cNvPr>
          <p:cNvSpPr txBox="1"/>
          <p:nvPr/>
        </p:nvSpPr>
        <p:spPr>
          <a:xfrm>
            <a:off x="76198" y="457278"/>
            <a:ext cx="9067682" cy="6247864"/>
          </a:xfrm>
          <a:prstGeom prst="rect">
            <a:avLst/>
          </a:prstGeom>
          <a:noFill/>
        </p:spPr>
        <p:txBody>
          <a:bodyPr wrap="square">
            <a:spAutoFit/>
          </a:bodyPr>
          <a:lstStyle/>
          <a:p>
            <a:r>
              <a:rPr lang="en-US" sz="2000" dirty="0">
                <a:solidFill>
                  <a:srgbClr val="606060"/>
                </a:solidFill>
                <a:latin typeface="+mn-lt"/>
              </a:rPr>
              <a:t>     </a:t>
            </a:r>
            <a:r>
              <a:rPr lang="en-US" sz="2000" b="1" dirty="0">
                <a:solidFill>
                  <a:srgbClr val="606060"/>
                </a:solidFill>
                <a:latin typeface="+mn-lt"/>
              </a:rPr>
              <a:t>Identify Value: </a:t>
            </a:r>
            <a:r>
              <a:rPr lang="en-US" sz="2000" dirty="0">
                <a:solidFill>
                  <a:srgbClr val="606060"/>
                </a:solidFill>
                <a:latin typeface="+mn-lt"/>
              </a:rPr>
              <a:t> What does every company strive to do? To 	offer a product/service that a customer is ready to pay for. To do so a company needs to add value defined by its customer needs. </a:t>
            </a:r>
          </a:p>
          <a:p>
            <a:r>
              <a:rPr lang="en-US" sz="2000" b="1" dirty="0">
                <a:solidFill>
                  <a:srgbClr val="606060"/>
                </a:solidFill>
                <a:latin typeface="+mn-lt"/>
              </a:rPr>
              <a:t>The </a:t>
            </a:r>
            <a:r>
              <a:rPr lang="en-US" sz="2000" dirty="0">
                <a:solidFill>
                  <a:srgbClr val="606060"/>
                </a:solidFill>
                <a:latin typeface="+mn-lt"/>
              </a:rPr>
              <a:t>value lies in the problem you are trying to solve for the customer. More specifically, in the part of the solution that your customer is actively willing to pay. Any other activity or process that doesn’t bring value to the end product is considered waste.</a:t>
            </a:r>
          </a:p>
          <a:p>
            <a:r>
              <a:rPr lang="en-US" sz="2000" dirty="0">
                <a:solidFill>
                  <a:srgbClr val="606060"/>
                </a:solidFill>
                <a:latin typeface="+mn-lt"/>
              </a:rPr>
              <a:t>So you first need to Identify the value you want to deliver and then proceed to the next step.</a:t>
            </a:r>
          </a:p>
          <a:p>
            <a:r>
              <a:rPr lang="en-US" sz="2000" b="1" dirty="0">
                <a:solidFill>
                  <a:srgbClr val="606060"/>
                </a:solidFill>
                <a:latin typeface="+mn-lt"/>
              </a:rPr>
              <a:t>Value Stream Mapping: </a:t>
            </a:r>
            <a:r>
              <a:rPr lang="en-US" sz="2000" dirty="0">
                <a:solidFill>
                  <a:srgbClr val="606060"/>
                </a:solidFill>
                <a:latin typeface="+mn-lt"/>
              </a:rPr>
              <a:t> This is the point where you literally need to map the workflow of your company . It has to include all the actions and people involved in delivering the end product to the customer. By  doing so, you will be able to identify what parts of the process bring no value.</a:t>
            </a:r>
          </a:p>
          <a:p>
            <a:r>
              <a:rPr lang="en-US" sz="2000" b="1" dirty="0">
                <a:solidFill>
                  <a:srgbClr val="606060"/>
                </a:solidFill>
                <a:latin typeface="+mn-lt"/>
              </a:rPr>
              <a:t> A</a:t>
            </a:r>
            <a:r>
              <a:rPr lang="en-US" sz="2000" dirty="0">
                <a:solidFill>
                  <a:srgbClr val="606060"/>
                </a:solidFill>
                <a:latin typeface="+mn-lt"/>
              </a:rPr>
              <a:t>pplying the Lean principle of value stream mapping will show you where the value is being generated and in what proportion different parts of the process do or do not produce value. </a:t>
            </a:r>
          </a:p>
          <a:p>
            <a:r>
              <a:rPr lang="en-US" sz="2000" b="1" dirty="0">
                <a:solidFill>
                  <a:srgbClr val="606060"/>
                </a:solidFill>
                <a:latin typeface="+mn-lt"/>
              </a:rPr>
              <a:t>W</a:t>
            </a:r>
            <a:r>
              <a:rPr lang="en-US" sz="2000" dirty="0">
                <a:solidFill>
                  <a:srgbClr val="606060"/>
                </a:solidFill>
                <a:latin typeface="+mn-lt"/>
              </a:rPr>
              <a:t>hen you have your value stream mapped, It will be much easier to you see which processes are  owned by what teams  and who is responsible for measuring , evaluating and improving that process. This big-picture will enable you to detect the steps that don’t bring value and eliminate them. </a:t>
            </a:r>
            <a:endParaRPr lang="en-US" sz="2000" b="1" dirty="0">
              <a:solidFill>
                <a:srgbClr val="606060"/>
              </a:solidFill>
              <a:latin typeface="+mn-lt"/>
            </a:endParaRPr>
          </a:p>
        </p:txBody>
      </p:sp>
    </p:spTree>
    <p:extLst>
      <p:ext uri="{BB962C8B-B14F-4D97-AF65-F5344CB8AC3E}">
        <p14:creationId xmlns:p14="http://schemas.microsoft.com/office/powerpoint/2010/main" val="3239965412"/>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914496" y="90"/>
            <a:ext cx="7848394" cy="609584"/>
          </a:xfrm>
        </p:spPr>
        <p:txBody>
          <a:bodyPr lIns="90488" tIns="44450" rIns="90488" bIns="44450"/>
          <a:lstStyle/>
          <a:p>
            <a:pPr algn="ctr" eaLnBrk="1" hangingPunct="1"/>
            <a:r>
              <a:rPr lang="en-US" sz="2800" b="1" dirty="0">
                <a:effectLst/>
                <a:latin typeface="+mn-lt"/>
                <a:ea typeface="Times New Roman" panose="02020603050405020304" pitchFamily="18" charset="0"/>
                <a:cs typeface="Times New Roman" panose="02020603050405020304" pitchFamily="18" charset="0"/>
              </a:rPr>
              <a:t>Lean Principles (How to create a Lean System)</a:t>
            </a: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19" name="TextBox 18">
            <a:extLst>
              <a:ext uri="{FF2B5EF4-FFF2-40B4-BE49-F238E27FC236}">
                <a16:creationId xmlns:a16="http://schemas.microsoft.com/office/drawing/2014/main" id="{34A21DE9-4CD0-445D-BA57-F8F6D558E969}"/>
              </a:ext>
            </a:extLst>
          </p:cNvPr>
          <p:cNvSpPr txBox="1"/>
          <p:nvPr/>
        </p:nvSpPr>
        <p:spPr>
          <a:xfrm>
            <a:off x="120" y="911853"/>
            <a:ext cx="9144000" cy="6555641"/>
          </a:xfrm>
          <a:prstGeom prst="rect">
            <a:avLst/>
          </a:prstGeom>
          <a:noFill/>
        </p:spPr>
        <p:txBody>
          <a:bodyPr wrap="square">
            <a:spAutoFit/>
          </a:bodyPr>
          <a:lstStyle/>
          <a:p>
            <a:r>
              <a:rPr lang="en-US" sz="2000" b="1" dirty="0">
                <a:solidFill>
                  <a:srgbClr val="606060"/>
                </a:solidFill>
                <a:latin typeface="+mn-lt"/>
              </a:rPr>
              <a:t>Create Continuous Workflow: </a:t>
            </a:r>
            <a:r>
              <a:rPr lang="en-US" sz="2000" dirty="0">
                <a:solidFill>
                  <a:srgbClr val="606060"/>
                </a:solidFill>
                <a:latin typeface="+mn-lt"/>
              </a:rPr>
              <a:t>After you mastered your value stream, you need to sure that each team’s workflow remains smooth. Keep in mind that it may take a while.</a:t>
            </a:r>
          </a:p>
          <a:p>
            <a:r>
              <a:rPr lang="en-US" sz="2000" b="1" dirty="0">
                <a:solidFill>
                  <a:srgbClr val="606060"/>
                </a:solidFill>
                <a:latin typeface="+mn-lt"/>
              </a:rPr>
              <a:t>Deve</a:t>
            </a:r>
            <a:r>
              <a:rPr lang="en-US" sz="2000" dirty="0">
                <a:solidFill>
                  <a:srgbClr val="606060"/>
                </a:solidFill>
                <a:latin typeface="+mn-lt"/>
              </a:rPr>
              <a:t>loping a product/service will often include cross-functional teamwork. Bottlenecks and interruptions may appear at any time. However, by breaking up work into smaller batches and visualizing the workflow, you can easily detect and remove process roadblocks.</a:t>
            </a:r>
          </a:p>
          <a:p>
            <a:endParaRPr lang="en-US" sz="2000" b="1" dirty="0">
              <a:solidFill>
                <a:srgbClr val="606060"/>
              </a:solidFill>
              <a:latin typeface="+mn-lt"/>
            </a:endParaRPr>
          </a:p>
          <a:p>
            <a:r>
              <a:rPr lang="en-US" sz="2000" b="1" dirty="0">
                <a:solidFill>
                  <a:srgbClr val="606060"/>
                </a:solidFill>
                <a:latin typeface="+mn-lt"/>
              </a:rPr>
              <a:t>Create a Pull System: </a:t>
            </a:r>
            <a:r>
              <a:rPr lang="en-US" sz="2000" dirty="0">
                <a:solidFill>
                  <a:srgbClr val="606060"/>
                </a:solidFill>
                <a:latin typeface="+mn-lt"/>
              </a:rPr>
              <a:t>Having a stable workflow guarantees that your teams can deliver work tasks much faster with less effort. However, in order to secure a stable workflow, make sure to create a pull system when it comes to the Lean methodology.</a:t>
            </a:r>
          </a:p>
          <a:p>
            <a:endParaRPr lang="en-US" sz="2000" dirty="0">
              <a:solidFill>
                <a:srgbClr val="606060"/>
              </a:solidFill>
              <a:latin typeface="+mn-lt"/>
            </a:endParaRPr>
          </a:p>
          <a:p>
            <a:r>
              <a:rPr lang="en-US" sz="2000" dirty="0">
                <a:solidFill>
                  <a:srgbClr val="606060"/>
                </a:solidFill>
                <a:latin typeface="+mn-lt"/>
              </a:rPr>
              <a:t>In such a system, the work is pulled only if there is a demand for it. This lets you optimize resources’ capacity and deliver products/services only if there is an actual need.</a:t>
            </a:r>
          </a:p>
          <a:p>
            <a:endParaRPr lang="en-US" sz="2000" dirty="0">
              <a:solidFill>
                <a:srgbClr val="606060"/>
              </a:solidFill>
              <a:latin typeface="+mn-lt"/>
            </a:endParaRPr>
          </a:p>
          <a:p>
            <a:r>
              <a:rPr lang="en-US" sz="2000" dirty="0">
                <a:solidFill>
                  <a:srgbClr val="606060"/>
                </a:solidFill>
                <a:latin typeface="+mn-lt"/>
              </a:rPr>
              <a:t>Let’s take a restaurant, for example. You go there and order a pizza. The baker pulls your order and starts making your pizza. He doesn’t prepare tons of dishes in advance because there isn’t actual demand, and these tons of dishes can turn into a waste of resources.</a:t>
            </a:r>
          </a:p>
          <a:p>
            <a:endParaRPr lang="en-US" sz="2000" b="1" dirty="0">
              <a:solidFill>
                <a:srgbClr val="606060"/>
              </a:solidFill>
              <a:latin typeface="+mn-lt"/>
            </a:endParaRPr>
          </a:p>
          <a:p>
            <a:endParaRPr lang="en-US" sz="2000" b="1" dirty="0">
              <a:solidFill>
                <a:srgbClr val="606060"/>
              </a:solidFill>
              <a:latin typeface="+mn-lt"/>
            </a:endParaRPr>
          </a:p>
        </p:txBody>
      </p:sp>
    </p:spTree>
    <p:extLst>
      <p:ext uri="{BB962C8B-B14F-4D97-AF65-F5344CB8AC3E}">
        <p14:creationId xmlns:p14="http://schemas.microsoft.com/office/powerpoint/2010/main" val="334103189"/>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914496" y="90"/>
            <a:ext cx="7848394" cy="609584"/>
          </a:xfrm>
        </p:spPr>
        <p:txBody>
          <a:bodyPr lIns="90488" tIns="44450" rIns="90488" bIns="44450"/>
          <a:lstStyle/>
          <a:p>
            <a:pPr algn="ctr" eaLnBrk="1" hangingPunct="1"/>
            <a:r>
              <a:rPr lang="en-US" sz="2800" b="1" dirty="0">
                <a:effectLst/>
                <a:latin typeface="+mn-lt"/>
                <a:ea typeface="Times New Roman" panose="02020603050405020304" pitchFamily="18" charset="0"/>
                <a:cs typeface="Times New Roman" panose="02020603050405020304" pitchFamily="18" charset="0"/>
              </a:rPr>
              <a:t>Lean Principles (How to create a Lean System)</a:t>
            </a: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19" name="TextBox 18">
            <a:extLst>
              <a:ext uri="{FF2B5EF4-FFF2-40B4-BE49-F238E27FC236}">
                <a16:creationId xmlns:a16="http://schemas.microsoft.com/office/drawing/2014/main" id="{34A21DE9-4CD0-445D-BA57-F8F6D558E969}"/>
              </a:ext>
            </a:extLst>
          </p:cNvPr>
          <p:cNvSpPr txBox="1"/>
          <p:nvPr/>
        </p:nvSpPr>
        <p:spPr>
          <a:xfrm>
            <a:off x="120" y="911853"/>
            <a:ext cx="8915166" cy="6555641"/>
          </a:xfrm>
          <a:prstGeom prst="rect">
            <a:avLst/>
          </a:prstGeom>
          <a:noFill/>
        </p:spPr>
        <p:txBody>
          <a:bodyPr wrap="square">
            <a:spAutoFit/>
          </a:bodyPr>
          <a:lstStyle/>
          <a:p>
            <a:pPr algn="l"/>
            <a:r>
              <a:rPr lang="en-US" sz="2000" b="1" dirty="0">
                <a:solidFill>
                  <a:srgbClr val="606060"/>
                </a:solidFill>
                <a:latin typeface="+mn-lt"/>
              </a:rPr>
              <a:t>Continues Improvement: </a:t>
            </a:r>
            <a:r>
              <a:rPr lang="en-US" sz="2000" b="0" i="0" dirty="0">
                <a:solidFill>
                  <a:srgbClr val="606060"/>
                </a:solidFill>
                <a:effectLst/>
                <a:latin typeface="+mn-lt"/>
              </a:rPr>
              <a:t>Remember, your system is not isolated and static. Problems may occur at any of the previous steps. This is why you need to make sure that employees on every level are involved in continuously improving the process.</a:t>
            </a:r>
          </a:p>
          <a:p>
            <a:pPr algn="l"/>
            <a:r>
              <a:rPr lang="en-US" sz="2000" b="0" i="0" dirty="0">
                <a:solidFill>
                  <a:srgbClr val="606060"/>
                </a:solidFill>
                <a:effectLst/>
                <a:latin typeface="+mn-lt"/>
              </a:rPr>
              <a:t>There are different techniques to encourage continuous improvement. For example, every team may have a daily stand up meeting to discuss what has been done, what needs to be done, and possible obstacles—an easy way to process improvements daily.</a:t>
            </a:r>
          </a:p>
          <a:p>
            <a:pPr algn="l"/>
            <a:endParaRPr lang="en-US" sz="2000" dirty="0">
              <a:solidFill>
                <a:srgbClr val="606060"/>
              </a:solidFill>
              <a:latin typeface="+mn-lt"/>
            </a:endParaRPr>
          </a:p>
          <a:p>
            <a:r>
              <a:rPr lang="en-US" sz="2000" b="1" i="0" dirty="0">
                <a:solidFill>
                  <a:srgbClr val="1F1F1F"/>
                </a:solidFill>
                <a:effectLst/>
                <a:latin typeface="+mn-lt"/>
              </a:rPr>
              <a:t>Benefits of Lean Management</a:t>
            </a:r>
          </a:p>
          <a:p>
            <a:pPr algn="l"/>
            <a:r>
              <a:rPr lang="en-US" sz="2000" b="0" i="0" dirty="0">
                <a:solidFill>
                  <a:srgbClr val="606060"/>
                </a:solidFill>
                <a:effectLst/>
                <a:latin typeface="+mn-lt"/>
              </a:rPr>
              <a:t>The growing popularity of the Lean principles comes from the fact that they actually focus on improving every aspect of a work process and involve all levels of a company’s hierarchy.</a:t>
            </a:r>
          </a:p>
          <a:p>
            <a:pPr algn="l"/>
            <a:r>
              <a:rPr lang="en-US" sz="2000" b="0" i="0" dirty="0">
                <a:solidFill>
                  <a:srgbClr val="606060"/>
                </a:solidFill>
                <a:effectLst/>
                <a:latin typeface="+mn-lt"/>
              </a:rPr>
              <a:t>There are a few major advantages that managers can benefit from.</a:t>
            </a:r>
          </a:p>
          <a:p>
            <a:pPr algn="l"/>
            <a:r>
              <a:rPr lang="en-US" sz="2000" b="1" i="0" dirty="0">
                <a:solidFill>
                  <a:srgbClr val="606060"/>
                </a:solidFill>
                <a:effectLst/>
                <a:latin typeface="+mn-lt"/>
              </a:rPr>
              <a:t>Focus.</a:t>
            </a:r>
            <a:r>
              <a:rPr lang="en-US" sz="2000" b="0" i="0" dirty="0">
                <a:solidFill>
                  <a:srgbClr val="606060"/>
                </a:solidFill>
                <a:effectLst/>
                <a:latin typeface="+mn-lt"/>
              </a:rPr>
              <a:t> By applying the Lean methodology, you will be able to reduce waste activities. Therefore, your workforce will be focused on activities that bring value.</a:t>
            </a:r>
          </a:p>
          <a:p>
            <a:pPr algn="l"/>
            <a:r>
              <a:rPr lang="en-US" sz="2000" b="1" i="0" dirty="0">
                <a:solidFill>
                  <a:srgbClr val="606060"/>
                </a:solidFill>
                <a:effectLst/>
                <a:latin typeface="+mn-lt"/>
              </a:rPr>
              <a:t>Improving productivity &amp; efficiency.</a:t>
            </a:r>
            <a:r>
              <a:rPr lang="en-US" sz="2000" b="0" i="0" dirty="0">
                <a:solidFill>
                  <a:srgbClr val="606060"/>
                </a:solidFill>
                <a:effectLst/>
                <a:latin typeface="+mn-lt"/>
              </a:rPr>
              <a:t> When employees are focused on delivering value, they will be more productive and efficient because they won’t be distracted by unclear tasks.</a:t>
            </a:r>
          </a:p>
          <a:p>
            <a:pPr algn="l"/>
            <a:endParaRPr lang="en-US" sz="2000" b="0" i="0" dirty="0">
              <a:solidFill>
                <a:srgbClr val="606060"/>
              </a:solidFill>
              <a:effectLst/>
              <a:latin typeface="+mn-lt"/>
            </a:endParaRPr>
          </a:p>
          <a:p>
            <a:endParaRPr lang="en-US" sz="2000" b="1" dirty="0">
              <a:solidFill>
                <a:srgbClr val="606060"/>
              </a:solidFill>
              <a:latin typeface="+mn-lt"/>
            </a:endParaRPr>
          </a:p>
          <a:p>
            <a:endParaRPr lang="en-US" sz="2000" b="1" dirty="0">
              <a:solidFill>
                <a:srgbClr val="606060"/>
              </a:solidFill>
              <a:latin typeface="+mn-lt"/>
            </a:endParaRPr>
          </a:p>
        </p:txBody>
      </p:sp>
    </p:spTree>
    <p:extLst>
      <p:ext uri="{BB962C8B-B14F-4D97-AF65-F5344CB8AC3E}">
        <p14:creationId xmlns:p14="http://schemas.microsoft.com/office/powerpoint/2010/main" val="520414575"/>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914496" y="90"/>
            <a:ext cx="7848394" cy="609584"/>
          </a:xfrm>
        </p:spPr>
        <p:txBody>
          <a:bodyPr lIns="90488" tIns="44450" rIns="90488" bIns="44450"/>
          <a:lstStyle/>
          <a:p>
            <a:pPr algn="ctr" eaLnBrk="1" hangingPunct="1"/>
            <a:r>
              <a:rPr lang="en-US" sz="2800" b="1" dirty="0">
                <a:effectLst/>
                <a:latin typeface="+mn-lt"/>
                <a:ea typeface="Times New Roman" panose="02020603050405020304" pitchFamily="18" charset="0"/>
                <a:cs typeface="Times New Roman" panose="02020603050405020304" pitchFamily="18" charset="0"/>
              </a:rPr>
              <a:t>Lean Principles (How to create a Lean System)</a:t>
            </a: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19" name="TextBox 18">
            <a:extLst>
              <a:ext uri="{FF2B5EF4-FFF2-40B4-BE49-F238E27FC236}">
                <a16:creationId xmlns:a16="http://schemas.microsoft.com/office/drawing/2014/main" id="{34A21DE9-4CD0-445D-BA57-F8F6D558E969}"/>
              </a:ext>
            </a:extLst>
          </p:cNvPr>
          <p:cNvSpPr txBox="1"/>
          <p:nvPr/>
        </p:nvSpPr>
        <p:spPr>
          <a:xfrm>
            <a:off x="120" y="990664"/>
            <a:ext cx="9143880" cy="5016758"/>
          </a:xfrm>
          <a:prstGeom prst="rect">
            <a:avLst/>
          </a:prstGeom>
          <a:noFill/>
        </p:spPr>
        <p:txBody>
          <a:bodyPr wrap="square">
            <a:spAutoFit/>
          </a:bodyPr>
          <a:lstStyle/>
          <a:p>
            <a:pPr algn="l"/>
            <a:r>
              <a:rPr lang="en-US" sz="2000" b="1" i="0" dirty="0">
                <a:solidFill>
                  <a:srgbClr val="606060"/>
                </a:solidFill>
                <a:effectLst/>
                <a:latin typeface="+mn-lt"/>
              </a:rPr>
              <a:t>Smarter process (pull system)</a:t>
            </a:r>
            <a:r>
              <a:rPr lang="en-US" sz="2000" b="0" i="0" dirty="0">
                <a:solidFill>
                  <a:srgbClr val="606060"/>
                </a:solidFill>
                <a:effectLst/>
                <a:latin typeface="+mn-lt"/>
              </a:rPr>
              <a:t>. By establishing a pull system, you will able to deliver work only if there is actual demand. This leads to the next one.</a:t>
            </a:r>
          </a:p>
          <a:p>
            <a:pPr algn="l"/>
            <a:r>
              <a:rPr lang="en-US" sz="2000" b="1" i="0" dirty="0">
                <a:solidFill>
                  <a:srgbClr val="606060"/>
                </a:solidFill>
                <a:effectLst/>
                <a:latin typeface="+mn-lt"/>
              </a:rPr>
              <a:t>Better use of resources</a:t>
            </a:r>
            <a:r>
              <a:rPr lang="en-US" sz="2000" b="0" i="0" dirty="0">
                <a:solidFill>
                  <a:srgbClr val="606060"/>
                </a:solidFill>
                <a:effectLst/>
                <a:latin typeface="+mn-lt"/>
              </a:rPr>
              <a:t>. When your production is based on actual demand, you will be able to use only as many resources as needed.</a:t>
            </a:r>
          </a:p>
          <a:p>
            <a:r>
              <a:rPr lang="en-US" sz="2000" dirty="0">
                <a:solidFill>
                  <a:srgbClr val="606060"/>
                </a:solidFill>
                <a:latin typeface="+mn-lt"/>
              </a:rPr>
              <a:t>As a result, your company (team) will be much more flexible and able to respond to consumers' requirements much faster. In the end, Lean management principles will let you create a stable production system (Lean system) with a higher chance of improving overall performance.</a:t>
            </a:r>
          </a:p>
          <a:p>
            <a:r>
              <a:rPr lang="en-US" sz="2000" dirty="0">
                <a:solidFill>
                  <a:srgbClr val="606060"/>
                </a:solidFill>
                <a:latin typeface="+mn-lt"/>
              </a:rPr>
              <a:t>Lean management is more like a guide for building a stable organization that evolves constantly and helps to identify actual problems and remove them.</a:t>
            </a:r>
          </a:p>
          <a:p>
            <a:pPr marL="342900" indent="-342900">
              <a:buFont typeface="Arial" panose="020B0604020202020204" pitchFamily="34" charset="0"/>
              <a:buChar char="•"/>
            </a:pPr>
            <a:r>
              <a:rPr lang="en-US" sz="2000" dirty="0">
                <a:solidFill>
                  <a:srgbClr val="606060"/>
                </a:solidFill>
                <a:latin typeface="+mn-lt"/>
              </a:rPr>
              <a:t>The main purpose of Lean management is creating value to the customer by optimizing resources.</a:t>
            </a:r>
          </a:p>
          <a:p>
            <a:pPr marL="342900" indent="-342900">
              <a:buFont typeface="Arial" panose="020B0604020202020204" pitchFamily="34" charset="0"/>
              <a:buChar char="•"/>
            </a:pPr>
            <a:r>
              <a:rPr lang="en-US" sz="2000" dirty="0">
                <a:solidFill>
                  <a:srgbClr val="606060"/>
                </a:solidFill>
                <a:latin typeface="+mn-lt"/>
              </a:rPr>
              <a:t>Lean management principles aims to create a stable workflow based on actual customer’s demand.</a:t>
            </a:r>
          </a:p>
          <a:p>
            <a:pPr marL="342900" indent="-342900">
              <a:buFont typeface="Arial" panose="020B0604020202020204" pitchFamily="34" charset="0"/>
              <a:buChar char="•"/>
            </a:pPr>
            <a:r>
              <a:rPr lang="en-US" sz="2000" dirty="0">
                <a:solidFill>
                  <a:srgbClr val="606060"/>
                </a:solidFill>
                <a:latin typeface="+mn-lt"/>
              </a:rPr>
              <a:t>Continuous improvement is a major part of Lean management, ensuring that every employee is involved in the process of improving.</a:t>
            </a:r>
          </a:p>
        </p:txBody>
      </p:sp>
    </p:spTree>
    <p:extLst>
      <p:ext uri="{BB962C8B-B14F-4D97-AF65-F5344CB8AC3E}">
        <p14:creationId xmlns:p14="http://schemas.microsoft.com/office/powerpoint/2010/main" val="2403667706"/>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914496" y="90"/>
            <a:ext cx="7848394" cy="609584"/>
          </a:xfrm>
        </p:spPr>
        <p:txBody>
          <a:bodyPr lIns="90488" tIns="44450" rIns="90488" bIns="44450"/>
          <a:lstStyle/>
          <a:p>
            <a:pPr algn="ctr" eaLnBrk="1" hangingPunct="1"/>
            <a:r>
              <a:rPr lang="en-US" sz="2800" b="1" dirty="0">
                <a:effectLst/>
                <a:latin typeface="+mn-lt"/>
                <a:ea typeface="Times New Roman" panose="02020603050405020304" pitchFamily="18" charset="0"/>
                <a:cs typeface="Times New Roman" panose="02020603050405020304" pitchFamily="18" charset="0"/>
              </a:rPr>
              <a:t>The Customer Defines Value In Lean</a:t>
            </a: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19" name="TextBox 18">
            <a:extLst>
              <a:ext uri="{FF2B5EF4-FFF2-40B4-BE49-F238E27FC236}">
                <a16:creationId xmlns:a16="http://schemas.microsoft.com/office/drawing/2014/main" id="{34A21DE9-4CD0-445D-BA57-F8F6D558E969}"/>
              </a:ext>
            </a:extLst>
          </p:cNvPr>
          <p:cNvSpPr txBox="1"/>
          <p:nvPr/>
        </p:nvSpPr>
        <p:spPr>
          <a:xfrm>
            <a:off x="120" y="990664"/>
            <a:ext cx="9143880" cy="4708981"/>
          </a:xfrm>
          <a:prstGeom prst="rect">
            <a:avLst/>
          </a:prstGeom>
          <a:noFill/>
        </p:spPr>
        <p:txBody>
          <a:bodyPr wrap="square">
            <a:spAutoFit/>
          </a:bodyPr>
          <a:lstStyle/>
          <a:p>
            <a:pPr algn="l"/>
            <a:r>
              <a:rPr lang="en-US" sz="2000" dirty="0">
                <a:solidFill>
                  <a:srgbClr val="606060"/>
                </a:solidFill>
                <a:latin typeface="+mn-lt"/>
              </a:rPr>
              <a:t>It supports organizations in many aspects like </a:t>
            </a:r>
            <a:r>
              <a:rPr lang="en-US" sz="2000" b="1" dirty="0">
                <a:solidFill>
                  <a:srgbClr val="606060"/>
                </a:solidFill>
                <a:latin typeface="+mn-lt"/>
              </a:rPr>
              <a:t>reducing costs</a:t>
            </a:r>
            <a:r>
              <a:rPr lang="en-US" sz="2000" dirty="0">
                <a:solidFill>
                  <a:srgbClr val="606060"/>
                </a:solidFill>
                <a:latin typeface="+mn-lt"/>
              </a:rPr>
              <a:t>,</a:t>
            </a:r>
            <a:r>
              <a:rPr lang="en-US" sz="2000" b="1" dirty="0">
                <a:solidFill>
                  <a:srgbClr val="606060"/>
                </a:solidFill>
                <a:latin typeface="+mn-lt"/>
              </a:rPr>
              <a:t> optimizing processes</a:t>
            </a:r>
            <a:r>
              <a:rPr lang="en-US" sz="2000" dirty="0">
                <a:solidFill>
                  <a:srgbClr val="606060"/>
                </a:solidFill>
                <a:latin typeface="+mn-lt"/>
              </a:rPr>
              <a:t>, </a:t>
            </a:r>
            <a:r>
              <a:rPr lang="en-US" sz="2000" b="1" dirty="0">
                <a:solidFill>
                  <a:srgbClr val="606060"/>
                </a:solidFill>
                <a:latin typeface="+mn-lt"/>
              </a:rPr>
              <a:t>improving quality</a:t>
            </a:r>
            <a:r>
              <a:rPr lang="en-US" sz="2000" dirty="0">
                <a:solidFill>
                  <a:srgbClr val="606060"/>
                </a:solidFill>
                <a:latin typeface="+mn-lt"/>
              </a:rPr>
              <a:t>, etc. However, what really makes Lean effective is the </a:t>
            </a:r>
            <a:r>
              <a:rPr lang="en-US" sz="2000" b="1" dirty="0">
                <a:solidFill>
                  <a:srgbClr val="606060"/>
                </a:solidFill>
                <a:latin typeface="+mn-lt"/>
              </a:rPr>
              <a:t>focus on value</a:t>
            </a:r>
            <a:r>
              <a:rPr lang="en-US" sz="2000" dirty="0">
                <a:solidFill>
                  <a:srgbClr val="606060"/>
                </a:solidFill>
                <a:latin typeface="+mn-lt"/>
              </a:rPr>
              <a:t>.</a:t>
            </a:r>
          </a:p>
          <a:p>
            <a:pPr algn="l"/>
            <a:endParaRPr lang="en-US" sz="2000" dirty="0">
              <a:solidFill>
                <a:srgbClr val="606060"/>
              </a:solidFill>
              <a:latin typeface="+mn-lt"/>
            </a:endParaRPr>
          </a:p>
          <a:p>
            <a:pPr algn="l"/>
            <a:r>
              <a:rPr lang="en-US" sz="2000" dirty="0">
                <a:solidFill>
                  <a:srgbClr val="606060"/>
                </a:solidFill>
                <a:latin typeface="+mn-lt"/>
              </a:rPr>
              <a:t>In terms of Lean, the value should always be considered from a </a:t>
            </a:r>
            <a:r>
              <a:rPr lang="en-US" sz="2000" b="1" dirty="0">
                <a:solidFill>
                  <a:srgbClr val="606060"/>
                </a:solidFill>
                <a:latin typeface="+mn-lt"/>
              </a:rPr>
              <a:t>customer perspective</a:t>
            </a:r>
            <a:r>
              <a:rPr lang="en-US" sz="2000" dirty="0">
                <a:solidFill>
                  <a:srgbClr val="606060"/>
                </a:solidFill>
                <a:latin typeface="+mn-lt"/>
              </a:rPr>
              <a:t>. At the end of the day, it doesn’t matter whether you came up with a great idea if the customer doesn’t see any value, and therefore she is not ready to pay for it.</a:t>
            </a:r>
          </a:p>
          <a:p>
            <a:pPr algn="l"/>
            <a:endParaRPr lang="en-US" sz="2000" dirty="0">
              <a:solidFill>
                <a:srgbClr val="606060"/>
              </a:solidFill>
              <a:latin typeface="+mn-lt"/>
            </a:endParaRPr>
          </a:p>
          <a:p>
            <a:pPr algn="l"/>
            <a:r>
              <a:rPr lang="en-US" sz="2000" b="1" dirty="0">
                <a:solidFill>
                  <a:srgbClr val="606060"/>
                </a:solidFill>
                <a:latin typeface="+mn-lt"/>
              </a:rPr>
              <a:t>Value is everything that your customer is willing to pay for</a:t>
            </a:r>
          </a:p>
          <a:p>
            <a:pPr algn="l"/>
            <a:r>
              <a:rPr lang="en-US" sz="2000" dirty="0">
                <a:solidFill>
                  <a:srgbClr val="606060"/>
                </a:solidFill>
                <a:latin typeface="+mn-lt"/>
              </a:rPr>
              <a:t>It is important to remember that customers enjoy value in its entirety but not delivered piece by piece. It is tricky, but you may end up with a bunch of unhappy customers and low brand equity if you ignore this.</a:t>
            </a:r>
          </a:p>
          <a:p>
            <a:pPr algn="l"/>
            <a:endParaRPr lang="en-US" sz="2000" dirty="0">
              <a:solidFill>
                <a:srgbClr val="606060"/>
              </a:solidFill>
              <a:latin typeface="+mn-lt"/>
            </a:endParaRPr>
          </a:p>
          <a:p>
            <a:pPr algn="l"/>
            <a:r>
              <a:rPr lang="en-US" sz="2000" dirty="0">
                <a:solidFill>
                  <a:srgbClr val="606060"/>
                </a:solidFill>
                <a:latin typeface="+mn-lt"/>
              </a:rPr>
              <a:t>Here is an example. Imagine that you buy a laptop. You had your laptop delivered, and when you try to run it, you realize that the machine is without an operating system.</a:t>
            </a:r>
          </a:p>
        </p:txBody>
      </p:sp>
    </p:spTree>
    <p:extLst>
      <p:ext uri="{BB962C8B-B14F-4D97-AF65-F5344CB8AC3E}">
        <p14:creationId xmlns:p14="http://schemas.microsoft.com/office/powerpoint/2010/main" val="1857497111"/>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914496" y="90"/>
            <a:ext cx="7848394" cy="609584"/>
          </a:xfrm>
        </p:spPr>
        <p:txBody>
          <a:bodyPr lIns="90488" tIns="44450" rIns="90488" bIns="44450"/>
          <a:lstStyle/>
          <a:p>
            <a:pPr algn="ctr" eaLnBrk="1" hangingPunct="1"/>
            <a:r>
              <a:rPr lang="en-US" sz="2800" b="1" dirty="0">
                <a:effectLst/>
                <a:latin typeface="+mn-lt"/>
                <a:ea typeface="Times New Roman" panose="02020603050405020304" pitchFamily="18" charset="0"/>
                <a:cs typeface="Times New Roman" panose="02020603050405020304" pitchFamily="18" charset="0"/>
              </a:rPr>
              <a:t>Waste in Lean DOWNTIME</a:t>
            </a: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graphicFrame>
        <p:nvGraphicFramePr>
          <p:cNvPr id="2" name="Table 1">
            <a:extLst>
              <a:ext uri="{FF2B5EF4-FFF2-40B4-BE49-F238E27FC236}">
                <a16:creationId xmlns:a16="http://schemas.microsoft.com/office/drawing/2014/main" id="{E1D356DE-6DC8-4C94-8E71-53420291A0B2}"/>
              </a:ext>
            </a:extLst>
          </p:cNvPr>
          <p:cNvGraphicFramePr>
            <a:graphicFrameLocks noGrp="1"/>
          </p:cNvGraphicFramePr>
          <p:nvPr>
            <p:extLst>
              <p:ext uri="{D42A27DB-BD31-4B8C-83A1-F6EECF244321}">
                <p14:modId xmlns:p14="http://schemas.microsoft.com/office/powerpoint/2010/main" val="3656879200"/>
              </p:ext>
            </p:extLst>
          </p:nvPr>
        </p:nvGraphicFramePr>
        <p:xfrm>
          <a:off x="381110" y="990664"/>
          <a:ext cx="8381780" cy="5361704"/>
        </p:xfrm>
        <a:graphic>
          <a:graphicData uri="http://schemas.openxmlformats.org/drawingml/2006/table">
            <a:tbl>
              <a:tblPr>
                <a:tableStyleId>{5C22544A-7EE6-4342-B048-85BDC9FD1C3A}</a:tableStyleId>
              </a:tblPr>
              <a:tblGrid>
                <a:gridCol w="3104777">
                  <a:extLst>
                    <a:ext uri="{9D8B030D-6E8A-4147-A177-3AD203B41FA5}">
                      <a16:colId xmlns:a16="http://schemas.microsoft.com/office/drawing/2014/main" val="1000486361"/>
                    </a:ext>
                  </a:extLst>
                </a:gridCol>
                <a:gridCol w="5277003">
                  <a:extLst>
                    <a:ext uri="{9D8B030D-6E8A-4147-A177-3AD203B41FA5}">
                      <a16:colId xmlns:a16="http://schemas.microsoft.com/office/drawing/2014/main" val="3637370019"/>
                    </a:ext>
                  </a:extLst>
                </a:gridCol>
              </a:tblGrid>
              <a:tr h="148169">
                <a:tc>
                  <a:txBody>
                    <a:bodyPr/>
                    <a:lstStyle/>
                    <a:p>
                      <a:pPr algn="ctr" fontAlgn="t"/>
                      <a:r>
                        <a:rPr lang="en-US" sz="1600" b="1" u="none" strike="noStrike" dirty="0">
                          <a:effectLst/>
                        </a:rPr>
                        <a:t>Waste</a:t>
                      </a:r>
                      <a:endParaRPr lang="en-US" sz="1600" b="1" i="0" u="none" strike="noStrike" dirty="0">
                        <a:solidFill>
                          <a:srgbClr val="606060"/>
                        </a:solidFill>
                        <a:effectLst/>
                        <a:latin typeface="Calibri" panose="020F0502020204030204" pitchFamily="34" charset="0"/>
                      </a:endParaRPr>
                    </a:p>
                  </a:txBody>
                  <a:tcPr marL="8296" marR="8296" marT="8296" marB="0"/>
                </a:tc>
                <a:tc>
                  <a:txBody>
                    <a:bodyPr/>
                    <a:lstStyle/>
                    <a:p>
                      <a:pPr algn="ctr" fontAlgn="t"/>
                      <a:r>
                        <a:rPr lang="en-US" sz="1600" b="1" u="none" strike="noStrike" dirty="0">
                          <a:effectLst/>
                        </a:rPr>
                        <a:t>Software Dev</a:t>
                      </a:r>
                      <a:endParaRPr lang="en-US" sz="1600" b="1" i="0" u="none" strike="noStrike" dirty="0">
                        <a:solidFill>
                          <a:srgbClr val="606060"/>
                        </a:solidFill>
                        <a:effectLst/>
                        <a:latin typeface="Calibri" panose="020F0502020204030204" pitchFamily="34" charset="0"/>
                      </a:endParaRPr>
                    </a:p>
                  </a:txBody>
                  <a:tcPr marL="8296" marR="8296" marT="8296" marB="0"/>
                </a:tc>
                <a:extLst>
                  <a:ext uri="{0D108BD9-81ED-4DB2-BD59-A6C34878D82A}">
                    <a16:rowId xmlns:a16="http://schemas.microsoft.com/office/drawing/2014/main" val="3679826931"/>
                  </a:ext>
                </a:extLst>
              </a:tr>
              <a:tr h="300564">
                <a:tc>
                  <a:txBody>
                    <a:bodyPr/>
                    <a:lstStyle/>
                    <a:p>
                      <a:pPr algn="ctr" fontAlgn="t"/>
                      <a:r>
                        <a:rPr lang="en-US" sz="1600" u="none" strike="noStrike">
                          <a:effectLst/>
                        </a:rPr>
                        <a:t>Defects</a:t>
                      </a:r>
                      <a:endParaRPr lang="en-US" sz="1600" b="1" i="0" u="none" strike="noStrike">
                        <a:solidFill>
                          <a:srgbClr val="606060"/>
                        </a:solidFill>
                        <a:effectLst/>
                        <a:latin typeface="Calibri" panose="020F0502020204030204" pitchFamily="34" charset="0"/>
                      </a:endParaRPr>
                    </a:p>
                  </a:txBody>
                  <a:tcPr marL="8296" marR="8296" marT="8296" marB="0"/>
                </a:tc>
                <a:tc>
                  <a:txBody>
                    <a:bodyPr/>
                    <a:lstStyle/>
                    <a:p>
                      <a:pPr algn="l" fontAlgn="t"/>
                      <a:r>
                        <a:rPr lang="en-US" sz="1600" u="none" strike="noStrike">
                          <a:effectLst/>
                        </a:rPr>
                        <a:t>Bugs</a:t>
                      </a:r>
                      <a:endParaRPr lang="en-US" sz="1600" b="0" i="0" u="none" strike="noStrike">
                        <a:solidFill>
                          <a:srgbClr val="606060"/>
                        </a:solidFill>
                        <a:effectLst/>
                        <a:latin typeface="Calibri" panose="020F0502020204030204" pitchFamily="34" charset="0"/>
                      </a:endParaRPr>
                    </a:p>
                  </a:txBody>
                  <a:tcPr marL="8296" marR="8296" marT="8296" marB="0"/>
                </a:tc>
                <a:extLst>
                  <a:ext uri="{0D108BD9-81ED-4DB2-BD59-A6C34878D82A}">
                    <a16:rowId xmlns:a16="http://schemas.microsoft.com/office/drawing/2014/main" val="732241168"/>
                  </a:ext>
                </a:extLst>
              </a:tr>
              <a:tr h="300564">
                <a:tc>
                  <a:txBody>
                    <a:bodyPr/>
                    <a:lstStyle/>
                    <a:p>
                      <a:pPr algn="ctr" fontAlgn="t"/>
                      <a:r>
                        <a:rPr lang="en-US" sz="1600" u="none" strike="noStrike">
                          <a:effectLst/>
                        </a:rPr>
                        <a:t>Overproduction</a:t>
                      </a:r>
                      <a:endParaRPr lang="en-US" sz="1600" b="1" i="0" u="none" strike="noStrike">
                        <a:solidFill>
                          <a:srgbClr val="606060"/>
                        </a:solidFill>
                        <a:effectLst/>
                        <a:latin typeface="Calibri" panose="020F0502020204030204" pitchFamily="34" charset="0"/>
                      </a:endParaRPr>
                    </a:p>
                  </a:txBody>
                  <a:tcPr marL="8296" marR="8296" marT="8296" marB="0"/>
                </a:tc>
                <a:tc>
                  <a:txBody>
                    <a:bodyPr/>
                    <a:lstStyle/>
                    <a:p>
                      <a:pPr algn="l" fontAlgn="t"/>
                      <a:r>
                        <a:rPr lang="en-US" sz="1600" u="none" strike="noStrike">
                          <a:effectLst/>
                        </a:rPr>
                        <a:t>Features nobody uses</a:t>
                      </a:r>
                      <a:endParaRPr lang="en-US" sz="1600" b="0" i="0" u="none" strike="noStrike">
                        <a:solidFill>
                          <a:srgbClr val="606060"/>
                        </a:solidFill>
                        <a:effectLst/>
                        <a:latin typeface="Calibri" panose="020F0502020204030204" pitchFamily="34" charset="0"/>
                      </a:endParaRPr>
                    </a:p>
                  </a:txBody>
                  <a:tcPr marL="8296" marR="8296" marT="8296" marB="0"/>
                </a:tc>
                <a:extLst>
                  <a:ext uri="{0D108BD9-81ED-4DB2-BD59-A6C34878D82A}">
                    <a16:rowId xmlns:a16="http://schemas.microsoft.com/office/drawing/2014/main" val="1873127293"/>
                  </a:ext>
                </a:extLst>
              </a:tr>
              <a:tr h="601125">
                <a:tc>
                  <a:txBody>
                    <a:bodyPr/>
                    <a:lstStyle/>
                    <a:p>
                      <a:pPr algn="ctr" fontAlgn="t"/>
                      <a:r>
                        <a:rPr lang="en-US" sz="1600" u="none" strike="noStrike">
                          <a:effectLst/>
                        </a:rPr>
                        <a:t>Waiting</a:t>
                      </a:r>
                      <a:endParaRPr lang="en-US" sz="1600" b="1" i="0" u="none" strike="noStrike">
                        <a:solidFill>
                          <a:srgbClr val="606060"/>
                        </a:solidFill>
                        <a:effectLst/>
                        <a:latin typeface="Calibri" panose="020F0502020204030204" pitchFamily="34" charset="0"/>
                      </a:endParaRPr>
                    </a:p>
                  </a:txBody>
                  <a:tcPr marL="8296" marR="8296" marT="8296" marB="0"/>
                </a:tc>
                <a:tc>
                  <a:txBody>
                    <a:bodyPr/>
                    <a:lstStyle/>
                    <a:p>
                      <a:pPr algn="l" fontAlgn="t"/>
                      <a:r>
                        <a:rPr lang="en-US" sz="1600" u="none" strike="noStrike">
                          <a:effectLst/>
                        </a:rPr>
                        <a:t>Wasted time waiting for the next step of the process.</a:t>
                      </a:r>
                      <a:endParaRPr lang="en-US" sz="1600" b="0" i="0" u="none" strike="noStrike">
                        <a:solidFill>
                          <a:srgbClr val="606060"/>
                        </a:solidFill>
                        <a:effectLst/>
                        <a:latin typeface="Calibri" panose="020F0502020204030204" pitchFamily="34" charset="0"/>
                      </a:endParaRPr>
                    </a:p>
                  </a:txBody>
                  <a:tcPr marL="8296" marR="8296" marT="8296" marB="0"/>
                </a:tc>
                <a:extLst>
                  <a:ext uri="{0D108BD9-81ED-4DB2-BD59-A6C34878D82A}">
                    <a16:rowId xmlns:a16="http://schemas.microsoft.com/office/drawing/2014/main" val="3538958475"/>
                  </a:ext>
                </a:extLst>
              </a:tr>
              <a:tr h="601125">
                <a:tc>
                  <a:txBody>
                    <a:bodyPr/>
                    <a:lstStyle/>
                    <a:p>
                      <a:pPr algn="ctr" fontAlgn="t"/>
                      <a:r>
                        <a:rPr lang="en-US" sz="1600" u="none" strike="noStrike" dirty="0">
                          <a:effectLst/>
                        </a:rPr>
                        <a:t>Non-Utilized Talent</a:t>
                      </a:r>
                      <a:endParaRPr lang="en-US" sz="1600" b="1" i="0" u="none" strike="noStrike" dirty="0">
                        <a:solidFill>
                          <a:srgbClr val="606060"/>
                        </a:solidFill>
                        <a:effectLst/>
                        <a:latin typeface="Calibri" panose="020F0502020204030204" pitchFamily="34" charset="0"/>
                      </a:endParaRPr>
                    </a:p>
                  </a:txBody>
                  <a:tcPr marL="8296" marR="8296" marT="8296" marB="0"/>
                </a:tc>
                <a:tc>
                  <a:txBody>
                    <a:bodyPr/>
                    <a:lstStyle/>
                    <a:p>
                      <a:pPr algn="l" fontAlgn="t"/>
                      <a:r>
                        <a:rPr lang="en-US" sz="1600" u="none" strike="noStrike">
                          <a:effectLst/>
                        </a:rPr>
                        <a:t>UnderUtilizing people's talents, skills and Knowledge</a:t>
                      </a:r>
                      <a:endParaRPr lang="en-US" sz="1600" b="0" i="0" u="none" strike="noStrike">
                        <a:solidFill>
                          <a:srgbClr val="606060"/>
                        </a:solidFill>
                        <a:effectLst/>
                        <a:latin typeface="Calibri" panose="020F0502020204030204" pitchFamily="34" charset="0"/>
                      </a:endParaRPr>
                    </a:p>
                  </a:txBody>
                  <a:tcPr marL="8296" marR="8296" marT="8296" marB="0"/>
                </a:tc>
                <a:extLst>
                  <a:ext uri="{0D108BD9-81ED-4DB2-BD59-A6C34878D82A}">
                    <a16:rowId xmlns:a16="http://schemas.microsoft.com/office/drawing/2014/main" val="2104988359"/>
                  </a:ext>
                </a:extLst>
              </a:tr>
              <a:tr h="300564">
                <a:tc>
                  <a:txBody>
                    <a:bodyPr/>
                    <a:lstStyle/>
                    <a:p>
                      <a:pPr algn="ctr" fontAlgn="t"/>
                      <a:r>
                        <a:rPr lang="en-US" sz="1600" u="none" strike="noStrike" dirty="0">
                          <a:effectLst/>
                        </a:rPr>
                        <a:t>Transport</a:t>
                      </a:r>
                      <a:endParaRPr lang="en-US" sz="1600" b="1" i="0" u="none" strike="noStrike" dirty="0">
                        <a:solidFill>
                          <a:srgbClr val="606060"/>
                        </a:solidFill>
                        <a:effectLst/>
                        <a:latin typeface="Calibri" panose="020F0502020204030204" pitchFamily="34" charset="0"/>
                      </a:endParaRPr>
                    </a:p>
                  </a:txBody>
                  <a:tcPr marL="8296" marR="8296" marT="8296" marB="0"/>
                </a:tc>
                <a:tc>
                  <a:txBody>
                    <a:bodyPr/>
                    <a:lstStyle/>
                    <a:p>
                      <a:pPr algn="l" fontAlgn="t"/>
                      <a:r>
                        <a:rPr lang="en-US" sz="1600" u="none" strike="noStrike">
                          <a:effectLst/>
                        </a:rPr>
                        <a:t>Task switching, interruptions</a:t>
                      </a:r>
                      <a:endParaRPr lang="en-US" sz="1600" b="0" i="0" u="none" strike="noStrike">
                        <a:solidFill>
                          <a:srgbClr val="606060"/>
                        </a:solidFill>
                        <a:effectLst/>
                        <a:latin typeface="Calibri" panose="020F0502020204030204" pitchFamily="34" charset="0"/>
                      </a:endParaRPr>
                    </a:p>
                  </a:txBody>
                  <a:tcPr marL="8296" marR="8296" marT="8296" marB="0"/>
                </a:tc>
                <a:extLst>
                  <a:ext uri="{0D108BD9-81ED-4DB2-BD59-A6C34878D82A}">
                    <a16:rowId xmlns:a16="http://schemas.microsoft.com/office/drawing/2014/main" val="499155661"/>
                  </a:ext>
                </a:extLst>
              </a:tr>
              <a:tr h="601125">
                <a:tc>
                  <a:txBody>
                    <a:bodyPr/>
                    <a:lstStyle/>
                    <a:p>
                      <a:pPr algn="ctr" fontAlgn="t"/>
                      <a:r>
                        <a:rPr lang="en-US" sz="1600" u="none" strike="noStrike">
                          <a:effectLst/>
                        </a:rPr>
                        <a:t>Inventory</a:t>
                      </a:r>
                      <a:endParaRPr lang="en-US" sz="1600" b="1" i="0" u="none" strike="noStrike">
                        <a:solidFill>
                          <a:srgbClr val="606060"/>
                        </a:solidFill>
                        <a:effectLst/>
                        <a:latin typeface="Calibri" panose="020F0502020204030204" pitchFamily="34" charset="0"/>
                      </a:endParaRPr>
                    </a:p>
                  </a:txBody>
                  <a:tcPr marL="8296" marR="8296" marT="8296" marB="0"/>
                </a:tc>
                <a:tc>
                  <a:txBody>
                    <a:bodyPr/>
                    <a:lstStyle/>
                    <a:p>
                      <a:pPr algn="l" fontAlgn="t"/>
                      <a:r>
                        <a:rPr lang="en-US" sz="1600" u="none" strike="noStrike">
                          <a:effectLst/>
                        </a:rPr>
                        <a:t>Undelivered code. Undelivered features</a:t>
                      </a:r>
                      <a:endParaRPr lang="en-US" sz="1600" b="0" i="0" u="none" strike="noStrike">
                        <a:solidFill>
                          <a:srgbClr val="606060"/>
                        </a:solidFill>
                        <a:effectLst/>
                        <a:latin typeface="Calibri" panose="020F0502020204030204" pitchFamily="34" charset="0"/>
                      </a:endParaRPr>
                    </a:p>
                  </a:txBody>
                  <a:tcPr marL="8296" marR="8296" marT="8296" marB="0"/>
                </a:tc>
                <a:extLst>
                  <a:ext uri="{0D108BD9-81ED-4DB2-BD59-A6C34878D82A}">
                    <a16:rowId xmlns:a16="http://schemas.microsoft.com/office/drawing/2014/main" val="2332548404"/>
                  </a:ext>
                </a:extLst>
              </a:tr>
              <a:tr h="601125">
                <a:tc>
                  <a:txBody>
                    <a:bodyPr/>
                    <a:lstStyle/>
                    <a:p>
                      <a:pPr algn="ctr" fontAlgn="t"/>
                      <a:r>
                        <a:rPr lang="en-US" sz="1600" u="none" strike="noStrike">
                          <a:effectLst/>
                        </a:rPr>
                        <a:t>Motion</a:t>
                      </a:r>
                      <a:endParaRPr lang="en-US" sz="1600" b="1" i="0" u="none" strike="noStrike">
                        <a:solidFill>
                          <a:srgbClr val="606060"/>
                        </a:solidFill>
                        <a:effectLst/>
                        <a:latin typeface="Calibri" panose="020F0502020204030204" pitchFamily="34" charset="0"/>
                      </a:endParaRPr>
                    </a:p>
                  </a:txBody>
                  <a:tcPr marL="8296" marR="8296" marT="8296" marB="0"/>
                </a:tc>
                <a:tc>
                  <a:txBody>
                    <a:bodyPr/>
                    <a:lstStyle/>
                    <a:p>
                      <a:pPr algn="l" fontAlgn="t"/>
                      <a:r>
                        <a:rPr lang="en-US" sz="1600" u="none" strike="noStrike">
                          <a:effectLst/>
                        </a:rPr>
                        <a:t>Unnecessary meetings, extra effort to find information</a:t>
                      </a:r>
                      <a:endParaRPr lang="en-US" sz="1600" b="0" i="0" u="none" strike="noStrike">
                        <a:solidFill>
                          <a:srgbClr val="606060"/>
                        </a:solidFill>
                        <a:effectLst/>
                        <a:latin typeface="Calibri" panose="020F0502020204030204" pitchFamily="34" charset="0"/>
                      </a:endParaRPr>
                    </a:p>
                  </a:txBody>
                  <a:tcPr marL="8296" marR="8296" marT="8296" marB="0"/>
                </a:tc>
                <a:extLst>
                  <a:ext uri="{0D108BD9-81ED-4DB2-BD59-A6C34878D82A}">
                    <a16:rowId xmlns:a16="http://schemas.microsoft.com/office/drawing/2014/main" val="1495890521"/>
                  </a:ext>
                </a:extLst>
              </a:tr>
              <a:tr h="1803376">
                <a:tc>
                  <a:txBody>
                    <a:bodyPr/>
                    <a:lstStyle/>
                    <a:p>
                      <a:pPr algn="ctr" fontAlgn="t"/>
                      <a:r>
                        <a:rPr lang="en-US" sz="1600" u="none" strike="noStrike">
                          <a:effectLst/>
                        </a:rPr>
                        <a:t>Extra-processing</a:t>
                      </a:r>
                      <a:endParaRPr lang="en-US" sz="1600" b="1" i="0" u="none" strike="noStrike">
                        <a:solidFill>
                          <a:srgbClr val="606060"/>
                        </a:solidFill>
                        <a:effectLst/>
                        <a:latin typeface="Calibri" panose="020F0502020204030204" pitchFamily="34" charset="0"/>
                      </a:endParaRPr>
                    </a:p>
                  </a:txBody>
                  <a:tcPr marL="8296" marR="8296" marT="8296" marB="0"/>
                </a:tc>
                <a:tc>
                  <a:txBody>
                    <a:bodyPr/>
                    <a:lstStyle/>
                    <a:p>
                      <a:pPr algn="l" fontAlgn="t"/>
                      <a:r>
                        <a:rPr lang="en-US" sz="1600" u="none" strike="noStrike" dirty="0">
                          <a:effectLst/>
                        </a:rPr>
                        <a:t>Unnecessary complex algorithms solving simple problems.</a:t>
                      </a:r>
                      <a:br>
                        <a:rPr lang="en-US" sz="1600" u="none" strike="noStrike" dirty="0">
                          <a:effectLst/>
                        </a:rPr>
                      </a:br>
                      <a:r>
                        <a:rPr lang="en-US" sz="1600" u="none" strike="noStrike" dirty="0">
                          <a:effectLst/>
                        </a:rPr>
                        <a:t>More work or higher quality than is required by the customer</a:t>
                      </a:r>
                      <a:endParaRPr lang="en-US" sz="1600" b="0" i="0" u="none" strike="noStrike" dirty="0">
                        <a:solidFill>
                          <a:srgbClr val="606060"/>
                        </a:solidFill>
                        <a:effectLst/>
                        <a:latin typeface="Calibri" panose="020F0502020204030204" pitchFamily="34" charset="0"/>
                      </a:endParaRPr>
                    </a:p>
                  </a:txBody>
                  <a:tcPr marL="8296" marR="8296" marT="8296" marB="0"/>
                </a:tc>
                <a:extLst>
                  <a:ext uri="{0D108BD9-81ED-4DB2-BD59-A6C34878D82A}">
                    <a16:rowId xmlns:a16="http://schemas.microsoft.com/office/drawing/2014/main" val="2326236193"/>
                  </a:ext>
                </a:extLst>
              </a:tr>
            </a:tbl>
          </a:graphicData>
        </a:graphic>
      </p:graphicFrame>
    </p:spTree>
    <p:extLst>
      <p:ext uri="{BB962C8B-B14F-4D97-AF65-F5344CB8AC3E}">
        <p14:creationId xmlns:p14="http://schemas.microsoft.com/office/powerpoint/2010/main" val="4250633772"/>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19" name="Rectangle 16">
            <a:extLst>
              <a:ext uri="{FF2B5EF4-FFF2-40B4-BE49-F238E27FC236}">
                <a16:creationId xmlns:a16="http://schemas.microsoft.com/office/drawing/2014/main" id="{CD7945AB-6D11-4C51-BA87-D64DF080DD5C}"/>
              </a:ext>
            </a:extLst>
          </p:cNvPr>
          <p:cNvSpPr>
            <a:spLocks noGrp="1" noChangeArrowheads="1"/>
          </p:cNvSpPr>
          <p:nvPr>
            <p:ph type="title"/>
          </p:nvPr>
        </p:nvSpPr>
        <p:spPr>
          <a:xfrm>
            <a:off x="914496" y="90"/>
            <a:ext cx="7848394" cy="609584"/>
          </a:xfrm>
        </p:spPr>
        <p:txBody>
          <a:bodyPr lIns="90488" tIns="44450" rIns="90488" bIns="44450"/>
          <a:lstStyle/>
          <a:p>
            <a:pPr algn="ctr" eaLnBrk="1" hangingPunct="1"/>
            <a:r>
              <a:rPr lang="en-US" sz="2800" b="1" dirty="0">
                <a:effectLst/>
                <a:latin typeface="+mn-lt"/>
                <a:ea typeface="Times New Roman" panose="02020603050405020304" pitchFamily="18" charset="0"/>
                <a:cs typeface="Times New Roman" panose="02020603050405020304" pitchFamily="18" charset="0"/>
              </a:rPr>
              <a:t>3M of Lean</a:t>
            </a:r>
            <a:endParaRPr lang="en-US" altLang="de-DE" sz="3200" dirty="0"/>
          </a:p>
        </p:txBody>
      </p:sp>
      <p:pic>
        <p:nvPicPr>
          <p:cNvPr id="4" name="Picture 3">
            <a:extLst>
              <a:ext uri="{FF2B5EF4-FFF2-40B4-BE49-F238E27FC236}">
                <a16:creationId xmlns:a16="http://schemas.microsoft.com/office/drawing/2014/main" id="{A573D443-BD36-469E-8C2A-07B11B48EBE8}"/>
              </a:ext>
            </a:extLst>
          </p:cNvPr>
          <p:cNvPicPr>
            <a:picLocks noChangeAspect="1"/>
          </p:cNvPicPr>
          <p:nvPr/>
        </p:nvPicPr>
        <p:blipFill>
          <a:blip r:embed="rId3"/>
          <a:stretch>
            <a:fillRect/>
          </a:stretch>
        </p:blipFill>
        <p:spPr>
          <a:xfrm>
            <a:off x="457308" y="811890"/>
            <a:ext cx="8188111" cy="5207842"/>
          </a:xfrm>
          <a:prstGeom prst="rect">
            <a:avLst/>
          </a:prstGeom>
        </p:spPr>
      </p:pic>
    </p:spTree>
    <p:extLst>
      <p:ext uri="{BB962C8B-B14F-4D97-AF65-F5344CB8AC3E}">
        <p14:creationId xmlns:p14="http://schemas.microsoft.com/office/powerpoint/2010/main" val="3698408490"/>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19" name="Rectangle 16">
            <a:extLst>
              <a:ext uri="{FF2B5EF4-FFF2-40B4-BE49-F238E27FC236}">
                <a16:creationId xmlns:a16="http://schemas.microsoft.com/office/drawing/2014/main" id="{CD7945AB-6D11-4C51-BA87-D64DF080DD5C}"/>
              </a:ext>
            </a:extLst>
          </p:cNvPr>
          <p:cNvSpPr>
            <a:spLocks noGrp="1" noChangeArrowheads="1"/>
          </p:cNvSpPr>
          <p:nvPr>
            <p:ph type="title"/>
          </p:nvPr>
        </p:nvSpPr>
        <p:spPr>
          <a:xfrm>
            <a:off x="914496" y="90"/>
            <a:ext cx="7848394" cy="609584"/>
          </a:xfrm>
        </p:spPr>
        <p:txBody>
          <a:bodyPr lIns="90488" tIns="44450" rIns="90488" bIns="44450"/>
          <a:lstStyle/>
          <a:p>
            <a:pPr algn="ctr" eaLnBrk="1" hangingPunct="1"/>
            <a:r>
              <a:rPr lang="en-US" sz="2800" b="1" dirty="0">
                <a:effectLst/>
                <a:latin typeface="+mn-lt"/>
                <a:ea typeface="Times New Roman" panose="02020603050405020304" pitchFamily="18" charset="0"/>
                <a:cs typeface="Times New Roman" panose="02020603050405020304" pitchFamily="18" charset="0"/>
              </a:rPr>
              <a:t>3M of Lean</a:t>
            </a:r>
            <a:endParaRPr lang="en-US" altLang="de-DE" sz="3200" dirty="0"/>
          </a:p>
        </p:txBody>
      </p:sp>
      <p:sp>
        <p:nvSpPr>
          <p:cNvPr id="18" name="TextBox 17">
            <a:extLst>
              <a:ext uri="{FF2B5EF4-FFF2-40B4-BE49-F238E27FC236}">
                <a16:creationId xmlns:a16="http://schemas.microsoft.com/office/drawing/2014/main" id="{7B311815-7AA8-4468-884A-ED791FB452DC}"/>
              </a:ext>
            </a:extLst>
          </p:cNvPr>
          <p:cNvSpPr txBox="1"/>
          <p:nvPr/>
        </p:nvSpPr>
        <p:spPr>
          <a:xfrm>
            <a:off x="120" y="990664"/>
            <a:ext cx="9143880" cy="5632311"/>
          </a:xfrm>
          <a:prstGeom prst="rect">
            <a:avLst/>
          </a:prstGeom>
          <a:noFill/>
        </p:spPr>
        <p:txBody>
          <a:bodyPr wrap="square">
            <a:spAutoFit/>
          </a:bodyPr>
          <a:lstStyle/>
          <a:p>
            <a:pPr algn="l"/>
            <a:r>
              <a:rPr lang="en-US" sz="2000" dirty="0">
                <a:solidFill>
                  <a:srgbClr val="606060"/>
                </a:solidFill>
                <a:latin typeface="+mn-lt"/>
              </a:rPr>
              <a:t>Muda (DOWNTIME).</a:t>
            </a:r>
            <a:r>
              <a:rPr lang="en-IN" sz="2000" dirty="0">
                <a:effectLst/>
                <a:latin typeface="+mn-lt"/>
                <a:ea typeface="Times New Roman" panose="02020603050405020304" pitchFamily="18" charset="0"/>
                <a:cs typeface="Times New Roman" panose="02020603050405020304" pitchFamily="18" charset="0"/>
              </a:rPr>
              <a:t> Wasteful activities, aim to reduce unnecessary work and improve efficiency.</a:t>
            </a:r>
          </a:p>
          <a:p>
            <a:pPr algn="l"/>
            <a:r>
              <a:rPr lang="en-US" sz="2000" dirty="0">
                <a:solidFill>
                  <a:srgbClr val="606060"/>
                </a:solidFill>
                <a:latin typeface="+mn-lt"/>
                <a:cs typeface="Times New Roman" panose="02020603050405020304" pitchFamily="18" charset="0"/>
              </a:rPr>
              <a:t>Muda is the direct obstacle of flow. Simply taking out the muda does not work. Usually, there is a reason why the muda is there and this reason often has to do with the other two enemies: muri and mura.  This means the three enemies of Lean are interrelated and should therefore be considered simultaneously.</a:t>
            </a:r>
          </a:p>
          <a:p>
            <a:pPr algn="l"/>
            <a:r>
              <a:rPr lang="en-US" sz="2000" dirty="0">
                <a:solidFill>
                  <a:srgbClr val="606060"/>
                </a:solidFill>
                <a:latin typeface="+mn-lt"/>
                <a:cs typeface="Times New Roman" panose="02020603050405020304" pitchFamily="18" charset="0"/>
              </a:rPr>
              <a:t>Non-Value-Added Activity</a:t>
            </a:r>
          </a:p>
          <a:p>
            <a:pPr algn="l"/>
            <a:r>
              <a:rPr lang="en-US" sz="2000" dirty="0">
                <a:solidFill>
                  <a:srgbClr val="606060"/>
                </a:solidFill>
                <a:latin typeface="+mn-lt"/>
                <a:cs typeface="Times New Roman" panose="02020603050405020304" pitchFamily="18" charset="0"/>
              </a:rPr>
              <a:t>Incurs Cost</a:t>
            </a:r>
          </a:p>
          <a:p>
            <a:pPr algn="l"/>
            <a:endParaRPr lang="en-US" sz="2000" dirty="0">
              <a:solidFill>
                <a:srgbClr val="606060"/>
              </a:solidFill>
              <a:latin typeface="+mn-lt"/>
              <a:cs typeface="Times New Roman" panose="02020603050405020304" pitchFamily="18" charset="0"/>
            </a:endParaRPr>
          </a:p>
          <a:p>
            <a:pPr algn="l"/>
            <a:r>
              <a:rPr lang="en-US" sz="2000" b="1" dirty="0">
                <a:solidFill>
                  <a:srgbClr val="606060"/>
                </a:solidFill>
                <a:latin typeface="+mn-lt"/>
                <a:cs typeface="Times New Roman" panose="02020603050405020304" pitchFamily="18" charset="0"/>
              </a:rPr>
              <a:t>Mura</a:t>
            </a:r>
            <a:r>
              <a:rPr lang="en-US" sz="2000" dirty="0">
                <a:solidFill>
                  <a:srgbClr val="606060"/>
                </a:solidFill>
                <a:latin typeface="+mn-lt"/>
                <a:cs typeface="Times New Roman" panose="02020603050405020304" pitchFamily="18" charset="0"/>
              </a:rPr>
              <a:t>: unevenness of workflow, can be found in fluctuation in customer demand</a:t>
            </a:r>
          </a:p>
          <a:p>
            <a:pPr algn="l"/>
            <a:r>
              <a:rPr lang="en-US" sz="2000" dirty="0">
                <a:solidFill>
                  <a:srgbClr val="606060"/>
                </a:solidFill>
                <a:latin typeface="+mn-lt"/>
                <a:cs typeface="Times New Roman" panose="02020603050405020304" pitchFamily="18" charset="0"/>
              </a:rPr>
              <a:t>Reduces Responsiveness</a:t>
            </a:r>
          </a:p>
          <a:p>
            <a:pPr algn="l"/>
            <a:r>
              <a:rPr lang="en-US" sz="2000" dirty="0">
                <a:solidFill>
                  <a:srgbClr val="606060"/>
                </a:solidFill>
                <a:latin typeface="+mn-lt"/>
                <a:cs typeface="Times New Roman" panose="02020603050405020304" pitchFamily="18" charset="0"/>
              </a:rPr>
              <a:t>Leads to waste events.</a:t>
            </a:r>
          </a:p>
          <a:p>
            <a:pPr algn="l"/>
            <a:r>
              <a:rPr lang="en-US" sz="2000" b="1" dirty="0">
                <a:solidFill>
                  <a:srgbClr val="606060"/>
                </a:solidFill>
                <a:latin typeface="+mn-lt"/>
                <a:cs typeface="Times New Roman" panose="02020603050405020304" pitchFamily="18" charset="0"/>
              </a:rPr>
              <a:t>Muri: </a:t>
            </a:r>
            <a:r>
              <a:rPr lang="en-US" sz="2000" dirty="0">
                <a:solidFill>
                  <a:srgbClr val="606060"/>
                </a:solidFill>
                <a:latin typeface="+mn-lt"/>
                <a:cs typeface="Times New Roman" panose="02020603050405020304" pitchFamily="18" charset="0"/>
              </a:rPr>
              <a:t>overburden, can result from Mura, and from removing too much Muda (waste) from the process.</a:t>
            </a:r>
            <a:r>
              <a:rPr lang="en-US" sz="2000" b="1" dirty="0">
                <a:solidFill>
                  <a:srgbClr val="606060"/>
                </a:solidFill>
                <a:latin typeface="+mn-lt"/>
                <a:cs typeface="Times New Roman" panose="02020603050405020304" pitchFamily="18" charset="0"/>
              </a:rPr>
              <a:t>	</a:t>
            </a:r>
          </a:p>
          <a:p>
            <a:pPr algn="l"/>
            <a:r>
              <a:rPr lang="en-US" sz="2000" dirty="0">
                <a:solidFill>
                  <a:srgbClr val="606060"/>
                </a:solidFill>
                <a:latin typeface="+mn-lt"/>
                <a:cs typeface="Times New Roman" panose="02020603050405020304" pitchFamily="18" charset="0"/>
              </a:rPr>
              <a:t>Reduces Responsiveness</a:t>
            </a:r>
          </a:p>
          <a:p>
            <a:pPr algn="l"/>
            <a:r>
              <a:rPr lang="en-US" sz="2000" dirty="0">
                <a:solidFill>
                  <a:srgbClr val="606060"/>
                </a:solidFill>
                <a:latin typeface="+mn-lt"/>
                <a:cs typeface="Times New Roman" panose="02020603050405020304" pitchFamily="18" charset="0"/>
              </a:rPr>
              <a:t>Leads to waste events.</a:t>
            </a:r>
          </a:p>
          <a:p>
            <a:pPr algn="l"/>
            <a:endParaRPr lang="en-IN" sz="2000" b="1" dirty="0">
              <a:solidFill>
                <a:srgbClr val="606060"/>
              </a:solidFill>
              <a:latin typeface="+mn-lt"/>
              <a:cs typeface="Times New Roman" panose="02020603050405020304" pitchFamily="18" charset="0"/>
            </a:endParaRPr>
          </a:p>
          <a:p>
            <a:pPr algn="l"/>
            <a:endParaRPr lang="en-US" sz="2000" dirty="0">
              <a:solidFill>
                <a:srgbClr val="606060"/>
              </a:solidFill>
              <a:latin typeface="+mn-lt"/>
            </a:endParaRPr>
          </a:p>
        </p:txBody>
      </p:sp>
    </p:spTree>
    <p:extLst>
      <p:ext uri="{BB962C8B-B14F-4D97-AF65-F5344CB8AC3E}">
        <p14:creationId xmlns:p14="http://schemas.microsoft.com/office/powerpoint/2010/main" val="223823509"/>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19" name="Rectangle 16">
            <a:extLst>
              <a:ext uri="{FF2B5EF4-FFF2-40B4-BE49-F238E27FC236}">
                <a16:creationId xmlns:a16="http://schemas.microsoft.com/office/drawing/2014/main" id="{CD7945AB-6D11-4C51-BA87-D64DF080DD5C}"/>
              </a:ext>
            </a:extLst>
          </p:cNvPr>
          <p:cNvSpPr>
            <a:spLocks noGrp="1" noChangeArrowheads="1"/>
          </p:cNvSpPr>
          <p:nvPr>
            <p:ph type="title"/>
          </p:nvPr>
        </p:nvSpPr>
        <p:spPr>
          <a:xfrm>
            <a:off x="914496" y="90"/>
            <a:ext cx="7848394" cy="609584"/>
          </a:xfrm>
        </p:spPr>
        <p:txBody>
          <a:bodyPr lIns="90488" tIns="44450" rIns="90488" bIns="44450"/>
          <a:lstStyle/>
          <a:p>
            <a:pPr algn="ctr" eaLnBrk="1" hangingPunct="1"/>
            <a:r>
              <a:rPr lang="en-US" sz="2800" b="1" dirty="0">
                <a:effectLst/>
                <a:latin typeface="+mn-lt"/>
                <a:ea typeface="Times New Roman" panose="02020603050405020304" pitchFamily="18" charset="0"/>
                <a:cs typeface="Times New Roman" panose="02020603050405020304" pitchFamily="18" charset="0"/>
              </a:rPr>
              <a:t>5S of Lean</a:t>
            </a:r>
            <a:endParaRPr lang="en-US" altLang="de-DE" sz="3200" dirty="0"/>
          </a:p>
        </p:txBody>
      </p:sp>
      <p:sp>
        <p:nvSpPr>
          <p:cNvPr id="18" name="TextBox 17">
            <a:extLst>
              <a:ext uri="{FF2B5EF4-FFF2-40B4-BE49-F238E27FC236}">
                <a16:creationId xmlns:a16="http://schemas.microsoft.com/office/drawing/2014/main" id="{7B311815-7AA8-4468-884A-ED791FB452DC}"/>
              </a:ext>
            </a:extLst>
          </p:cNvPr>
          <p:cNvSpPr txBox="1"/>
          <p:nvPr/>
        </p:nvSpPr>
        <p:spPr>
          <a:xfrm>
            <a:off x="120" y="994020"/>
            <a:ext cx="9143880" cy="5940088"/>
          </a:xfrm>
          <a:prstGeom prst="rect">
            <a:avLst/>
          </a:prstGeom>
          <a:noFill/>
        </p:spPr>
        <p:txBody>
          <a:bodyPr wrap="square">
            <a:spAutoFit/>
          </a:bodyPr>
          <a:lstStyle/>
          <a:p>
            <a:pPr algn="l"/>
            <a:r>
              <a:rPr lang="en-US" sz="2000" dirty="0">
                <a:solidFill>
                  <a:srgbClr val="606060"/>
                </a:solidFill>
                <a:latin typeface="+mn-lt"/>
              </a:rPr>
              <a:t>5S is a system to reduce waste and optimize productivity through maintaining an orderly workplace and using visual cues to achieve more consistent operational results. Implementation of this method "cleans up" and organizes the workplace basically in its existing configuration, and it is typically the first lean method which organizations implement.</a:t>
            </a:r>
          </a:p>
          <a:p>
            <a:pPr algn="l"/>
            <a:endParaRPr lang="en-US" sz="2000" b="1" dirty="0">
              <a:solidFill>
                <a:srgbClr val="606060"/>
              </a:solidFill>
              <a:latin typeface="+mn-lt"/>
              <a:cs typeface="Times New Roman" panose="02020603050405020304" pitchFamily="18" charset="0"/>
            </a:endParaRPr>
          </a:p>
          <a:p>
            <a:pPr algn="l"/>
            <a:r>
              <a:rPr lang="en-US" sz="2000" b="1" dirty="0">
                <a:solidFill>
                  <a:srgbClr val="606060"/>
                </a:solidFill>
                <a:latin typeface="+mn-lt"/>
                <a:cs typeface="Times New Roman" panose="02020603050405020304" pitchFamily="18" charset="0"/>
              </a:rPr>
              <a:t>Sort (Seiri)</a:t>
            </a:r>
          </a:p>
          <a:p>
            <a:pPr algn="l"/>
            <a:r>
              <a:rPr lang="en-US" sz="2000" dirty="0">
                <a:solidFill>
                  <a:srgbClr val="606060"/>
                </a:solidFill>
                <a:latin typeface="+mn-lt"/>
                <a:cs typeface="Times New Roman" panose="02020603050405020304" pitchFamily="18" charset="0"/>
              </a:rPr>
              <a:t>Separate required tools, materials, and instructions from those that are not needed. Remove everything that is not necessary from the work area.</a:t>
            </a:r>
          </a:p>
          <a:p>
            <a:pPr algn="l"/>
            <a:endParaRPr lang="en-IN" sz="2000" b="1" dirty="0">
              <a:solidFill>
                <a:srgbClr val="606060"/>
              </a:solidFill>
              <a:latin typeface="+mn-lt"/>
              <a:cs typeface="Times New Roman" panose="02020603050405020304" pitchFamily="18" charset="0"/>
            </a:endParaRPr>
          </a:p>
          <a:p>
            <a:pPr algn="l"/>
            <a:r>
              <a:rPr lang="en-IN" sz="2000" b="1" dirty="0">
                <a:solidFill>
                  <a:srgbClr val="606060"/>
                </a:solidFill>
                <a:latin typeface="+mn-lt"/>
                <a:cs typeface="Times New Roman" panose="02020603050405020304" pitchFamily="18" charset="0"/>
              </a:rPr>
              <a:t>Set in order (Seiton): </a:t>
            </a:r>
          </a:p>
          <a:p>
            <a:pPr algn="l"/>
            <a:r>
              <a:rPr lang="en-US" sz="2000" dirty="0">
                <a:solidFill>
                  <a:srgbClr val="606060"/>
                </a:solidFill>
                <a:latin typeface="+mn-lt"/>
                <a:cs typeface="Times New Roman" panose="02020603050405020304" pitchFamily="18" charset="0"/>
              </a:rPr>
              <a:t>Sort and organize all tools, equipment, files, data, material, and resources for quick, easy location, and use. Label all storage locations, tools, and equipment.</a:t>
            </a:r>
          </a:p>
          <a:p>
            <a:pPr algn="l"/>
            <a:endParaRPr lang="en-IN" sz="2000" dirty="0">
              <a:solidFill>
                <a:srgbClr val="606060"/>
              </a:solidFill>
              <a:latin typeface="+mn-lt"/>
              <a:cs typeface="Times New Roman" panose="02020603050405020304" pitchFamily="18" charset="0"/>
            </a:endParaRPr>
          </a:p>
          <a:p>
            <a:pPr algn="l"/>
            <a:r>
              <a:rPr lang="en-IN" sz="2000" b="1" dirty="0">
                <a:solidFill>
                  <a:srgbClr val="606060"/>
                </a:solidFill>
                <a:latin typeface="+mn-lt"/>
                <a:cs typeface="Times New Roman" panose="02020603050405020304" pitchFamily="18" charset="0"/>
              </a:rPr>
              <a:t>Shine (Seiso): </a:t>
            </a:r>
          </a:p>
          <a:p>
            <a:pPr algn="l"/>
            <a:r>
              <a:rPr lang="en-US" sz="2000" dirty="0">
                <a:solidFill>
                  <a:srgbClr val="606060"/>
                </a:solidFill>
                <a:latin typeface="+mn-lt"/>
                <a:cs typeface="Times New Roman" panose="02020603050405020304" pitchFamily="18" charset="0"/>
              </a:rPr>
              <a:t>Set standards for cleanliness. Clean and remove all trash, grease, and dirt. Cleanliness provides a safe workplace and makes potential problems noticeable (e.g., equipment leaks, loose parts, loose paperwork, or materials).</a:t>
            </a:r>
            <a:endParaRPr lang="en-IN" sz="2000" dirty="0">
              <a:solidFill>
                <a:srgbClr val="606060"/>
              </a:solidFill>
              <a:latin typeface="+mn-lt"/>
              <a:cs typeface="Times New Roman" panose="02020603050405020304" pitchFamily="18" charset="0"/>
            </a:endParaRPr>
          </a:p>
          <a:p>
            <a:pPr algn="l"/>
            <a:endParaRPr lang="en-US" sz="2000" dirty="0">
              <a:solidFill>
                <a:srgbClr val="606060"/>
              </a:solidFill>
              <a:latin typeface="+mn-lt"/>
            </a:endParaRPr>
          </a:p>
        </p:txBody>
      </p:sp>
    </p:spTree>
    <p:extLst>
      <p:ext uri="{BB962C8B-B14F-4D97-AF65-F5344CB8AC3E}">
        <p14:creationId xmlns:p14="http://schemas.microsoft.com/office/powerpoint/2010/main" val="3467725579"/>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19" name="Rectangle 16">
            <a:extLst>
              <a:ext uri="{FF2B5EF4-FFF2-40B4-BE49-F238E27FC236}">
                <a16:creationId xmlns:a16="http://schemas.microsoft.com/office/drawing/2014/main" id="{CD7945AB-6D11-4C51-BA87-D64DF080DD5C}"/>
              </a:ext>
            </a:extLst>
          </p:cNvPr>
          <p:cNvSpPr>
            <a:spLocks noGrp="1" noChangeArrowheads="1"/>
          </p:cNvSpPr>
          <p:nvPr>
            <p:ph type="title"/>
          </p:nvPr>
        </p:nvSpPr>
        <p:spPr>
          <a:xfrm>
            <a:off x="914496" y="90"/>
            <a:ext cx="7848394" cy="609584"/>
          </a:xfrm>
        </p:spPr>
        <p:txBody>
          <a:bodyPr lIns="90488" tIns="44450" rIns="90488" bIns="44450"/>
          <a:lstStyle/>
          <a:p>
            <a:pPr algn="ctr" eaLnBrk="1" hangingPunct="1"/>
            <a:r>
              <a:rPr lang="en-US" sz="2800" b="1" dirty="0">
                <a:effectLst/>
                <a:latin typeface="+mn-lt"/>
                <a:ea typeface="Times New Roman" panose="02020603050405020304" pitchFamily="18" charset="0"/>
                <a:cs typeface="Times New Roman" panose="02020603050405020304" pitchFamily="18" charset="0"/>
              </a:rPr>
              <a:t>5S of Lean</a:t>
            </a:r>
            <a:endParaRPr lang="en-US" altLang="de-DE" sz="3200" dirty="0"/>
          </a:p>
        </p:txBody>
      </p:sp>
      <p:sp>
        <p:nvSpPr>
          <p:cNvPr id="18" name="TextBox 17">
            <a:extLst>
              <a:ext uri="{FF2B5EF4-FFF2-40B4-BE49-F238E27FC236}">
                <a16:creationId xmlns:a16="http://schemas.microsoft.com/office/drawing/2014/main" id="{7B311815-7AA8-4468-884A-ED791FB452DC}"/>
              </a:ext>
            </a:extLst>
          </p:cNvPr>
          <p:cNvSpPr txBox="1"/>
          <p:nvPr/>
        </p:nvSpPr>
        <p:spPr>
          <a:xfrm>
            <a:off x="609584" y="533476"/>
            <a:ext cx="8534416" cy="6863417"/>
          </a:xfrm>
          <a:prstGeom prst="rect">
            <a:avLst/>
          </a:prstGeom>
          <a:noFill/>
        </p:spPr>
        <p:txBody>
          <a:bodyPr wrap="square">
            <a:spAutoFit/>
          </a:bodyPr>
          <a:lstStyle/>
          <a:p>
            <a:pPr algn="l"/>
            <a:r>
              <a:rPr lang="en-US" sz="2000" b="1" dirty="0">
                <a:solidFill>
                  <a:srgbClr val="606060"/>
                </a:solidFill>
                <a:latin typeface="+mn-lt"/>
              </a:rPr>
              <a:t>Standardize (Seiketsu)</a:t>
            </a:r>
          </a:p>
          <a:p>
            <a:pPr algn="l"/>
            <a:r>
              <a:rPr lang="en-US" sz="2000" dirty="0">
                <a:solidFill>
                  <a:srgbClr val="606060"/>
                </a:solidFill>
                <a:latin typeface="+mn-lt"/>
              </a:rPr>
              <a:t>Engage the workforce to systematically perform steps 1, 2, and 3 above daily to maintain the workplace in perfect condition as a standard process. Establish schedules and set expectations for adherence.</a:t>
            </a:r>
          </a:p>
          <a:p>
            <a:pPr algn="l"/>
            <a:endParaRPr lang="en-US" sz="2000" dirty="0">
              <a:solidFill>
                <a:srgbClr val="606060"/>
              </a:solidFill>
              <a:latin typeface="+mn-lt"/>
            </a:endParaRPr>
          </a:p>
          <a:p>
            <a:pPr algn="l"/>
            <a:r>
              <a:rPr lang="en-US" sz="2000" b="1" dirty="0">
                <a:solidFill>
                  <a:srgbClr val="606060"/>
                </a:solidFill>
                <a:latin typeface="+mn-lt"/>
              </a:rPr>
              <a:t>Sustain (Shitsuke)</a:t>
            </a:r>
          </a:p>
          <a:p>
            <a:pPr algn="l"/>
            <a:r>
              <a:rPr lang="en-US" sz="2000" dirty="0">
                <a:solidFill>
                  <a:srgbClr val="606060"/>
                </a:solidFill>
                <a:latin typeface="+mn-lt"/>
              </a:rPr>
              <a:t>Build organizational commitment so that 5S becomes one of your organizational values so that everyone can turn it into a habit.</a:t>
            </a:r>
          </a:p>
          <a:p>
            <a:pPr algn="l"/>
            <a:endParaRPr lang="en-US" sz="2000" dirty="0">
              <a:solidFill>
                <a:srgbClr val="606060"/>
              </a:solidFill>
              <a:latin typeface="+mn-lt"/>
            </a:endParaRPr>
          </a:p>
          <a:p>
            <a:pPr algn="l"/>
            <a:r>
              <a:rPr lang="en-US" sz="2000" b="1" dirty="0">
                <a:solidFill>
                  <a:srgbClr val="606060"/>
                </a:solidFill>
                <a:latin typeface="+mn-lt"/>
              </a:rPr>
              <a:t>How to Apply 5S in Project Management/Knowledge Work?</a:t>
            </a:r>
          </a:p>
          <a:p>
            <a:pPr algn="l"/>
            <a:r>
              <a:rPr lang="en-US" sz="2000" dirty="0">
                <a:solidFill>
                  <a:srgbClr val="606060"/>
                </a:solidFill>
                <a:latin typeface="+mn-lt"/>
              </a:rPr>
              <a:t>When your workplace is an office, and your team does most of their work on a computer, 5S may seem inapplicable or not worth the effort. However, it is the exact opposite as organizing knowledge work is much harder than organizing your workspace.</a:t>
            </a:r>
          </a:p>
          <a:p>
            <a:pPr algn="l"/>
            <a:endParaRPr lang="en-US" sz="2000" b="1" dirty="0">
              <a:solidFill>
                <a:srgbClr val="606060"/>
              </a:solidFill>
              <a:latin typeface="+mn-lt"/>
            </a:endParaRPr>
          </a:p>
          <a:p>
            <a:pPr algn="l"/>
            <a:r>
              <a:rPr lang="en-US" sz="2000" b="1" dirty="0">
                <a:solidFill>
                  <a:srgbClr val="606060"/>
                </a:solidFill>
                <a:latin typeface="+mn-lt"/>
              </a:rPr>
              <a:t>Sorting software tools</a:t>
            </a:r>
          </a:p>
          <a:p>
            <a:pPr algn="l"/>
            <a:r>
              <a:rPr lang="en-US" sz="2000" dirty="0">
                <a:solidFill>
                  <a:srgbClr val="606060"/>
                </a:solidFill>
                <a:latin typeface="+mn-lt"/>
              </a:rPr>
              <a:t>Typically, the primary tools your team utilizes in a typical knowledge-work scenario are software solutions. This way, you can save both money and virtual space on unnecessary software.</a:t>
            </a:r>
          </a:p>
          <a:p>
            <a:pPr algn="l"/>
            <a:endParaRPr lang="en-US" sz="2000" dirty="0">
              <a:solidFill>
                <a:srgbClr val="606060"/>
              </a:solidFill>
              <a:latin typeface="+mn-lt"/>
            </a:endParaRPr>
          </a:p>
          <a:p>
            <a:pPr algn="l"/>
            <a:endParaRPr lang="en-US" sz="2000" dirty="0">
              <a:solidFill>
                <a:srgbClr val="606060"/>
              </a:solidFill>
              <a:latin typeface="+mn-lt"/>
            </a:endParaRPr>
          </a:p>
          <a:p>
            <a:pPr algn="l"/>
            <a:endParaRPr lang="en-US" sz="2000" dirty="0">
              <a:solidFill>
                <a:srgbClr val="606060"/>
              </a:solidFill>
              <a:latin typeface="+mn-lt"/>
            </a:endParaRPr>
          </a:p>
        </p:txBody>
      </p:sp>
    </p:spTree>
    <p:extLst>
      <p:ext uri="{BB962C8B-B14F-4D97-AF65-F5344CB8AC3E}">
        <p14:creationId xmlns:p14="http://schemas.microsoft.com/office/powerpoint/2010/main" val="3570161166"/>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19" name="Rectangle 16">
            <a:extLst>
              <a:ext uri="{FF2B5EF4-FFF2-40B4-BE49-F238E27FC236}">
                <a16:creationId xmlns:a16="http://schemas.microsoft.com/office/drawing/2014/main" id="{CD7945AB-6D11-4C51-BA87-D64DF080DD5C}"/>
              </a:ext>
            </a:extLst>
          </p:cNvPr>
          <p:cNvSpPr>
            <a:spLocks noGrp="1" noChangeArrowheads="1"/>
          </p:cNvSpPr>
          <p:nvPr>
            <p:ph type="title"/>
          </p:nvPr>
        </p:nvSpPr>
        <p:spPr>
          <a:xfrm>
            <a:off x="914496" y="90"/>
            <a:ext cx="7848394" cy="609584"/>
          </a:xfrm>
        </p:spPr>
        <p:txBody>
          <a:bodyPr lIns="90488" tIns="44450" rIns="90488" bIns="44450"/>
          <a:lstStyle/>
          <a:p>
            <a:pPr algn="ctr" eaLnBrk="1" hangingPunct="1"/>
            <a:r>
              <a:rPr lang="en-US" sz="2800" b="1" dirty="0">
                <a:effectLst/>
                <a:latin typeface="+mn-lt"/>
                <a:ea typeface="Times New Roman" panose="02020603050405020304" pitchFamily="18" charset="0"/>
                <a:cs typeface="Times New Roman" panose="02020603050405020304" pitchFamily="18" charset="0"/>
              </a:rPr>
              <a:t>5S of Lean</a:t>
            </a:r>
            <a:endParaRPr lang="en-US" altLang="de-DE" sz="3200" dirty="0"/>
          </a:p>
        </p:txBody>
      </p:sp>
      <p:sp>
        <p:nvSpPr>
          <p:cNvPr id="18" name="TextBox 17">
            <a:extLst>
              <a:ext uri="{FF2B5EF4-FFF2-40B4-BE49-F238E27FC236}">
                <a16:creationId xmlns:a16="http://schemas.microsoft.com/office/drawing/2014/main" id="{7B311815-7AA8-4468-884A-ED791FB452DC}"/>
              </a:ext>
            </a:extLst>
          </p:cNvPr>
          <p:cNvSpPr txBox="1"/>
          <p:nvPr/>
        </p:nvSpPr>
        <p:spPr>
          <a:xfrm>
            <a:off x="609584" y="228684"/>
            <a:ext cx="8534416" cy="7171194"/>
          </a:xfrm>
          <a:prstGeom prst="rect">
            <a:avLst/>
          </a:prstGeom>
          <a:noFill/>
        </p:spPr>
        <p:txBody>
          <a:bodyPr wrap="square">
            <a:spAutoFit/>
          </a:bodyPr>
          <a:lstStyle/>
          <a:p>
            <a:pPr algn="l"/>
            <a:r>
              <a:rPr lang="en-US" sz="2000" b="1" dirty="0">
                <a:solidFill>
                  <a:srgbClr val="606060"/>
                </a:solidFill>
                <a:latin typeface="+mn-lt"/>
              </a:rPr>
              <a:t>Setting order</a:t>
            </a:r>
          </a:p>
          <a:p>
            <a:pPr algn="l"/>
            <a:r>
              <a:rPr lang="en-US" sz="2000" dirty="0">
                <a:solidFill>
                  <a:srgbClr val="606060"/>
                </a:solidFill>
                <a:latin typeface="+mn-lt"/>
              </a:rPr>
              <a:t>After you’ve organized your software solutions and have kept only those that bring value, try to scale their effect.</a:t>
            </a:r>
          </a:p>
          <a:p>
            <a:pPr algn="l"/>
            <a:r>
              <a:rPr lang="en-US" sz="2000" dirty="0">
                <a:solidFill>
                  <a:srgbClr val="606060"/>
                </a:solidFill>
                <a:latin typeface="+mn-lt"/>
              </a:rPr>
              <a:t>Setting order is crucial, especially when it comes to documents, as they can be lost easily. If you are among the majority of companies that rely on cloud storage (e.g., Google Drive, Onedrive), make sure that your folders are organized and labeled clearly.</a:t>
            </a:r>
          </a:p>
          <a:p>
            <a:pPr algn="l"/>
            <a:r>
              <a:rPr lang="en-US" sz="2000" b="1" dirty="0">
                <a:solidFill>
                  <a:srgbClr val="606060"/>
                </a:solidFill>
                <a:latin typeface="+mn-lt"/>
              </a:rPr>
              <a:t>Shine</a:t>
            </a:r>
          </a:p>
          <a:p>
            <a:pPr algn="l"/>
            <a:r>
              <a:rPr lang="en-US" sz="2000" dirty="0">
                <a:solidFill>
                  <a:srgbClr val="606060"/>
                </a:solidFill>
                <a:latin typeface="+mn-lt"/>
              </a:rPr>
              <a:t>Make sure to keep your software solutions updated and educate yourself and your team on how to make the most of any new feature that the software provider releases.</a:t>
            </a:r>
          </a:p>
          <a:p>
            <a:pPr algn="l"/>
            <a:r>
              <a:rPr lang="en-US" sz="2000" b="1" dirty="0">
                <a:solidFill>
                  <a:srgbClr val="606060"/>
                </a:solidFill>
                <a:latin typeface="+mn-lt"/>
              </a:rPr>
              <a:t>Standardize</a:t>
            </a:r>
          </a:p>
          <a:p>
            <a:pPr algn="l"/>
            <a:r>
              <a:rPr lang="en-US" sz="2000" dirty="0">
                <a:solidFill>
                  <a:srgbClr val="606060"/>
                </a:solidFill>
                <a:latin typeface="+mn-lt"/>
              </a:rPr>
              <a:t>Therefore, you should standardize how each team works and visualize the process so that everybody understands it. A simple way to do so is to map every step of your workflow on a digital Kanban board and agree with your employees to place every task they are processing there.</a:t>
            </a:r>
          </a:p>
          <a:p>
            <a:pPr algn="l"/>
            <a:r>
              <a:rPr lang="en-US" sz="2000" b="1" dirty="0">
                <a:solidFill>
                  <a:srgbClr val="606060"/>
                </a:solidFill>
                <a:latin typeface="+mn-lt"/>
              </a:rPr>
              <a:t>Sustain</a:t>
            </a:r>
          </a:p>
          <a:p>
            <a:pPr algn="l"/>
            <a:r>
              <a:rPr lang="en-US" sz="2000" dirty="0">
                <a:solidFill>
                  <a:srgbClr val="606060"/>
                </a:solidFill>
                <a:latin typeface="+mn-lt"/>
              </a:rPr>
              <a:t>Lean management relies heavily on shared leadership, so be sure to listen to your employees and give them the liberty to suggest changes to achieve continuous improvement. Establish feedback loops and encourage your team to look for ways to improve your process further.</a:t>
            </a:r>
          </a:p>
          <a:p>
            <a:pPr algn="l"/>
            <a:endParaRPr lang="en-US" sz="2000" dirty="0">
              <a:solidFill>
                <a:srgbClr val="606060"/>
              </a:solidFill>
              <a:latin typeface="+mn-lt"/>
            </a:endParaRPr>
          </a:p>
          <a:p>
            <a:pPr algn="l"/>
            <a:endParaRPr lang="en-US" sz="2000" dirty="0">
              <a:solidFill>
                <a:srgbClr val="606060"/>
              </a:solidFill>
              <a:latin typeface="+mn-lt"/>
            </a:endParaRPr>
          </a:p>
        </p:txBody>
      </p:sp>
    </p:spTree>
    <p:extLst>
      <p:ext uri="{BB962C8B-B14F-4D97-AF65-F5344CB8AC3E}">
        <p14:creationId xmlns:p14="http://schemas.microsoft.com/office/powerpoint/2010/main" val="1368617858"/>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19" name="Rectangle 16">
            <a:extLst>
              <a:ext uri="{FF2B5EF4-FFF2-40B4-BE49-F238E27FC236}">
                <a16:creationId xmlns:a16="http://schemas.microsoft.com/office/drawing/2014/main" id="{CD7945AB-6D11-4C51-BA87-D64DF080DD5C}"/>
              </a:ext>
            </a:extLst>
          </p:cNvPr>
          <p:cNvSpPr>
            <a:spLocks noGrp="1" noChangeArrowheads="1"/>
          </p:cNvSpPr>
          <p:nvPr>
            <p:ph type="title"/>
          </p:nvPr>
        </p:nvSpPr>
        <p:spPr>
          <a:xfrm>
            <a:off x="914496" y="90"/>
            <a:ext cx="7848394" cy="609584"/>
          </a:xfrm>
        </p:spPr>
        <p:txBody>
          <a:bodyPr lIns="90488" tIns="44450" rIns="90488" bIns="44450"/>
          <a:lstStyle/>
          <a:p>
            <a:pPr algn="ctr" eaLnBrk="1" hangingPunct="1"/>
            <a:r>
              <a:rPr lang="en-US" sz="2800" b="1" dirty="0">
                <a:effectLst/>
                <a:latin typeface="+mn-lt"/>
                <a:ea typeface="Times New Roman" panose="02020603050405020304" pitchFamily="18" charset="0"/>
                <a:cs typeface="Times New Roman" panose="02020603050405020304" pitchFamily="18" charset="0"/>
              </a:rPr>
              <a:t>5S of Lean</a:t>
            </a:r>
            <a:endParaRPr lang="en-US" altLang="de-DE" sz="3200" dirty="0"/>
          </a:p>
        </p:txBody>
      </p:sp>
      <p:pic>
        <p:nvPicPr>
          <p:cNvPr id="3" name="Picture 2">
            <a:extLst>
              <a:ext uri="{FF2B5EF4-FFF2-40B4-BE49-F238E27FC236}">
                <a16:creationId xmlns:a16="http://schemas.microsoft.com/office/drawing/2014/main" id="{AFA4D518-5C21-44EE-AB1B-62B287066C7E}"/>
              </a:ext>
            </a:extLst>
          </p:cNvPr>
          <p:cNvPicPr>
            <a:picLocks noChangeAspect="1"/>
          </p:cNvPicPr>
          <p:nvPr/>
        </p:nvPicPr>
        <p:blipFill>
          <a:blip r:embed="rId3"/>
          <a:stretch>
            <a:fillRect/>
          </a:stretch>
        </p:blipFill>
        <p:spPr>
          <a:xfrm>
            <a:off x="592725" y="838268"/>
            <a:ext cx="7865476" cy="5664404"/>
          </a:xfrm>
          <a:prstGeom prst="rect">
            <a:avLst/>
          </a:prstGeom>
        </p:spPr>
      </p:pic>
    </p:spTree>
    <p:extLst>
      <p:ext uri="{BB962C8B-B14F-4D97-AF65-F5344CB8AC3E}">
        <p14:creationId xmlns:p14="http://schemas.microsoft.com/office/powerpoint/2010/main" val="2658451786"/>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19" name="Rectangle 16">
            <a:extLst>
              <a:ext uri="{FF2B5EF4-FFF2-40B4-BE49-F238E27FC236}">
                <a16:creationId xmlns:a16="http://schemas.microsoft.com/office/drawing/2014/main" id="{CD7945AB-6D11-4C51-BA87-D64DF080DD5C}"/>
              </a:ext>
            </a:extLst>
          </p:cNvPr>
          <p:cNvSpPr>
            <a:spLocks noGrp="1" noChangeArrowheads="1"/>
          </p:cNvSpPr>
          <p:nvPr>
            <p:ph type="title"/>
          </p:nvPr>
        </p:nvSpPr>
        <p:spPr>
          <a:xfrm>
            <a:off x="914496" y="90"/>
            <a:ext cx="7848394" cy="609584"/>
          </a:xfrm>
        </p:spPr>
        <p:txBody>
          <a:bodyPr lIns="90488" tIns="44450" rIns="90488" bIns="44450"/>
          <a:lstStyle/>
          <a:p>
            <a:pPr algn="ctr" eaLnBrk="1" hangingPunct="1"/>
            <a:r>
              <a:rPr lang="en-US" sz="2800" b="1" dirty="0">
                <a:effectLst/>
                <a:latin typeface="+mn-lt"/>
                <a:ea typeface="Times New Roman" panose="02020603050405020304" pitchFamily="18" charset="0"/>
                <a:cs typeface="Times New Roman" panose="02020603050405020304" pitchFamily="18" charset="0"/>
              </a:rPr>
              <a:t>Cost of Delay</a:t>
            </a:r>
            <a:endParaRPr lang="en-US" altLang="de-DE" sz="3200" dirty="0"/>
          </a:p>
        </p:txBody>
      </p:sp>
      <p:sp>
        <p:nvSpPr>
          <p:cNvPr id="18" name="TextBox 17">
            <a:extLst>
              <a:ext uri="{FF2B5EF4-FFF2-40B4-BE49-F238E27FC236}">
                <a16:creationId xmlns:a16="http://schemas.microsoft.com/office/drawing/2014/main" id="{7B311815-7AA8-4468-884A-ED791FB452DC}"/>
              </a:ext>
            </a:extLst>
          </p:cNvPr>
          <p:cNvSpPr txBox="1"/>
          <p:nvPr/>
        </p:nvSpPr>
        <p:spPr>
          <a:xfrm>
            <a:off x="609584" y="533476"/>
            <a:ext cx="8458098" cy="5632311"/>
          </a:xfrm>
          <a:prstGeom prst="rect">
            <a:avLst/>
          </a:prstGeom>
          <a:noFill/>
        </p:spPr>
        <p:txBody>
          <a:bodyPr wrap="square">
            <a:spAutoFit/>
          </a:bodyPr>
          <a:lstStyle/>
          <a:p>
            <a:pPr algn="l"/>
            <a:r>
              <a:rPr lang="en-US" sz="2000" dirty="0">
                <a:solidFill>
                  <a:srgbClr val="606060"/>
                </a:solidFill>
                <a:latin typeface="+mn-lt"/>
              </a:rPr>
              <a:t>Cost of delay (CoD) is a key metric in lean management that represents the economic impact of a delay in project delivery.</a:t>
            </a:r>
          </a:p>
          <a:p>
            <a:pPr algn="l"/>
            <a:r>
              <a:rPr lang="en-US" sz="2000" dirty="0">
                <a:solidFill>
                  <a:srgbClr val="606060"/>
                </a:solidFill>
                <a:latin typeface="+mn-lt"/>
              </a:rPr>
              <a:t>Examples of Cost of Delay</a:t>
            </a:r>
          </a:p>
          <a:p>
            <a:pPr algn="l"/>
            <a:r>
              <a:rPr lang="en-US" sz="2000" dirty="0">
                <a:solidFill>
                  <a:srgbClr val="606060"/>
                </a:solidFill>
                <a:latin typeface="+mn-lt"/>
              </a:rPr>
              <a:t>The most basic explanation that you’ll find is that CoD is the economic impact of a delay in project delivery.</a:t>
            </a:r>
          </a:p>
          <a:p>
            <a:pPr algn="l"/>
            <a:endParaRPr lang="en-US" sz="2000" dirty="0">
              <a:solidFill>
                <a:srgbClr val="606060"/>
              </a:solidFill>
              <a:latin typeface="+mn-lt"/>
            </a:endParaRPr>
          </a:p>
          <a:p>
            <a:pPr algn="l"/>
            <a:r>
              <a:rPr lang="en-US" sz="2000" dirty="0">
                <a:solidFill>
                  <a:srgbClr val="606060"/>
                </a:solidFill>
                <a:latin typeface="+mn-lt"/>
              </a:rPr>
              <a:t>This can be placed in various contexts like:</a:t>
            </a:r>
          </a:p>
          <a:p>
            <a:pPr algn="l"/>
            <a:r>
              <a:rPr lang="en-US" sz="2000" b="1" dirty="0">
                <a:solidFill>
                  <a:srgbClr val="606060"/>
                </a:solidFill>
                <a:latin typeface="+mn-lt"/>
              </a:rPr>
              <a:t>Product development</a:t>
            </a:r>
            <a:r>
              <a:rPr lang="en-US" sz="2000" dirty="0">
                <a:solidFill>
                  <a:srgbClr val="606060"/>
                </a:solidFill>
                <a:latin typeface="+mn-lt"/>
              </a:rPr>
              <a:t> – the amount of money you will lose if you delay your new product's launch.</a:t>
            </a:r>
          </a:p>
          <a:p>
            <a:pPr algn="l"/>
            <a:r>
              <a:rPr lang="en-US" sz="2000" b="1" dirty="0">
                <a:solidFill>
                  <a:srgbClr val="606060"/>
                </a:solidFill>
                <a:latin typeface="+mn-lt"/>
              </a:rPr>
              <a:t>Software development</a:t>
            </a:r>
            <a:r>
              <a:rPr lang="en-US" sz="2000" dirty="0">
                <a:solidFill>
                  <a:srgbClr val="606060"/>
                </a:solidFill>
                <a:latin typeface="+mn-lt"/>
              </a:rPr>
              <a:t> – the amount of money you will lose if you delay the release of a groundbreaking feature that will give you an advantage over the competition.</a:t>
            </a:r>
          </a:p>
          <a:p>
            <a:pPr algn="l"/>
            <a:r>
              <a:rPr lang="en-US" sz="2000" b="1" dirty="0">
                <a:solidFill>
                  <a:srgbClr val="606060"/>
                </a:solidFill>
                <a:latin typeface="+mn-lt"/>
              </a:rPr>
              <a:t>IT Operations </a:t>
            </a:r>
            <a:r>
              <a:rPr lang="en-US" sz="2000" dirty="0">
                <a:solidFill>
                  <a:srgbClr val="606060"/>
                </a:solidFill>
                <a:latin typeface="+mn-lt"/>
              </a:rPr>
              <a:t>– the amount of money you will lose if you fail to deliver the strategic initiative that the CEO wants.</a:t>
            </a:r>
          </a:p>
          <a:p>
            <a:pPr algn="l"/>
            <a:endParaRPr lang="en-US" sz="2000" dirty="0">
              <a:solidFill>
                <a:srgbClr val="606060"/>
              </a:solidFill>
              <a:latin typeface="+mn-lt"/>
            </a:endParaRPr>
          </a:p>
          <a:p>
            <a:pPr algn="l"/>
            <a:r>
              <a:rPr lang="en-US" sz="2000" dirty="0">
                <a:solidFill>
                  <a:srgbClr val="606060"/>
                </a:solidFill>
                <a:latin typeface="+mn-lt"/>
              </a:rPr>
              <a:t>CoD combines </a:t>
            </a:r>
            <a:r>
              <a:rPr lang="en-US" sz="2000" b="1" dirty="0">
                <a:solidFill>
                  <a:srgbClr val="606060"/>
                </a:solidFill>
                <a:latin typeface="+mn-lt"/>
              </a:rPr>
              <a:t>urgency and value</a:t>
            </a:r>
            <a:r>
              <a:rPr lang="en-US" sz="2000" dirty="0">
                <a:solidFill>
                  <a:srgbClr val="606060"/>
                </a:solidFill>
                <a:latin typeface="+mn-lt"/>
              </a:rPr>
              <a:t> – two things that humans are not very good at distinguishing between. To make decisions, you need to understand not just how valuable something is but how urgent it is.</a:t>
            </a:r>
          </a:p>
        </p:txBody>
      </p:sp>
    </p:spTree>
    <p:extLst>
      <p:ext uri="{BB962C8B-B14F-4D97-AF65-F5344CB8AC3E}">
        <p14:creationId xmlns:p14="http://schemas.microsoft.com/office/powerpoint/2010/main" val="4091751213"/>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19" name="Rectangle 16">
            <a:extLst>
              <a:ext uri="{FF2B5EF4-FFF2-40B4-BE49-F238E27FC236}">
                <a16:creationId xmlns:a16="http://schemas.microsoft.com/office/drawing/2014/main" id="{CD7945AB-6D11-4C51-BA87-D64DF080DD5C}"/>
              </a:ext>
            </a:extLst>
          </p:cNvPr>
          <p:cNvSpPr>
            <a:spLocks noGrp="1" noChangeArrowheads="1"/>
          </p:cNvSpPr>
          <p:nvPr>
            <p:ph type="title"/>
          </p:nvPr>
        </p:nvSpPr>
        <p:spPr>
          <a:xfrm>
            <a:off x="914496" y="90"/>
            <a:ext cx="7848394" cy="609584"/>
          </a:xfrm>
        </p:spPr>
        <p:txBody>
          <a:bodyPr lIns="90488" tIns="44450" rIns="90488" bIns="44450"/>
          <a:lstStyle/>
          <a:p>
            <a:pPr algn="ctr" eaLnBrk="1" hangingPunct="1"/>
            <a:r>
              <a:rPr lang="en-US" sz="2800" b="1" dirty="0">
                <a:effectLst/>
                <a:latin typeface="+mn-lt"/>
                <a:ea typeface="Times New Roman" panose="02020603050405020304" pitchFamily="18" charset="0"/>
                <a:cs typeface="Times New Roman" panose="02020603050405020304" pitchFamily="18" charset="0"/>
              </a:rPr>
              <a:t>How to Calculate Cost of Delay?</a:t>
            </a:r>
            <a:endParaRPr lang="en-US" altLang="de-DE" sz="3200" dirty="0"/>
          </a:p>
        </p:txBody>
      </p:sp>
      <p:sp>
        <p:nvSpPr>
          <p:cNvPr id="18" name="TextBox 17">
            <a:extLst>
              <a:ext uri="{FF2B5EF4-FFF2-40B4-BE49-F238E27FC236}">
                <a16:creationId xmlns:a16="http://schemas.microsoft.com/office/drawing/2014/main" id="{7B311815-7AA8-4468-884A-ED791FB452DC}"/>
              </a:ext>
            </a:extLst>
          </p:cNvPr>
          <p:cNvSpPr txBox="1"/>
          <p:nvPr/>
        </p:nvSpPr>
        <p:spPr>
          <a:xfrm>
            <a:off x="609584" y="533476"/>
            <a:ext cx="8458098" cy="1938992"/>
          </a:xfrm>
          <a:prstGeom prst="rect">
            <a:avLst/>
          </a:prstGeom>
          <a:noFill/>
        </p:spPr>
        <p:txBody>
          <a:bodyPr wrap="square">
            <a:spAutoFit/>
          </a:bodyPr>
          <a:lstStyle/>
          <a:p>
            <a:pPr algn="l"/>
            <a:r>
              <a:rPr lang="en-US" sz="2000" dirty="0">
                <a:solidFill>
                  <a:srgbClr val="606060"/>
                </a:solidFill>
                <a:latin typeface="+mn-lt"/>
              </a:rPr>
              <a:t>To calculate the potential costs of delay, you need to anticipate the revenue that you will earn per week after you deliver anything to the market.</a:t>
            </a:r>
          </a:p>
          <a:p>
            <a:pPr algn="l"/>
            <a:endParaRPr lang="en-US" sz="2000" dirty="0">
              <a:solidFill>
                <a:srgbClr val="606060"/>
              </a:solidFill>
              <a:latin typeface="+mn-lt"/>
            </a:endParaRPr>
          </a:p>
          <a:p>
            <a:pPr algn="l"/>
            <a:r>
              <a:rPr lang="en-US" sz="2000">
                <a:solidFill>
                  <a:srgbClr val="606060"/>
                </a:solidFill>
                <a:latin typeface="+mn-lt"/>
              </a:rPr>
              <a:t>For example, if you are in a SaaS company and plan to deliver a new add-on feature that you anticipate will bring you $20 000 per week, every week you postpone the release will cost your company this sum.</a:t>
            </a:r>
            <a:endParaRPr lang="en-US" sz="2000" dirty="0">
              <a:solidFill>
                <a:srgbClr val="606060"/>
              </a:solidFill>
              <a:latin typeface="+mn-lt"/>
            </a:endParaRPr>
          </a:p>
        </p:txBody>
      </p:sp>
    </p:spTree>
    <p:extLst>
      <p:ext uri="{BB962C8B-B14F-4D97-AF65-F5344CB8AC3E}">
        <p14:creationId xmlns:p14="http://schemas.microsoft.com/office/powerpoint/2010/main" val="2941191772"/>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914496" y="90"/>
            <a:ext cx="7848394" cy="609584"/>
          </a:xfrm>
        </p:spPr>
        <p:txBody>
          <a:bodyPr lIns="90488" tIns="44450" rIns="90488" bIns="44450"/>
          <a:lstStyle/>
          <a:p>
            <a:pPr algn="ctr" eaLnBrk="1" hangingPunct="1"/>
            <a:r>
              <a:rPr lang="en-US" sz="2800" b="1" dirty="0">
                <a:effectLst/>
                <a:latin typeface="+mn-lt"/>
                <a:ea typeface="Times New Roman" panose="02020603050405020304" pitchFamily="18" charset="0"/>
                <a:cs typeface="Times New Roman" panose="02020603050405020304" pitchFamily="18" charset="0"/>
              </a:rPr>
              <a:t>What is a Pull System?</a:t>
            </a:r>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18" name="TextBox 17">
            <a:extLst>
              <a:ext uri="{FF2B5EF4-FFF2-40B4-BE49-F238E27FC236}">
                <a16:creationId xmlns:a16="http://schemas.microsoft.com/office/drawing/2014/main" id="{7E800FF3-4512-4CAE-93D4-CC164756268E}"/>
              </a:ext>
            </a:extLst>
          </p:cNvPr>
          <p:cNvSpPr txBox="1"/>
          <p:nvPr/>
        </p:nvSpPr>
        <p:spPr>
          <a:xfrm>
            <a:off x="120" y="914466"/>
            <a:ext cx="9143880" cy="5940088"/>
          </a:xfrm>
          <a:prstGeom prst="rect">
            <a:avLst/>
          </a:prstGeom>
          <a:noFill/>
        </p:spPr>
        <p:txBody>
          <a:bodyPr wrap="square">
            <a:spAutoFit/>
          </a:bodyPr>
          <a:lstStyle/>
          <a:p>
            <a:r>
              <a:rPr lang="en-US" sz="2000" dirty="0">
                <a:latin typeface="+mn-lt"/>
              </a:rPr>
              <a:t>A pull system is a Lean technique for reducing the waste of any production process. Applying a pull system allows you to start new work only when there is customer demand for it. This allows you to reduce overhead and optimize storage costs.</a:t>
            </a:r>
          </a:p>
          <a:p>
            <a:endParaRPr lang="en-US" sz="2000" dirty="0">
              <a:latin typeface="+mn-lt"/>
            </a:endParaRPr>
          </a:p>
          <a:p>
            <a:r>
              <a:rPr lang="en-US" sz="2000" b="1" dirty="0">
                <a:latin typeface="+mn-lt"/>
              </a:rPr>
              <a:t>Why Is Pull Better Than Push?</a:t>
            </a:r>
          </a:p>
          <a:p>
            <a:r>
              <a:rPr lang="en-US" sz="2000" dirty="0">
                <a:latin typeface="+mn-lt"/>
              </a:rPr>
              <a:t>The purpose of implementing a pull system is to build products based on actual demand and not on forecasts. By doing so, your company can focus on eliminating waste activities in the production process. As a result, you’ll be able to optimize your resources and reduce the possibility of overstocking.</a:t>
            </a:r>
          </a:p>
          <a:p>
            <a:endParaRPr lang="en-US" sz="2000" dirty="0">
              <a:latin typeface="+mn-lt"/>
            </a:endParaRPr>
          </a:p>
          <a:p>
            <a:r>
              <a:rPr lang="en-US" sz="2000" dirty="0">
                <a:latin typeface="+mn-lt"/>
              </a:rPr>
              <a:t>Furthermore, applying a pull system will allow you to deliver work just in time.</a:t>
            </a:r>
          </a:p>
          <a:p>
            <a:endParaRPr lang="en-US" sz="2000" dirty="0">
              <a:latin typeface="+mn-lt"/>
            </a:endParaRPr>
          </a:p>
          <a:p>
            <a:r>
              <a:rPr lang="en-US" sz="2000" b="1" dirty="0">
                <a:latin typeface="+mn-lt"/>
              </a:rPr>
              <a:t>“Just-in-time” i</a:t>
            </a:r>
            <a:r>
              <a:rPr lang="en-US" sz="2000" dirty="0">
                <a:latin typeface="+mn-lt"/>
              </a:rPr>
              <a:t>s a production model where deliverables are produced in order to meet actual demands and avoid overstocking and push strategies.</a:t>
            </a:r>
          </a:p>
          <a:p>
            <a:r>
              <a:rPr lang="en-US" sz="2000" dirty="0">
                <a:latin typeface="+mn-lt"/>
              </a:rPr>
              <a:t>When applying a push strategy, a company’s production is based on anticipated demand, which can fail to correspond with the actual demand. Such an imbalance can create unexpected financial gaps.</a:t>
            </a:r>
          </a:p>
          <a:p>
            <a:endParaRPr lang="en-US" sz="2000" dirty="0">
              <a:latin typeface="+mn-lt"/>
            </a:endParaRPr>
          </a:p>
          <a:p>
            <a:endParaRPr lang="en-US" sz="2000" dirty="0">
              <a:latin typeface="+mn-lt"/>
            </a:endParaRPr>
          </a:p>
        </p:txBody>
      </p:sp>
    </p:spTree>
    <p:extLst>
      <p:ext uri="{BB962C8B-B14F-4D97-AF65-F5344CB8AC3E}">
        <p14:creationId xmlns:p14="http://schemas.microsoft.com/office/powerpoint/2010/main" val="1811093923"/>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914496" y="90"/>
            <a:ext cx="7848394" cy="609584"/>
          </a:xfrm>
        </p:spPr>
        <p:txBody>
          <a:bodyPr lIns="90488" tIns="44450" rIns="90488" bIns="44450"/>
          <a:lstStyle/>
          <a:p>
            <a:pPr algn="ctr" eaLnBrk="1" hangingPunct="1"/>
            <a:r>
              <a:rPr lang="en-US" sz="2800" b="1" dirty="0">
                <a:effectLst/>
                <a:latin typeface="+mn-lt"/>
                <a:ea typeface="Times New Roman" panose="02020603050405020304" pitchFamily="18" charset="0"/>
                <a:cs typeface="Times New Roman" panose="02020603050405020304" pitchFamily="18" charset="0"/>
              </a:rPr>
              <a:t>What is a Pull System?</a:t>
            </a:r>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18" name="TextBox 17">
            <a:extLst>
              <a:ext uri="{FF2B5EF4-FFF2-40B4-BE49-F238E27FC236}">
                <a16:creationId xmlns:a16="http://schemas.microsoft.com/office/drawing/2014/main" id="{7E800FF3-4512-4CAE-93D4-CC164756268E}"/>
              </a:ext>
            </a:extLst>
          </p:cNvPr>
          <p:cNvSpPr txBox="1"/>
          <p:nvPr/>
        </p:nvSpPr>
        <p:spPr>
          <a:xfrm>
            <a:off x="120" y="762070"/>
            <a:ext cx="9143880" cy="5940088"/>
          </a:xfrm>
          <a:prstGeom prst="rect">
            <a:avLst/>
          </a:prstGeom>
          <a:noFill/>
        </p:spPr>
        <p:txBody>
          <a:bodyPr wrap="square">
            <a:spAutoFit/>
          </a:bodyPr>
          <a:lstStyle/>
          <a:p>
            <a:r>
              <a:rPr lang="en-US" sz="2000" dirty="0">
                <a:latin typeface="+mn-lt"/>
              </a:rPr>
              <a:t>In knowledge work, the “</a:t>
            </a:r>
            <a:r>
              <a:rPr lang="en-US" sz="2000" b="1" dirty="0">
                <a:latin typeface="+mn-lt"/>
              </a:rPr>
              <a:t>just-in-time</a:t>
            </a:r>
            <a:r>
              <a:rPr lang="en-US" sz="2000" dirty="0">
                <a:latin typeface="+mn-lt"/>
              </a:rPr>
              <a:t>” concept can be applied in the same way as in manufacturing – a work item has to be in progress only if there is a demand for it.</a:t>
            </a:r>
          </a:p>
          <a:p>
            <a:r>
              <a:rPr lang="en-US" sz="2000" dirty="0">
                <a:latin typeface="+mn-lt"/>
              </a:rPr>
              <a:t>This is the opposite of “</a:t>
            </a:r>
            <a:r>
              <a:rPr lang="en-US" sz="2000" b="1" dirty="0">
                <a:latin typeface="+mn-lt"/>
              </a:rPr>
              <a:t>Just in Case</a:t>
            </a:r>
            <a:r>
              <a:rPr lang="en-US" sz="2000" dirty="0">
                <a:latin typeface="+mn-lt"/>
              </a:rPr>
              <a:t>”, where companies somehow try to ensure themselves by overproducing in case of higher demands somewhere in the future.</a:t>
            </a:r>
          </a:p>
          <a:p>
            <a:r>
              <a:rPr lang="en-US" sz="2000" b="1" dirty="0">
                <a:latin typeface="+mn-lt"/>
              </a:rPr>
              <a:t>Advantages of Using a Pull System</a:t>
            </a:r>
          </a:p>
          <a:p>
            <a:r>
              <a:rPr lang="en-US" sz="2000" dirty="0">
                <a:latin typeface="+mn-lt"/>
              </a:rPr>
              <a:t>Unlike push systems, which force team members to work on multiple tasks, a pull system lets team members focus on a single work item at a time. This approach allows a work unit to:</a:t>
            </a:r>
          </a:p>
          <a:p>
            <a:pPr marL="342900" indent="-342900">
              <a:buFont typeface="Arial" panose="020B0604020202020204" pitchFamily="34" charset="0"/>
              <a:buChar char="•"/>
            </a:pPr>
            <a:r>
              <a:rPr lang="en-US" sz="2000" dirty="0">
                <a:latin typeface="+mn-lt"/>
              </a:rPr>
              <a:t>Quickly adapt to changes that may occur in the work process</a:t>
            </a:r>
          </a:p>
          <a:p>
            <a:pPr marL="342900" indent="-342900">
              <a:buFont typeface="Arial" panose="020B0604020202020204" pitchFamily="34" charset="0"/>
              <a:buChar char="•"/>
            </a:pPr>
            <a:r>
              <a:rPr lang="en-US" sz="2000" dirty="0">
                <a:latin typeface="+mn-lt"/>
              </a:rPr>
              <a:t>Scale the optimal capacity of your team</a:t>
            </a:r>
          </a:p>
          <a:p>
            <a:pPr marL="342900" indent="-342900">
              <a:buFont typeface="Arial" panose="020B0604020202020204" pitchFamily="34" charset="0"/>
              <a:buChar char="•"/>
            </a:pPr>
            <a:r>
              <a:rPr lang="en-US" sz="2000" dirty="0">
                <a:latin typeface="+mn-lt"/>
              </a:rPr>
              <a:t>Deliver work items much faster</a:t>
            </a:r>
          </a:p>
          <a:p>
            <a:pPr marL="342900" indent="-342900">
              <a:buFont typeface="Arial" panose="020B0604020202020204" pitchFamily="34" charset="0"/>
              <a:buChar char="•"/>
            </a:pPr>
            <a:r>
              <a:rPr lang="en-US" sz="2000" dirty="0">
                <a:latin typeface="+mn-lt"/>
              </a:rPr>
              <a:t>Reduce waste of resources</a:t>
            </a:r>
          </a:p>
          <a:p>
            <a:pPr marL="342900" indent="-342900">
              <a:buFont typeface="Arial" panose="020B0604020202020204" pitchFamily="34" charset="0"/>
              <a:buChar char="•"/>
            </a:pPr>
            <a:r>
              <a:rPr lang="en-US" sz="2000" dirty="0">
                <a:latin typeface="+mn-lt"/>
              </a:rPr>
              <a:t>Increase productivity</a:t>
            </a:r>
          </a:p>
          <a:p>
            <a:pPr marL="342900" indent="-342900">
              <a:buFont typeface="Arial" panose="020B0604020202020204" pitchFamily="34" charset="0"/>
              <a:buChar char="•"/>
            </a:pPr>
            <a:r>
              <a:rPr lang="en-US" sz="2000" dirty="0">
                <a:latin typeface="+mn-lt"/>
              </a:rPr>
              <a:t>Improve flow efficiency</a:t>
            </a:r>
          </a:p>
          <a:p>
            <a:r>
              <a:rPr lang="en-US" sz="2000" dirty="0">
                <a:latin typeface="+mn-lt"/>
              </a:rPr>
              <a:t>Actually, by using lean pull principles, you can be much more predictable when planning your future work. How is this possible?</a:t>
            </a:r>
          </a:p>
          <a:p>
            <a:r>
              <a:rPr lang="en-US" sz="2000" dirty="0">
                <a:latin typeface="+mn-lt"/>
              </a:rPr>
              <a:t>Pull systems allow you to collect historical data about your workflow and the average cycle time of tasks.</a:t>
            </a:r>
          </a:p>
          <a:p>
            <a:endParaRPr lang="en-US" sz="2000" dirty="0">
              <a:latin typeface="+mn-lt"/>
            </a:endParaRPr>
          </a:p>
        </p:txBody>
      </p:sp>
    </p:spTree>
    <p:extLst>
      <p:ext uri="{BB962C8B-B14F-4D97-AF65-F5344CB8AC3E}">
        <p14:creationId xmlns:p14="http://schemas.microsoft.com/office/powerpoint/2010/main" val="3854733725"/>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914496" y="90"/>
            <a:ext cx="7848394" cy="609584"/>
          </a:xfrm>
        </p:spPr>
        <p:txBody>
          <a:bodyPr lIns="90488" tIns="44450" rIns="90488" bIns="44450"/>
          <a:lstStyle/>
          <a:p>
            <a:pPr algn="ctr" eaLnBrk="1" hangingPunct="1"/>
            <a:r>
              <a:rPr lang="en-US" sz="2800" dirty="0">
                <a:latin typeface="+mn-lt"/>
                <a:ea typeface="Times New Roman" panose="02020603050405020304" pitchFamily="18" charset="0"/>
                <a:cs typeface="Times New Roman" panose="02020603050405020304" pitchFamily="18" charset="0"/>
              </a:rPr>
              <a:t>Lean facilitates a culture change</a:t>
            </a:r>
            <a:endParaRPr lang="en-US" sz="2800" b="1" dirty="0">
              <a:effectLst/>
              <a:latin typeface="+mn-lt"/>
              <a:ea typeface="Times New Roman" panose="02020603050405020304" pitchFamily="18" charset="0"/>
              <a:cs typeface="Times New Roman" panose="02020603050405020304" pitchFamily="18" charset="0"/>
            </a:endParaRPr>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19" name="Picture 18">
            <a:extLst>
              <a:ext uri="{FF2B5EF4-FFF2-40B4-BE49-F238E27FC236}">
                <a16:creationId xmlns:a16="http://schemas.microsoft.com/office/drawing/2014/main" id="{67157506-8A26-4559-921B-3C7E5B0FC7E2}"/>
              </a:ext>
            </a:extLst>
          </p:cNvPr>
          <p:cNvPicPr/>
          <p:nvPr/>
        </p:nvPicPr>
        <p:blipFill>
          <a:blip r:embed="rId3"/>
          <a:stretch>
            <a:fillRect/>
          </a:stretch>
        </p:blipFill>
        <p:spPr>
          <a:xfrm>
            <a:off x="914394" y="609674"/>
            <a:ext cx="6629328" cy="3047920"/>
          </a:xfrm>
          <a:prstGeom prst="rect">
            <a:avLst/>
          </a:prstGeom>
          <a:noFill/>
          <a:ln>
            <a:noFill/>
          </a:ln>
        </p:spPr>
      </p:pic>
      <p:pic>
        <p:nvPicPr>
          <p:cNvPr id="20" name="Picture 19">
            <a:extLst>
              <a:ext uri="{FF2B5EF4-FFF2-40B4-BE49-F238E27FC236}">
                <a16:creationId xmlns:a16="http://schemas.microsoft.com/office/drawing/2014/main" id="{0ECF459E-8DE1-4ECC-8D16-AC4285BB693D}"/>
              </a:ext>
            </a:extLst>
          </p:cNvPr>
          <p:cNvPicPr/>
          <p:nvPr/>
        </p:nvPicPr>
        <p:blipFill>
          <a:blip r:embed="rId4"/>
          <a:stretch>
            <a:fillRect/>
          </a:stretch>
        </p:blipFill>
        <p:spPr>
          <a:xfrm>
            <a:off x="1135344" y="3733792"/>
            <a:ext cx="5730240" cy="2755900"/>
          </a:xfrm>
          <a:prstGeom prst="rect">
            <a:avLst/>
          </a:prstGeom>
          <a:noFill/>
          <a:ln>
            <a:noFill/>
          </a:ln>
        </p:spPr>
      </p:pic>
    </p:spTree>
    <p:extLst>
      <p:ext uri="{BB962C8B-B14F-4D97-AF65-F5344CB8AC3E}">
        <p14:creationId xmlns:p14="http://schemas.microsoft.com/office/powerpoint/2010/main" val="4112298863"/>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914496" y="90"/>
            <a:ext cx="7848394" cy="609584"/>
          </a:xfrm>
        </p:spPr>
        <p:txBody>
          <a:bodyPr lIns="90488" tIns="44450" rIns="90488" bIns="44450"/>
          <a:lstStyle/>
          <a:p>
            <a:pPr algn="ctr" eaLnBrk="1" hangingPunct="1"/>
            <a:r>
              <a:rPr lang="en-US" sz="2800" b="1" dirty="0">
                <a:effectLst/>
                <a:latin typeface="+mn-lt"/>
                <a:ea typeface="Times New Roman" panose="02020603050405020304" pitchFamily="18" charset="0"/>
                <a:cs typeface="Times New Roman" panose="02020603050405020304" pitchFamily="18" charset="0"/>
              </a:rPr>
              <a:t>Kaizen (Continuous Improvement)</a:t>
            </a: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3" name="Picture 2">
            <a:extLst>
              <a:ext uri="{FF2B5EF4-FFF2-40B4-BE49-F238E27FC236}">
                <a16:creationId xmlns:a16="http://schemas.microsoft.com/office/drawing/2014/main" id="{C7F74E01-E236-427A-87EE-FD5372BA75EB}"/>
              </a:ext>
            </a:extLst>
          </p:cNvPr>
          <p:cNvPicPr>
            <a:picLocks noChangeAspect="1"/>
          </p:cNvPicPr>
          <p:nvPr/>
        </p:nvPicPr>
        <p:blipFill>
          <a:blip r:embed="rId3"/>
          <a:stretch>
            <a:fillRect/>
          </a:stretch>
        </p:blipFill>
        <p:spPr>
          <a:xfrm>
            <a:off x="323734" y="990664"/>
            <a:ext cx="8667750" cy="3248025"/>
          </a:xfrm>
          <a:prstGeom prst="rect">
            <a:avLst/>
          </a:prstGeom>
        </p:spPr>
      </p:pic>
      <p:sp>
        <p:nvSpPr>
          <p:cNvPr id="20" name="TextBox 19">
            <a:extLst>
              <a:ext uri="{FF2B5EF4-FFF2-40B4-BE49-F238E27FC236}">
                <a16:creationId xmlns:a16="http://schemas.microsoft.com/office/drawing/2014/main" id="{A85A2ACD-E3C3-45D2-B8CC-292BA1CD56AB}"/>
              </a:ext>
            </a:extLst>
          </p:cNvPr>
          <p:cNvSpPr txBox="1"/>
          <p:nvPr/>
        </p:nvSpPr>
        <p:spPr>
          <a:xfrm>
            <a:off x="457308" y="4343376"/>
            <a:ext cx="8362958" cy="2062103"/>
          </a:xfrm>
          <a:prstGeom prst="rect">
            <a:avLst/>
          </a:prstGeom>
          <a:noFill/>
        </p:spPr>
        <p:txBody>
          <a:bodyPr wrap="square">
            <a:spAutoFit/>
          </a:bodyPr>
          <a:lstStyle/>
          <a:p>
            <a:r>
              <a:rPr lang="en-US" sz="2000" dirty="0">
                <a:latin typeface="+mn-lt"/>
              </a:rPr>
              <a:t>Kaizen’s goal is to enact a series of small, continuous improvements over time.  These changes cumulatively add up to large improvements overall.  And it does this by making everyone in the organization a stakeholder whose ideas and in puts are valued.  This improves the culture and business performance of the company</a:t>
            </a:r>
            <a:r>
              <a:rPr lang="en-US" dirty="0"/>
              <a:t>.</a:t>
            </a:r>
          </a:p>
          <a:p>
            <a:endParaRPr lang="en-US" dirty="0"/>
          </a:p>
        </p:txBody>
      </p:sp>
    </p:spTree>
    <p:extLst>
      <p:ext uri="{BB962C8B-B14F-4D97-AF65-F5344CB8AC3E}">
        <p14:creationId xmlns:p14="http://schemas.microsoft.com/office/powerpoint/2010/main" val="626151901"/>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914496" y="90"/>
            <a:ext cx="7848394" cy="609584"/>
          </a:xfrm>
        </p:spPr>
        <p:txBody>
          <a:bodyPr lIns="90488" tIns="44450" rIns="90488" bIns="44450"/>
          <a:lstStyle/>
          <a:p>
            <a:pPr algn="ctr" eaLnBrk="1" hangingPunct="1"/>
            <a:r>
              <a:rPr lang="en-US" sz="2800" b="1" dirty="0">
                <a:effectLst/>
                <a:latin typeface="+mn-lt"/>
                <a:ea typeface="Times New Roman" panose="02020603050405020304" pitchFamily="18" charset="0"/>
                <a:cs typeface="Times New Roman" panose="02020603050405020304" pitchFamily="18" charset="0"/>
              </a:rPr>
              <a:t>Kaizen Requirement</a:t>
            </a:r>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18" name="TextBox 17">
            <a:extLst>
              <a:ext uri="{FF2B5EF4-FFF2-40B4-BE49-F238E27FC236}">
                <a16:creationId xmlns:a16="http://schemas.microsoft.com/office/drawing/2014/main" id="{7E800FF3-4512-4CAE-93D4-CC164756268E}"/>
              </a:ext>
            </a:extLst>
          </p:cNvPr>
          <p:cNvSpPr txBox="1"/>
          <p:nvPr/>
        </p:nvSpPr>
        <p:spPr>
          <a:xfrm>
            <a:off x="0" y="451681"/>
            <a:ext cx="9144000" cy="6863417"/>
          </a:xfrm>
          <a:prstGeom prst="rect">
            <a:avLst/>
          </a:prstGeom>
          <a:noFill/>
        </p:spPr>
        <p:txBody>
          <a:bodyPr wrap="square">
            <a:spAutoFit/>
          </a:bodyPr>
          <a:lstStyle/>
          <a:p>
            <a:r>
              <a:rPr lang="en-US" sz="2000" dirty="0">
                <a:latin typeface="+mn-lt"/>
              </a:rPr>
              <a:t>As a strict and methodical endeavor, it can’t be undertaken by a single department nor can it be driven by a single individual.  Instead, kaizen needs a commitment to implementation.  For this to happen, certain conditions or requirements are needed for the methodology to succeed.</a:t>
            </a:r>
          </a:p>
          <a:p>
            <a:r>
              <a:rPr lang="en-US" sz="2000" b="1" dirty="0">
                <a:latin typeface="+mn-lt"/>
              </a:rPr>
              <a:t>Executive and Corporate Commitment</a:t>
            </a:r>
            <a:r>
              <a:rPr lang="en-US" sz="2000" dirty="0">
                <a:latin typeface="+mn-lt"/>
              </a:rPr>
              <a:t> – No methodology can succeed without a commitment form its leaders. The company must set aside time for both management and employees to participate at the comprehensive level required to succeed.</a:t>
            </a:r>
          </a:p>
          <a:p>
            <a:r>
              <a:rPr lang="en-US" sz="2000" b="1" dirty="0">
                <a:latin typeface="+mn-lt"/>
              </a:rPr>
              <a:t>Dedication</a:t>
            </a:r>
            <a:r>
              <a:rPr lang="en-US" sz="2000" dirty="0">
                <a:latin typeface="+mn-lt"/>
              </a:rPr>
              <a:t> – Kaizen must be presented as a business strategy that will improve the bottom line and make conditions better at all job levels.  This buy-in among line employees and managers is just as important as executive buy-in.  It helps those at all levels understand its benefits and allows them to develop an attitude conducive to success.</a:t>
            </a:r>
          </a:p>
          <a:p>
            <a:r>
              <a:rPr lang="en-US" sz="2000" b="1" dirty="0">
                <a:latin typeface="+mn-lt"/>
              </a:rPr>
              <a:t>Openness to Change</a:t>
            </a:r>
            <a:r>
              <a:rPr lang="en-US" sz="2000" dirty="0">
                <a:latin typeface="+mn-lt"/>
              </a:rPr>
              <a:t> – Change is hard in any company.  And the kind of cultural change brought about by a continuous improvement methodology can be especially daunting.  By constantly monitoring job duties and encouraging the right kind of employee interaction and interdepartmental communication, kaizen has a better chance to work.</a:t>
            </a:r>
          </a:p>
          <a:p>
            <a:r>
              <a:rPr lang="en-US" sz="2000" b="1" dirty="0">
                <a:latin typeface="+mn-lt"/>
              </a:rPr>
              <a:t>A ‘No-Fault’ Approach</a:t>
            </a:r>
            <a:r>
              <a:rPr lang="en-US" sz="2000" dirty="0">
                <a:latin typeface="+mn-lt"/>
              </a:rPr>
              <a:t> – Kaizen requires that both group and individual performance be questioned.  This does not mean finger pointing or blame.  It simply means that employees are freed to discuss barriers and challenges that they have all witnessed as present in the past and gives them a forum and a method to work on a resolution.</a:t>
            </a:r>
          </a:p>
          <a:p>
            <a:endParaRPr lang="en-US" sz="2000" dirty="0">
              <a:latin typeface="+mn-lt"/>
            </a:endParaRPr>
          </a:p>
        </p:txBody>
      </p:sp>
    </p:spTree>
    <p:extLst>
      <p:ext uri="{BB962C8B-B14F-4D97-AF65-F5344CB8AC3E}">
        <p14:creationId xmlns:p14="http://schemas.microsoft.com/office/powerpoint/2010/main" val="2722766444"/>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914496" y="90"/>
            <a:ext cx="7848394" cy="609584"/>
          </a:xfrm>
        </p:spPr>
        <p:txBody>
          <a:bodyPr lIns="90488" tIns="44450" rIns="90488" bIns="44450"/>
          <a:lstStyle/>
          <a:p>
            <a:pPr algn="ctr" eaLnBrk="1" hangingPunct="1"/>
            <a:r>
              <a:rPr lang="en-US" sz="2800" b="1" dirty="0">
                <a:effectLst/>
                <a:latin typeface="+mn-lt"/>
                <a:ea typeface="Times New Roman" panose="02020603050405020304" pitchFamily="18" charset="0"/>
                <a:cs typeface="Times New Roman" panose="02020603050405020304" pitchFamily="18" charset="0"/>
              </a:rPr>
              <a:t>Benefits of Kaizen Methodology</a:t>
            </a:r>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18" name="TextBox 17">
            <a:extLst>
              <a:ext uri="{FF2B5EF4-FFF2-40B4-BE49-F238E27FC236}">
                <a16:creationId xmlns:a16="http://schemas.microsoft.com/office/drawing/2014/main" id="{7E800FF3-4512-4CAE-93D4-CC164756268E}"/>
              </a:ext>
            </a:extLst>
          </p:cNvPr>
          <p:cNvSpPr txBox="1"/>
          <p:nvPr/>
        </p:nvSpPr>
        <p:spPr>
          <a:xfrm>
            <a:off x="0" y="451681"/>
            <a:ext cx="9144000" cy="7171194"/>
          </a:xfrm>
          <a:prstGeom prst="rect">
            <a:avLst/>
          </a:prstGeom>
          <a:noFill/>
        </p:spPr>
        <p:txBody>
          <a:bodyPr wrap="square">
            <a:spAutoFit/>
          </a:bodyPr>
          <a:lstStyle/>
          <a:p>
            <a:r>
              <a:rPr lang="en-US" sz="2000" dirty="0">
                <a:latin typeface="+mn-lt"/>
              </a:rPr>
              <a:t>Once a company has decided on kaizen as a path to continuous improvement and has met the threshold for requirements that will allow it to succeed, there are many benefits to be found.  These benefits include:</a:t>
            </a:r>
          </a:p>
          <a:p>
            <a:r>
              <a:rPr lang="en-US" sz="2000" b="1" dirty="0">
                <a:latin typeface="+mn-lt"/>
              </a:rPr>
              <a:t>Culture of Continuous Improvement</a:t>
            </a:r>
            <a:r>
              <a:rPr lang="en-US" sz="2000" dirty="0">
                <a:latin typeface="+mn-lt"/>
              </a:rPr>
              <a:t> – Perhaps no benefit is greater than the creation of a culture of continuous improvement.  By empowering employees to make the changes that drive incremental improvement, a culture of value and of knowing that individual opinions matter.  These include real changes and not just suggestions that go nowhere.  True deployment of kaizen methodology gives employees power to stop a production process and work as part of a team to find the root cause of a problem and develop a qualitative solution.  This feeling that everyone has a place and a voice and that everyone is a stakeholder can transform a culture into one of solid and well-functioning teams.</a:t>
            </a:r>
          </a:p>
          <a:p>
            <a:r>
              <a:rPr lang="en-US" sz="2000" b="1" dirty="0">
                <a:latin typeface="+mn-lt"/>
              </a:rPr>
              <a:t>Stronger Teams </a:t>
            </a:r>
            <a:r>
              <a:rPr lang="en-US" sz="2000" dirty="0">
                <a:latin typeface="+mn-lt"/>
              </a:rPr>
              <a:t>– By building on the idea of teamwork rather than individualism, an atmosphere is created whereby everyone feels tied to the rewards and benefits of the improvement.  This creates a fully engaged staff who are more motivated and more confident in their everyday jobs because they know that they are part of a group working toward the same goals – improving the process.  Teams are constantly working to improve as part of their daily work rather than team building done as a yearly or twice yearly ‘exercise’ by HR.  Staff members feel freer to communicate and the team becomes part of their ‘internal DNA’ – making teamwork ongoing rather than episodic.</a:t>
            </a:r>
          </a:p>
          <a:p>
            <a:r>
              <a:rPr lang="en-US" sz="2000" dirty="0">
                <a:latin typeface="+mn-lt"/>
              </a:rPr>
              <a:t>.</a:t>
            </a:r>
          </a:p>
          <a:p>
            <a:endParaRPr lang="en-US" sz="2000" dirty="0">
              <a:latin typeface="+mn-lt"/>
            </a:endParaRPr>
          </a:p>
        </p:txBody>
      </p:sp>
    </p:spTree>
    <p:extLst>
      <p:ext uri="{BB962C8B-B14F-4D97-AF65-F5344CB8AC3E}">
        <p14:creationId xmlns:p14="http://schemas.microsoft.com/office/powerpoint/2010/main" val="3567095972"/>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914496" y="90"/>
            <a:ext cx="7848394" cy="609584"/>
          </a:xfrm>
        </p:spPr>
        <p:txBody>
          <a:bodyPr lIns="90488" tIns="44450" rIns="90488" bIns="44450"/>
          <a:lstStyle/>
          <a:p>
            <a:pPr algn="ctr" eaLnBrk="1" hangingPunct="1"/>
            <a:r>
              <a:rPr lang="en-US" sz="2800" b="1" dirty="0">
                <a:effectLst/>
                <a:latin typeface="+mn-lt"/>
                <a:ea typeface="Times New Roman" panose="02020603050405020304" pitchFamily="18" charset="0"/>
                <a:cs typeface="Times New Roman" panose="02020603050405020304" pitchFamily="18" charset="0"/>
              </a:rPr>
              <a:t>Benefits of Kaizen Methodology</a:t>
            </a:r>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18" name="TextBox 17">
            <a:extLst>
              <a:ext uri="{FF2B5EF4-FFF2-40B4-BE49-F238E27FC236}">
                <a16:creationId xmlns:a16="http://schemas.microsoft.com/office/drawing/2014/main" id="{7E800FF3-4512-4CAE-93D4-CC164756268E}"/>
              </a:ext>
            </a:extLst>
          </p:cNvPr>
          <p:cNvSpPr txBox="1"/>
          <p:nvPr/>
        </p:nvSpPr>
        <p:spPr>
          <a:xfrm>
            <a:off x="0" y="451681"/>
            <a:ext cx="9144000" cy="6863417"/>
          </a:xfrm>
          <a:prstGeom prst="rect">
            <a:avLst/>
          </a:prstGeom>
          <a:noFill/>
        </p:spPr>
        <p:txBody>
          <a:bodyPr wrap="square">
            <a:spAutoFit/>
          </a:bodyPr>
          <a:lstStyle/>
          <a:p>
            <a:r>
              <a:rPr lang="en-US" sz="2000" dirty="0">
                <a:latin typeface="+mn-lt"/>
              </a:rPr>
              <a:t>I</a:t>
            </a:r>
            <a:r>
              <a:rPr lang="en-US" sz="2000" b="1" dirty="0">
                <a:latin typeface="+mn-lt"/>
              </a:rPr>
              <a:t>mproved Productivity</a:t>
            </a:r>
            <a:r>
              <a:rPr lang="en-US" sz="2000" dirty="0">
                <a:latin typeface="+mn-lt"/>
              </a:rPr>
              <a:t> – Lean methodologies always focus on waste.  And waste is identified as anything that does not add value for the customer.  This may include collecting useless data, unnecessary movement due to inefficient tool and equipment setup, idle time created by staging, WIP and caterpillar effect upstream processes and others.  By identifying root cause and by crafting a solution that eliminates these and other forms of waste, productivity is increased, and the process of ‘work’ only includes those value steps that benefit the customer.</a:t>
            </a:r>
          </a:p>
          <a:p>
            <a:r>
              <a:rPr lang="en-US" sz="2000" b="1" dirty="0">
                <a:latin typeface="+mn-lt"/>
              </a:rPr>
              <a:t>Reduced Defects and Improved Quality </a:t>
            </a:r>
            <a:r>
              <a:rPr lang="en-US" sz="2000" dirty="0">
                <a:latin typeface="+mn-lt"/>
              </a:rPr>
              <a:t>– A high level of defects points to the likelihood of broken processes.  Because rework is costly in terms of labor, material and missed deliveries, kaizen can work towards an environment of getting it right the first time.  Kaizen can build in problem solving and techniques that help identify root causes to problems.  Once this is identified, the process can be changed to eliminate the cause of errors.</a:t>
            </a:r>
          </a:p>
          <a:p>
            <a:r>
              <a:rPr lang="en-US" sz="2000" b="1" dirty="0">
                <a:latin typeface="+mn-lt"/>
              </a:rPr>
              <a:t>Improved Competitive Advantage</a:t>
            </a:r>
            <a:r>
              <a:rPr lang="en-US" sz="2000" dirty="0">
                <a:latin typeface="+mn-lt"/>
              </a:rPr>
              <a:t> – With higher productivity, fewer defects and ongoing continued improvement, a company’s competitive advantage will improve.  This also has a multiplier effect because as the staff become more skilled in teamwork and application of kaizen methodology, they become more skilled at their jobs overall.  The process of continued improvement does not end after the achievement of goals.  Rather, it is ‘re-invested’ in the team who now move forward with sharpening and honing processes even further and in innovating new processes as they go.  These benefits cumulatively improve a company’s competitive advantage..</a:t>
            </a:r>
          </a:p>
          <a:p>
            <a:endParaRPr lang="en-US" sz="2000" dirty="0">
              <a:latin typeface="+mn-lt"/>
            </a:endParaRPr>
          </a:p>
        </p:txBody>
      </p:sp>
    </p:spTree>
    <p:extLst>
      <p:ext uri="{BB962C8B-B14F-4D97-AF65-F5344CB8AC3E}">
        <p14:creationId xmlns:p14="http://schemas.microsoft.com/office/powerpoint/2010/main" val="2686031692"/>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914496" y="90"/>
            <a:ext cx="7848394" cy="609584"/>
          </a:xfrm>
        </p:spPr>
        <p:txBody>
          <a:bodyPr lIns="90488" tIns="44450" rIns="90488" bIns="44450"/>
          <a:lstStyle/>
          <a:p>
            <a:pPr algn="ctr" eaLnBrk="1" hangingPunct="1"/>
            <a:r>
              <a:rPr lang="en-US" sz="2800" b="1" dirty="0">
                <a:effectLst/>
                <a:latin typeface="+mn-lt"/>
                <a:ea typeface="Times New Roman" panose="02020603050405020304" pitchFamily="18" charset="0"/>
                <a:cs typeface="Times New Roman" panose="02020603050405020304" pitchFamily="18" charset="0"/>
              </a:rPr>
              <a:t>Kaizen Cycle for Continuous Improvement</a:t>
            </a:r>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3" name="Picture 2">
            <a:extLst>
              <a:ext uri="{FF2B5EF4-FFF2-40B4-BE49-F238E27FC236}">
                <a16:creationId xmlns:a16="http://schemas.microsoft.com/office/drawing/2014/main" id="{71D600E5-F5C1-485A-B781-A5AEFEEA4B25}"/>
              </a:ext>
            </a:extLst>
          </p:cNvPr>
          <p:cNvPicPr>
            <a:picLocks noChangeAspect="1"/>
          </p:cNvPicPr>
          <p:nvPr/>
        </p:nvPicPr>
        <p:blipFill>
          <a:blip r:embed="rId3"/>
          <a:stretch>
            <a:fillRect/>
          </a:stretch>
        </p:blipFill>
        <p:spPr>
          <a:xfrm>
            <a:off x="1371684" y="602835"/>
            <a:ext cx="6629226" cy="6034118"/>
          </a:xfrm>
          <a:prstGeom prst="rect">
            <a:avLst/>
          </a:prstGeom>
        </p:spPr>
      </p:pic>
    </p:spTree>
    <p:extLst>
      <p:ext uri="{BB962C8B-B14F-4D97-AF65-F5344CB8AC3E}">
        <p14:creationId xmlns:p14="http://schemas.microsoft.com/office/powerpoint/2010/main" val="899997569"/>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914496" y="90"/>
            <a:ext cx="7848394" cy="609584"/>
          </a:xfrm>
        </p:spPr>
        <p:txBody>
          <a:bodyPr lIns="90488" tIns="44450" rIns="90488" bIns="44450"/>
          <a:lstStyle/>
          <a:p>
            <a:pPr algn="ctr" eaLnBrk="1" hangingPunct="1"/>
            <a:r>
              <a:rPr lang="en-US" sz="2800" b="1" dirty="0">
                <a:effectLst/>
                <a:latin typeface="+mn-lt"/>
                <a:ea typeface="Times New Roman" panose="02020603050405020304" pitchFamily="18" charset="0"/>
                <a:cs typeface="Times New Roman" panose="02020603050405020304" pitchFamily="18" charset="0"/>
              </a:rPr>
              <a:t>Kaizen Cycle for Continuous Improvement</a:t>
            </a:r>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21" name="TextBox 20">
            <a:extLst>
              <a:ext uri="{FF2B5EF4-FFF2-40B4-BE49-F238E27FC236}">
                <a16:creationId xmlns:a16="http://schemas.microsoft.com/office/drawing/2014/main" id="{1E392D55-5D87-4EB9-8CF2-9F19971FB02B}"/>
              </a:ext>
            </a:extLst>
          </p:cNvPr>
          <p:cNvSpPr txBox="1"/>
          <p:nvPr/>
        </p:nvSpPr>
        <p:spPr>
          <a:xfrm>
            <a:off x="120" y="533476"/>
            <a:ext cx="9144000" cy="5324535"/>
          </a:xfrm>
          <a:prstGeom prst="rect">
            <a:avLst/>
          </a:prstGeom>
          <a:noFill/>
        </p:spPr>
        <p:txBody>
          <a:bodyPr wrap="square">
            <a:spAutoFit/>
          </a:bodyPr>
          <a:lstStyle/>
          <a:p>
            <a:r>
              <a:rPr lang="en-US" sz="2000" b="1" dirty="0">
                <a:latin typeface="+mn-lt"/>
              </a:rPr>
              <a:t>Get employees involved</a:t>
            </a:r>
            <a:r>
              <a:rPr lang="en-US" sz="2000" dirty="0">
                <a:latin typeface="+mn-lt"/>
              </a:rPr>
              <a:t>. Seek the involvement of employees, including gathering their help in identifying issues and problems. Doing so creates buy-in for change. Often, this is organized as specific groups of individuals charged with gathering and relaying information from a wider group of employees.</a:t>
            </a:r>
          </a:p>
          <a:p>
            <a:r>
              <a:rPr lang="en-US" sz="2000" b="1" dirty="0">
                <a:latin typeface="+mn-lt"/>
              </a:rPr>
              <a:t>Find problems.</a:t>
            </a:r>
            <a:r>
              <a:rPr lang="en-US" sz="2000" dirty="0">
                <a:latin typeface="+mn-lt"/>
              </a:rPr>
              <a:t> Using widespread feedback from all employees, gather a list of problems and potential opportunities. Create a list if there are many issues.</a:t>
            </a:r>
          </a:p>
          <a:p>
            <a:r>
              <a:rPr lang="en-US" sz="2000" b="1" dirty="0">
                <a:latin typeface="+mn-lt"/>
              </a:rPr>
              <a:t>Create a solution</a:t>
            </a:r>
            <a:r>
              <a:rPr lang="en-US" sz="2000" dirty="0">
                <a:latin typeface="+mn-lt"/>
              </a:rPr>
              <a:t>. Encourage employees to offer creative solutions, with all manner of ideas encouraged. Pick a winning solution or solutions from the ideas presented.</a:t>
            </a:r>
          </a:p>
          <a:p>
            <a:r>
              <a:rPr lang="en-US" sz="2000" b="1" dirty="0">
                <a:latin typeface="+mn-lt"/>
              </a:rPr>
              <a:t>Test the solution.</a:t>
            </a:r>
            <a:r>
              <a:rPr lang="en-US" sz="2000" dirty="0">
                <a:latin typeface="+mn-lt"/>
              </a:rPr>
              <a:t> Implement the winning solution chosen above, with everyone participating in the rollout. Create pilot programs or take other small steps to test out the solution.</a:t>
            </a:r>
          </a:p>
          <a:p>
            <a:r>
              <a:rPr lang="en-US" sz="2000" b="1" dirty="0">
                <a:latin typeface="+mn-lt"/>
              </a:rPr>
              <a:t>Analyze the results.</a:t>
            </a:r>
            <a:r>
              <a:rPr lang="en-US" sz="2000" dirty="0">
                <a:latin typeface="+mn-lt"/>
              </a:rPr>
              <a:t> At various intervals, check progress, with specific plans for who will be the point of contact and how best to keep ground-level workers engaged. Determine how successful the change has been.</a:t>
            </a:r>
          </a:p>
          <a:p>
            <a:r>
              <a:rPr lang="en-US" sz="2000" b="1" dirty="0">
                <a:latin typeface="+mn-lt"/>
              </a:rPr>
              <a:t>Standardize.</a:t>
            </a:r>
            <a:r>
              <a:rPr lang="en-US" sz="2000" dirty="0">
                <a:latin typeface="+mn-lt"/>
              </a:rPr>
              <a:t> If results are positive, adopt the solution throughout the organization.</a:t>
            </a:r>
          </a:p>
          <a:p>
            <a:r>
              <a:rPr lang="en-US" sz="2000" b="1" dirty="0">
                <a:latin typeface="+mn-lt"/>
              </a:rPr>
              <a:t>Repeat. </a:t>
            </a:r>
            <a:r>
              <a:rPr lang="en-US" sz="2000" dirty="0">
                <a:latin typeface="+mn-lt"/>
              </a:rPr>
              <a:t>These seven steps should be repeated on an ongoing basis, with new solutions tested where appropriate or new lists of problems tackled.</a:t>
            </a:r>
          </a:p>
        </p:txBody>
      </p:sp>
    </p:spTree>
    <p:extLst>
      <p:ext uri="{BB962C8B-B14F-4D97-AF65-F5344CB8AC3E}">
        <p14:creationId xmlns:p14="http://schemas.microsoft.com/office/powerpoint/2010/main" val="2727906841"/>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914496" y="90"/>
            <a:ext cx="7848394" cy="609584"/>
          </a:xfrm>
        </p:spPr>
        <p:txBody>
          <a:bodyPr lIns="90488" tIns="44450" rIns="90488" bIns="44450"/>
          <a:lstStyle/>
          <a:p>
            <a:pPr algn="ctr" eaLnBrk="1" hangingPunct="1"/>
            <a:r>
              <a:rPr lang="en-US" sz="2800" b="1" dirty="0">
                <a:effectLst/>
                <a:latin typeface="+mn-lt"/>
                <a:ea typeface="Times New Roman" panose="02020603050405020304" pitchFamily="18" charset="0"/>
                <a:cs typeface="Times New Roman" panose="02020603050405020304" pitchFamily="18" charset="0"/>
              </a:rPr>
              <a:t>Kaizen Cycle for Continuous Improvement</a:t>
            </a:r>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18" name="Picture 17">
            <a:extLst>
              <a:ext uri="{FF2B5EF4-FFF2-40B4-BE49-F238E27FC236}">
                <a16:creationId xmlns:a16="http://schemas.microsoft.com/office/drawing/2014/main" id="{9D968DB6-8652-4895-8913-7FF90F6BF0A4}"/>
              </a:ext>
            </a:extLst>
          </p:cNvPr>
          <p:cNvPicPr/>
          <p:nvPr/>
        </p:nvPicPr>
        <p:blipFill>
          <a:blip r:embed="rId3"/>
          <a:stretch>
            <a:fillRect/>
          </a:stretch>
        </p:blipFill>
        <p:spPr>
          <a:xfrm>
            <a:off x="1143090" y="533476"/>
            <a:ext cx="6324434" cy="4114692"/>
          </a:xfrm>
          <a:prstGeom prst="rect">
            <a:avLst/>
          </a:prstGeom>
          <a:noFill/>
          <a:ln>
            <a:noFill/>
          </a:ln>
        </p:spPr>
      </p:pic>
      <p:sp>
        <p:nvSpPr>
          <p:cNvPr id="19" name="TextBox 18">
            <a:extLst>
              <a:ext uri="{FF2B5EF4-FFF2-40B4-BE49-F238E27FC236}">
                <a16:creationId xmlns:a16="http://schemas.microsoft.com/office/drawing/2014/main" id="{89BA4095-6D85-4E39-9F1C-FFA618F0E7B3}"/>
              </a:ext>
            </a:extLst>
          </p:cNvPr>
          <p:cNvSpPr txBox="1"/>
          <p:nvPr/>
        </p:nvSpPr>
        <p:spPr>
          <a:xfrm>
            <a:off x="120" y="4800564"/>
            <a:ext cx="9144000" cy="1631216"/>
          </a:xfrm>
          <a:prstGeom prst="rect">
            <a:avLst/>
          </a:prstGeom>
          <a:noFill/>
        </p:spPr>
        <p:txBody>
          <a:bodyPr wrap="square">
            <a:spAutoFit/>
          </a:bodyPr>
          <a:lstStyle/>
          <a:p>
            <a:r>
              <a:rPr lang="en-US" sz="2000" b="1" dirty="0">
                <a:latin typeface="+mn-lt"/>
              </a:rPr>
              <a:t>KAIZEN- change for better (Learning is Continuous journey not the destination) through Retrospective</a:t>
            </a:r>
          </a:p>
          <a:p>
            <a:r>
              <a:rPr lang="en-US" sz="2000" b="1" dirty="0">
                <a:latin typeface="+mn-lt"/>
              </a:rPr>
              <a:t>• </a:t>
            </a:r>
            <a:r>
              <a:rPr lang="en-US" sz="2000" dirty="0">
                <a:latin typeface="+mn-lt"/>
              </a:rPr>
              <a:t>Continuous Improvement</a:t>
            </a:r>
          </a:p>
          <a:p>
            <a:r>
              <a:rPr lang="en-US" sz="2000" dirty="0">
                <a:latin typeface="+mn-lt"/>
              </a:rPr>
              <a:t>• Everyone is equally important for success,</a:t>
            </a:r>
          </a:p>
          <a:p>
            <a:r>
              <a:rPr lang="en-US" sz="2000" dirty="0">
                <a:latin typeface="+mn-lt"/>
              </a:rPr>
              <a:t>• Members are confident about offering suggestions</a:t>
            </a:r>
          </a:p>
        </p:txBody>
      </p:sp>
    </p:spTree>
    <p:extLst>
      <p:ext uri="{BB962C8B-B14F-4D97-AF65-F5344CB8AC3E}">
        <p14:creationId xmlns:p14="http://schemas.microsoft.com/office/powerpoint/2010/main" val="4272738663"/>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914496" y="90"/>
            <a:ext cx="7848394" cy="609584"/>
          </a:xfrm>
        </p:spPr>
        <p:txBody>
          <a:bodyPr lIns="90488" tIns="44450" rIns="90488" bIns="44450"/>
          <a:lstStyle/>
          <a:p>
            <a:pPr algn="ctr" eaLnBrk="1" hangingPunct="1"/>
            <a:r>
              <a:rPr lang="en-US" sz="2800" b="1" dirty="0">
                <a:effectLst/>
                <a:latin typeface="+mn-lt"/>
                <a:ea typeface="Times New Roman" panose="02020603050405020304" pitchFamily="18" charset="0"/>
                <a:cs typeface="Times New Roman" panose="02020603050405020304" pitchFamily="18" charset="0"/>
              </a:rPr>
              <a:t>Kanban</a:t>
            </a:r>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19" name="TextBox 18">
            <a:extLst>
              <a:ext uri="{FF2B5EF4-FFF2-40B4-BE49-F238E27FC236}">
                <a16:creationId xmlns:a16="http://schemas.microsoft.com/office/drawing/2014/main" id="{120FEF9B-FFC8-4D4F-8190-70FF1721B64E}"/>
              </a:ext>
            </a:extLst>
          </p:cNvPr>
          <p:cNvSpPr txBox="1"/>
          <p:nvPr/>
        </p:nvSpPr>
        <p:spPr>
          <a:xfrm>
            <a:off x="0" y="1014540"/>
            <a:ext cx="9144000" cy="3252638"/>
          </a:xfrm>
          <a:prstGeom prst="rect">
            <a:avLst/>
          </a:prstGeom>
          <a:noFill/>
        </p:spPr>
        <p:txBody>
          <a:bodyPr wrap="square">
            <a:spAutoFit/>
          </a:bodyPr>
          <a:lstStyle/>
          <a:p>
            <a:r>
              <a:rPr lang="en-US" sz="2000" dirty="0">
                <a:latin typeface="+mn-lt"/>
              </a:rPr>
              <a:t>A kanban board is an agile project management tool designed to help visualize work, limit work-in-progress, and maximize efficiency (or flow). It can help both agile and DevOps teams establish order in their daily work. Kanban boards use cards, columns, and continuous improvement to help technology and service teams commit to the right amount of work, and get it done!</a:t>
            </a:r>
          </a:p>
          <a:p>
            <a:endParaRPr lang="en-US" sz="2000" dirty="0">
              <a:latin typeface="+mn-lt"/>
            </a:endParaRPr>
          </a:p>
          <a:p>
            <a:r>
              <a:rPr lang="en-US" sz="2000" dirty="0">
                <a:latin typeface="+mn-lt"/>
              </a:rPr>
              <a:t>Kanban, is a lean software development methodology for managing the creation of products that focuses on just-in-time delivery of functionality and managing the amount of work in progress (WIP). Making checklists is simple. It keeps us focused on the next step and not the bigger picture.</a:t>
            </a:r>
          </a:p>
        </p:txBody>
      </p:sp>
      <p:pic>
        <p:nvPicPr>
          <p:cNvPr id="4" name="Picture 3">
            <a:extLst>
              <a:ext uri="{FF2B5EF4-FFF2-40B4-BE49-F238E27FC236}">
                <a16:creationId xmlns:a16="http://schemas.microsoft.com/office/drawing/2014/main" id="{2507E533-3104-4B58-A7B3-6ABAA1ED0652}"/>
              </a:ext>
            </a:extLst>
          </p:cNvPr>
          <p:cNvPicPr>
            <a:picLocks noChangeAspect="1"/>
          </p:cNvPicPr>
          <p:nvPr/>
        </p:nvPicPr>
        <p:blipFill>
          <a:blip r:embed="rId3"/>
          <a:stretch>
            <a:fillRect/>
          </a:stretch>
        </p:blipFill>
        <p:spPr>
          <a:xfrm>
            <a:off x="76317" y="4140525"/>
            <a:ext cx="8686573" cy="2039046"/>
          </a:xfrm>
          <a:prstGeom prst="rect">
            <a:avLst/>
          </a:prstGeom>
        </p:spPr>
      </p:pic>
    </p:spTree>
    <p:extLst>
      <p:ext uri="{BB962C8B-B14F-4D97-AF65-F5344CB8AC3E}">
        <p14:creationId xmlns:p14="http://schemas.microsoft.com/office/powerpoint/2010/main" val="2530829792"/>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914496" y="90"/>
            <a:ext cx="7848394" cy="609584"/>
          </a:xfrm>
        </p:spPr>
        <p:txBody>
          <a:bodyPr lIns="90488" tIns="44450" rIns="90488" bIns="44450"/>
          <a:lstStyle/>
          <a:p>
            <a:pPr algn="ctr" eaLnBrk="1" hangingPunct="1"/>
            <a:r>
              <a:rPr lang="en-US" sz="2800" b="1" dirty="0">
                <a:effectLst/>
                <a:latin typeface="+mn-lt"/>
                <a:ea typeface="Times New Roman" panose="02020603050405020304" pitchFamily="18" charset="0"/>
                <a:cs typeface="Times New Roman" panose="02020603050405020304" pitchFamily="18" charset="0"/>
              </a:rPr>
              <a:t>Kanban Principles-Visualize workflow</a:t>
            </a:r>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7" name="Picture 6">
            <a:extLst>
              <a:ext uri="{FF2B5EF4-FFF2-40B4-BE49-F238E27FC236}">
                <a16:creationId xmlns:a16="http://schemas.microsoft.com/office/drawing/2014/main" id="{6BE45B1A-4923-4D57-87C2-9A00590CB01C}"/>
              </a:ext>
            </a:extLst>
          </p:cNvPr>
          <p:cNvPicPr>
            <a:picLocks noChangeAspect="1"/>
          </p:cNvPicPr>
          <p:nvPr/>
        </p:nvPicPr>
        <p:blipFill>
          <a:blip r:embed="rId3"/>
          <a:stretch>
            <a:fillRect/>
          </a:stretch>
        </p:blipFill>
        <p:spPr>
          <a:xfrm>
            <a:off x="1643062" y="1371654"/>
            <a:ext cx="5857875" cy="4038600"/>
          </a:xfrm>
          <a:prstGeom prst="rect">
            <a:avLst/>
          </a:prstGeom>
        </p:spPr>
      </p:pic>
    </p:spTree>
    <p:extLst>
      <p:ext uri="{BB962C8B-B14F-4D97-AF65-F5344CB8AC3E}">
        <p14:creationId xmlns:p14="http://schemas.microsoft.com/office/powerpoint/2010/main" val="3690531800"/>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914496" y="90"/>
            <a:ext cx="7848394" cy="609584"/>
          </a:xfrm>
        </p:spPr>
        <p:txBody>
          <a:bodyPr lIns="90488" tIns="44450" rIns="90488" bIns="44450"/>
          <a:lstStyle/>
          <a:p>
            <a:pPr algn="ctr" eaLnBrk="1" hangingPunct="1"/>
            <a:r>
              <a:rPr lang="en-US" sz="2800" b="1" dirty="0">
                <a:effectLst/>
                <a:latin typeface="+mn-lt"/>
                <a:ea typeface="Times New Roman" panose="02020603050405020304" pitchFamily="18" charset="0"/>
                <a:cs typeface="Times New Roman" panose="02020603050405020304" pitchFamily="18" charset="0"/>
              </a:rPr>
              <a:t>Kanban Principles-Visualize workflow</a:t>
            </a:r>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4" name="Picture 3">
            <a:extLst>
              <a:ext uri="{FF2B5EF4-FFF2-40B4-BE49-F238E27FC236}">
                <a16:creationId xmlns:a16="http://schemas.microsoft.com/office/drawing/2014/main" id="{CB0DE650-D867-4149-9283-3CC41F694C48}"/>
              </a:ext>
            </a:extLst>
          </p:cNvPr>
          <p:cNvPicPr>
            <a:picLocks noChangeAspect="1"/>
          </p:cNvPicPr>
          <p:nvPr/>
        </p:nvPicPr>
        <p:blipFill>
          <a:blip r:embed="rId3"/>
          <a:stretch>
            <a:fillRect/>
          </a:stretch>
        </p:blipFill>
        <p:spPr>
          <a:xfrm>
            <a:off x="2047875" y="1695398"/>
            <a:ext cx="5048250" cy="3714750"/>
          </a:xfrm>
          <a:prstGeom prst="rect">
            <a:avLst/>
          </a:prstGeom>
        </p:spPr>
      </p:pic>
    </p:spTree>
    <p:extLst>
      <p:ext uri="{BB962C8B-B14F-4D97-AF65-F5344CB8AC3E}">
        <p14:creationId xmlns:p14="http://schemas.microsoft.com/office/powerpoint/2010/main" val="2207767269"/>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914496" y="90"/>
            <a:ext cx="7848394" cy="609584"/>
          </a:xfrm>
        </p:spPr>
        <p:txBody>
          <a:bodyPr lIns="90488" tIns="44450" rIns="90488" bIns="44450"/>
          <a:lstStyle/>
          <a:p>
            <a:pPr algn="ctr" eaLnBrk="1" hangingPunct="1"/>
            <a:r>
              <a:rPr lang="en-US" sz="2800" b="1" dirty="0">
                <a:effectLst/>
                <a:latin typeface="+mn-lt"/>
                <a:ea typeface="Times New Roman" panose="02020603050405020304" pitchFamily="18" charset="0"/>
                <a:cs typeface="Times New Roman" panose="02020603050405020304" pitchFamily="18" charset="0"/>
              </a:rPr>
              <a:t>Kanban Principles-Visualize workflow</a:t>
            </a:r>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20" name="TextBox 19">
            <a:extLst>
              <a:ext uri="{FF2B5EF4-FFF2-40B4-BE49-F238E27FC236}">
                <a16:creationId xmlns:a16="http://schemas.microsoft.com/office/drawing/2014/main" id="{69C05C61-191C-40CB-A428-3B0E336E1132}"/>
              </a:ext>
            </a:extLst>
          </p:cNvPr>
          <p:cNvSpPr txBox="1"/>
          <p:nvPr/>
        </p:nvSpPr>
        <p:spPr>
          <a:xfrm>
            <a:off x="0" y="1143061"/>
            <a:ext cx="9144000" cy="3477875"/>
          </a:xfrm>
          <a:prstGeom prst="rect">
            <a:avLst/>
          </a:prstGeom>
          <a:noFill/>
        </p:spPr>
        <p:txBody>
          <a:bodyPr wrap="square">
            <a:spAutoFit/>
          </a:bodyPr>
          <a:lstStyle/>
          <a:p>
            <a:r>
              <a:rPr lang="en-US" sz="2000" dirty="0">
                <a:latin typeface="+mn-lt"/>
              </a:rPr>
              <a:t>Visualize your work on a board with cards to represent user stories (work) in your product backlog (inventory). Use colours to represent the theme of your user stories. For a simple Kanban board, label one column “TO-DO” and another “DONE”. Label columns in between “TO-DO” and “DONE” to represent either the type of work or whoever is responsible for undertaking it. Split these columns into two and label “Doing” and “Done”. Place the cards into columns depending on their workflow status. Doing this enables the whole team to view work in progress, work that has been completed and work to be started next. As work gets completed, move your cards from left to right.</a:t>
            </a:r>
          </a:p>
          <a:p>
            <a:endParaRPr lang="en-US" sz="2000" dirty="0">
              <a:latin typeface="+mn-lt"/>
            </a:endParaRPr>
          </a:p>
          <a:p>
            <a:r>
              <a:rPr lang="en-US" sz="2000" b="1" dirty="0">
                <a:latin typeface="+mn-lt"/>
              </a:rPr>
              <a:t>Top tip: </a:t>
            </a:r>
            <a:r>
              <a:rPr lang="en-US" sz="2000" dirty="0">
                <a:latin typeface="+mn-lt"/>
              </a:rPr>
              <a:t>Keep your column labels simple and intuitive.</a:t>
            </a:r>
          </a:p>
        </p:txBody>
      </p:sp>
    </p:spTree>
    <p:extLst>
      <p:ext uri="{BB962C8B-B14F-4D97-AF65-F5344CB8AC3E}">
        <p14:creationId xmlns:p14="http://schemas.microsoft.com/office/powerpoint/2010/main" val="205805632"/>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685800" y="152400"/>
            <a:ext cx="8458200" cy="762066"/>
          </a:xfrm>
        </p:spPr>
        <p:txBody>
          <a:bodyPr lIns="90488" tIns="44450" rIns="90488" bIns="44450"/>
          <a:lstStyle/>
          <a:p>
            <a:pPr algn="ctr" eaLnBrk="1" hangingPunct="1"/>
            <a:r>
              <a:rPr lang="en-US" sz="2800" b="1" dirty="0">
                <a:effectLst/>
                <a:latin typeface="+mn-lt"/>
                <a:ea typeface="Times New Roman" panose="02020603050405020304" pitchFamily="18" charset="0"/>
                <a:cs typeface="Times New Roman" panose="02020603050405020304" pitchFamily="18" charset="0"/>
              </a:rPr>
              <a:t>Kanban Principles-</a:t>
            </a:r>
            <a:br>
              <a:rPr lang="en-US" sz="2800" b="1" dirty="0">
                <a:effectLst/>
                <a:latin typeface="+mn-lt"/>
                <a:ea typeface="Times New Roman" panose="02020603050405020304" pitchFamily="18" charset="0"/>
                <a:cs typeface="Times New Roman" panose="02020603050405020304" pitchFamily="18" charset="0"/>
              </a:rPr>
            </a:br>
            <a:r>
              <a:rPr lang="en-US" sz="2800" b="1" dirty="0">
                <a:effectLst/>
                <a:latin typeface="+mn-lt"/>
                <a:ea typeface="Times New Roman" panose="02020603050405020304" pitchFamily="18" charset="0"/>
                <a:cs typeface="Times New Roman" panose="02020603050405020304" pitchFamily="18" charset="0"/>
              </a:rPr>
              <a:t>Limit work in progress (WIP)</a:t>
            </a:r>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3" name="Picture 2">
            <a:extLst>
              <a:ext uri="{FF2B5EF4-FFF2-40B4-BE49-F238E27FC236}">
                <a16:creationId xmlns:a16="http://schemas.microsoft.com/office/drawing/2014/main" id="{9200006A-85A7-47FC-9DFC-7EB42A9D6B91}"/>
              </a:ext>
            </a:extLst>
          </p:cNvPr>
          <p:cNvPicPr>
            <a:picLocks noChangeAspect="1"/>
          </p:cNvPicPr>
          <p:nvPr/>
        </p:nvPicPr>
        <p:blipFill>
          <a:blip r:embed="rId3"/>
          <a:stretch>
            <a:fillRect/>
          </a:stretch>
        </p:blipFill>
        <p:spPr>
          <a:xfrm>
            <a:off x="1733550" y="1414462"/>
            <a:ext cx="5676900" cy="4029075"/>
          </a:xfrm>
          <a:prstGeom prst="rect">
            <a:avLst/>
          </a:prstGeom>
        </p:spPr>
      </p:pic>
    </p:spTree>
    <p:extLst>
      <p:ext uri="{BB962C8B-B14F-4D97-AF65-F5344CB8AC3E}">
        <p14:creationId xmlns:p14="http://schemas.microsoft.com/office/powerpoint/2010/main" val="481230621"/>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685800" y="152400"/>
            <a:ext cx="8458200" cy="762066"/>
          </a:xfrm>
        </p:spPr>
        <p:txBody>
          <a:bodyPr lIns="90488" tIns="44450" rIns="90488" bIns="44450"/>
          <a:lstStyle/>
          <a:p>
            <a:pPr algn="ctr" eaLnBrk="1" hangingPunct="1"/>
            <a:r>
              <a:rPr lang="en-US" sz="2800" b="1" dirty="0">
                <a:effectLst/>
                <a:latin typeface="+mn-lt"/>
                <a:ea typeface="Times New Roman" panose="02020603050405020304" pitchFamily="18" charset="0"/>
                <a:cs typeface="Times New Roman" panose="02020603050405020304" pitchFamily="18" charset="0"/>
              </a:rPr>
              <a:t>Kanban Principles-</a:t>
            </a:r>
            <a:br>
              <a:rPr lang="en-US" sz="2800" b="1" dirty="0">
                <a:effectLst/>
                <a:latin typeface="+mn-lt"/>
                <a:ea typeface="Times New Roman" panose="02020603050405020304" pitchFamily="18" charset="0"/>
                <a:cs typeface="Times New Roman" panose="02020603050405020304" pitchFamily="18" charset="0"/>
              </a:rPr>
            </a:br>
            <a:r>
              <a:rPr lang="en-US" sz="2800" b="1" dirty="0">
                <a:effectLst/>
                <a:latin typeface="+mn-lt"/>
                <a:ea typeface="Times New Roman" panose="02020603050405020304" pitchFamily="18" charset="0"/>
                <a:cs typeface="Times New Roman" panose="02020603050405020304" pitchFamily="18" charset="0"/>
              </a:rPr>
              <a:t>Limit work in progress (WIP)</a:t>
            </a:r>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4" name="Picture 3">
            <a:extLst>
              <a:ext uri="{FF2B5EF4-FFF2-40B4-BE49-F238E27FC236}">
                <a16:creationId xmlns:a16="http://schemas.microsoft.com/office/drawing/2014/main" id="{093234B3-0C75-4196-89AA-9D689249D30C}"/>
              </a:ext>
            </a:extLst>
          </p:cNvPr>
          <p:cNvPicPr>
            <a:picLocks noChangeAspect="1"/>
          </p:cNvPicPr>
          <p:nvPr/>
        </p:nvPicPr>
        <p:blipFill>
          <a:blip r:embed="rId3"/>
          <a:stretch>
            <a:fillRect/>
          </a:stretch>
        </p:blipFill>
        <p:spPr>
          <a:xfrm>
            <a:off x="2000250" y="1538287"/>
            <a:ext cx="5143500" cy="3781425"/>
          </a:xfrm>
          <a:prstGeom prst="rect">
            <a:avLst/>
          </a:prstGeom>
        </p:spPr>
      </p:pic>
    </p:spTree>
    <p:extLst>
      <p:ext uri="{BB962C8B-B14F-4D97-AF65-F5344CB8AC3E}">
        <p14:creationId xmlns:p14="http://schemas.microsoft.com/office/powerpoint/2010/main" val="1304674804"/>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685800" y="152400"/>
            <a:ext cx="8458200" cy="762066"/>
          </a:xfrm>
        </p:spPr>
        <p:txBody>
          <a:bodyPr lIns="90488" tIns="44450" rIns="90488" bIns="44450"/>
          <a:lstStyle/>
          <a:p>
            <a:pPr algn="ctr" eaLnBrk="1" hangingPunct="1"/>
            <a:r>
              <a:rPr lang="en-US" sz="2800" b="1" dirty="0">
                <a:effectLst/>
                <a:latin typeface="+mn-lt"/>
                <a:ea typeface="Times New Roman" panose="02020603050405020304" pitchFamily="18" charset="0"/>
                <a:cs typeface="Times New Roman" panose="02020603050405020304" pitchFamily="18" charset="0"/>
              </a:rPr>
              <a:t>Kanban Principles-</a:t>
            </a:r>
            <a:br>
              <a:rPr lang="en-US" sz="2800" b="1" dirty="0">
                <a:effectLst/>
                <a:latin typeface="+mn-lt"/>
                <a:ea typeface="Times New Roman" panose="02020603050405020304" pitchFamily="18" charset="0"/>
                <a:cs typeface="Times New Roman" panose="02020603050405020304" pitchFamily="18" charset="0"/>
              </a:rPr>
            </a:br>
            <a:r>
              <a:rPr lang="en-US" sz="2800" b="1" dirty="0">
                <a:effectLst/>
                <a:latin typeface="+mn-lt"/>
                <a:ea typeface="Times New Roman" panose="02020603050405020304" pitchFamily="18" charset="0"/>
                <a:cs typeface="Times New Roman" panose="02020603050405020304" pitchFamily="18" charset="0"/>
              </a:rPr>
              <a:t>Limit work in progress (WIP)</a:t>
            </a:r>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19" name="TextBox 18">
            <a:extLst>
              <a:ext uri="{FF2B5EF4-FFF2-40B4-BE49-F238E27FC236}">
                <a16:creationId xmlns:a16="http://schemas.microsoft.com/office/drawing/2014/main" id="{B1E8975D-D2E3-42AE-A4F5-71AAFD5A1474}"/>
              </a:ext>
            </a:extLst>
          </p:cNvPr>
          <p:cNvSpPr txBox="1"/>
          <p:nvPr/>
        </p:nvSpPr>
        <p:spPr>
          <a:xfrm>
            <a:off x="0" y="1172997"/>
            <a:ext cx="9144000" cy="4770537"/>
          </a:xfrm>
          <a:prstGeom prst="rect">
            <a:avLst/>
          </a:prstGeom>
          <a:noFill/>
        </p:spPr>
        <p:txBody>
          <a:bodyPr wrap="square">
            <a:spAutoFit/>
          </a:bodyPr>
          <a:lstStyle/>
          <a:p>
            <a:r>
              <a:rPr lang="en-US" sz="2000" dirty="0">
                <a:latin typeface="+mn-lt"/>
              </a:rPr>
              <a:t>Set a limit on how much work can be in progress at one time in each column. In other words, how many cards can be in each column at a given time. This ensures that cards are moving smoothly across the board as and when the team are ready for them.</a:t>
            </a:r>
          </a:p>
          <a:p>
            <a:endParaRPr lang="en-US" sz="2000" dirty="0">
              <a:latin typeface="+mn-lt"/>
            </a:endParaRPr>
          </a:p>
          <a:p>
            <a:r>
              <a:rPr lang="en-US" sz="2000" dirty="0">
                <a:latin typeface="+mn-lt"/>
              </a:rPr>
              <a:t>Do the top priority work first</a:t>
            </a:r>
          </a:p>
          <a:p>
            <a:r>
              <a:rPr lang="en-US" sz="2000" dirty="0">
                <a:latin typeface="+mn-lt"/>
              </a:rPr>
              <a:t>Your “TO-DO” column should be filled with top priority work from your product backlog. When you have a space in your “TO-DO” column, you can fill it with another user story from your product backlog.</a:t>
            </a:r>
          </a:p>
          <a:p>
            <a:endParaRPr lang="en-US" sz="2000" dirty="0">
              <a:latin typeface="+mn-lt"/>
            </a:endParaRPr>
          </a:p>
          <a:p>
            <a:r>
              <a:rPr lang="en-US" sz="2000" dirty="0">
                <a:latin typeface="+mn-lt"/>
              </a:rPr>
              <a:t>By setting work in progress limits (WIP limits), the entire team can quickly see if there is a blockage and collaborate to fix it. Setting WIP limits eliminates multi-tasking, which is the ultimate productivity killer.</a:t>
            </a:r>
          </a:p>
          <a:p>
            <a:endParaRPr lang="en-US" sz="2000" dirty="0">
              <a:latin typeface="+mn-lt"/>
            </a:endParaRPr>
          </a:p>
          <a:p>
            <a:r>
              <a:rPr lang="en-US" sz="2000" b="1" dirty="0">
                <a:latin typeface="+mn-lt"/>
              </a:rPr>
              <a:t>Top tip: </a:t>
            </a:r>
            <a:r>
              <a:rPr lang="en-US" sz="2000" dirty="0">
                <a:latin typeface="+mn-lt"/>
              </a:rPr>
              <a:t>Teams can assist other teams when bottlenecks are identified, regardless of expertise</a:t>
            </a:r>
            <a:r>
              <a:rPr lang="en-US" dirty="0"/>
              <a:t>.</a:t>
            </a:r>
          </a:p>
        </p:txBody>
      </p:sp>
    </p:spTree>
    <p:extLst>
      <p:ext uri="{BB962C8B-B14F-4D97-AF65-F5344CB8AC3E}">
        <p14:creationId xmlns:p14="http://schemas.microsoft.com/office/powerpoint/2010/main" val="2662555099"/>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685800" y="152400"/>
            <a:ext cx="8458200" cy="762066"/>
          </a:xfrm>
        </p:spPr>
        <p:txBody>
          <a:bodyPr lIns="90488" tIns="44450" rIns="90488" bIns="44450"/>
          <a:lstStyle/>
          <a:p>
            <a:pPr algn="ctr" eaLnBrk="1" hangingPunct="1"/>
            <a:r>
              <a:rPr lang="en-US" sz="2800" b="1" dirty="0">
                <a:effectLst/>
                <a:latin typeface="+mn-lt"/>
                <a:ea typeface="Times New Roman" panose="02020603050405020304" pitchFamily="18" charset="0"/>
                <a:cs typeface="Times New Roman" panose="02020603050405020304" pitchFamily="18" charset="0"/>
              </a:rPr>
              <a:t>Kanban Principles-</a:t>
            </a:r>
            <a:br>
              <a:rPr lang="en-US" sz="2800" b="1" dirty="0">
                <a:effectLst/>
                <a:latin typeface="+mn-lt"/>
                <a:ea typeface="Times New Roman" panose="02020603050405020304" pitchFamily="18" charset="0"/>
                <a:cs typeface="Times New Roman" panose="02020603050405020304" pitchFamily="18" charset="0"/>
              </a:rPr>
            </a:br>
            <a:r>
              <a:rPr lang="en-US" sz="2800" b="1" dirty="0">
                <a:effectLst/>
                <a:latin typeface="+mn-lt"/>
                <a:ea typeface="Times New Roman" panose="02020603050405020304" pitchFamily="18" charset="0"/>
                <a:cs typeface="Times New Roman" panose="02020603050405020304" pitchFamily="18" charset="0"/>
              </a:rPr>
              <a:t>Focus on flow</a:t>
            </a:r>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5" name="Picture 4">
            <a:extLst>
              <a:ext uri="{FF2B5EF4-FFF2-40B4-BE49-F238E27FC236}">
                <a16:creationId xmlns:a16="http://schemas.microsoft.com/office/drawing/2014/main" id="{D63F660B-3BFF-49BE-9AD7-1568FCE872FB}"/>
              </a:ext>
            </a:extLst>
          </p:cNvPr>
          <p:cNvPicPr>
            <a:picLocks noChangeAspect="1"/>
          </p:cNvPicPr>
          <p:nvPr/>
        </p:nvPicPr>
        <p:blipFill>
          <a:blip r:embed="rId3"/>
          <a:stretch>
            <a:fillRect/>
          </a:stretch>
        </p:blipFill>
        <p:spPr>
          <a:xfrm>
            <a:off x="1800225" y="1447800"/>
            <a:ext cx="5543550" cy="3962400"/>
          </a:xfrm>
          <a:prstGeom prst="rect">
            <a:avLst/>
          </a:prstGeom>
        </p:spPr>
      </p:pic>
    </p:spTree>
    <p:extLst>
      <p:ext uri="{BB962C8B-B14F-4D97-AF65-F5344CB8AC3E}">
        <p14:creationId xmlns:p14="http://schemas.microsoft.com/office/powerpoint/2010/main" val="4280289329"/>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685800" y="152400"/>
            <a:ext cx="8458200" cy="762066"/>
          </a:xfrm>
        </p:spPr>
        <p:txBody>
          <a:bodyPr lIns="90488" tIns="44450" rIns="90488" bIns="44450"/>
          <a:lstStyle/>
          <a:p>
            <a:pPr algn="ctr" eaLnBrk="1" hangingPunct="1"/>
            <a:r>
              <a:rPr lang="en-US" sz="2800" b="1" dirty="0">
                <a:effectLst/>
                <a:latin typeface="+mn-lt"/>
                <a:ea typeface="Times New Roman" panose="02020603050405020304" pitchFamily="18" charset="0"/>
                <a:cs typeface="Times New Roman" panose="02020603050405020304" pitchFamily="18" charset="0"/>
              </a:rPr>
              <a:t>Kanban Principles-</a:t>
            </a:r>
            <a:br>
              <a:rPr lang="en-US" sz="2800" b="1" dirty="0">
                <a:effectLst/>
                <a:latin typeface="+mn-lt"/>
                <a:ea typeface="Times New Roman" panose="02020603050405020304" pitchFamily="18" charset="0"/>
                <a:cs typeface="Times New Roman" panose="02020603050405020304" pitchFamily="18" charset="0"/>
              </a:rPr>
            </a:br>
            <a:r>
              <a:rPr lang="en-US" sz="2800" b="1" dirty="0">
                <a:effectLst/>
                <a:latin typeface="+mn-lt"/>
                <a:ea typeface="Times New Roman" panose="02020603050405020304" pitchFamily="18" charset="0"/>
                <a:cs typeface="Times New Roman" panose="02020603050405020304" pitchFamily="18" charset="0"/>
              </a:rPr>
              <a:t>Focus on flow</a:t>
            </a:r>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3" name="Picture 2">
            <a:extLst>
              <a:ext uri="{FF2B5EF4-FFF2-40B4-BE49-F238E27FC236}">
                <a16:creationId xmlns:a16="http://schemas.microsoft.com/office/drawing/2014/main" id="{A4BB0257-B010-4DEE-9DDC-4B370B172C53}"/>
              </a:ext>
            </a:extLst>
          </p:cNvPr>
          <p:cNvPicPr>
            <a:picLocks noChangeAspect="1"/>
          </p:cNvPicPr>
          <p:nvPr/>
        </p:nvPicPr>
        <p:blipFill>
          <a:blip r:embed="rId3"/>
          <a:stretch>
            <a:fillRect/>
          </a:stretch>
        </p:blipFill>
        <p:spPr>
          <a:xfrm>
            <a:off x="2005012" y="1590675"/>
            <a:ext cx="5133975" cy="3676650"/>
          </a:xfrm>
          <a:prstGeom prst="rect">
            <a:avLst/>
          </a:prstGeom>
        </p:spPr>
      </p:pic>
    </p:spTree>
    <p:extLst>
      <p:ext uri="{BB962C8B-B14F-4D97-AF65-F5344CB8AC3E}">
        <p14:creationId xmlns:p14="http://schemas.microsoft.com/office/powerpoint/2010/main" val="3390755908"/>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685800" y="152400"/>
            <a:ext cx="8458200" cy="762066"/>
          </a:xfrm>
        </p:spPr>
        <p:txBody>
          <a:bodyPr lIns="90488" tIns="44450" rIns="90488" bIns="44450"/>
          <a:lstStyle/>
          <a:p>
            <a:pPr algn="ctr" eaLnBrk="1" hangingPunct="1"/>
            <a:r>
              <a:rPr lang="en-US" sz="2800" b="1" dirty="0">
                <a:effectLst/>
                <a:latin typeface="+mn-lt"/>
                <a:ea typeface="Times New Roman" panose="02020603050405020304" pitchFamily="18" charset="0"/>
                <a:cs typeface="Times New Roman" panose="02020603050405020304" pitchFamily="18" charset="0"/>
              </a:rPr>
              <a:t>Kanban Principles-</a:t>
            </a:r>
            <a:br>
              <a:rPr lang="en-US" sz="2800" b="1" dirty="0">
                <a:effectLst/>
                <a:latin typeface="+mn-lt"/>
                <a:ea typeface="Times New Roman" panose="02020603050405020304" pitchFamily="18" charset="0"/>
                <a:cs typeface="Times New Roman" panose="02020603050405020304" pitchFamily="18" charset="0"/>
              </a:rPr>
            </a:br>
            <a:r>
              <a:rPr lang="en-US" sz="2800" b="1" dirty="0">
                <a:effectLst/>
                <a:latin typeface="+mn-lt"/>
                <a:ea typeface="Times New Roman" panose="02020603050405020304" pitchFamily="18" charset="0"/>
                <a:cs typeface="Times New Roman" panose="02020603050405020304" pitchFamily="18" charset="0"/>
              </a:rPr>
              <a:t>Focus on flow</a:t>
            </a:r>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17" name="TextBox 16">
            <a:extLst>
              <a:ext uri="{FF2B5EF4-FFF2-40B4-BE49-F238E27FC236}">
                <a16:creationId xmlns:a16="http://schemas.microsoft.com/office/drawing/2014/main" id="{37B633D4-FCFE-450F-8593-8673C427DC66}"/>
              </a:ext>
            </a:extLst>
          </p:cNvPr>
          <p:cNvSpPr txBox="1"/>
          <p:nvPr/>
        </p:nvSpPr>
        <p:spPr>
          <a:xfrm>
            <a:off x="0" y="1172997"/>
            <a:ext cx="9144000" cy="4401205"/>
          </a:xfrm>
          <a:prstGeom prst="rect">
            <a:avLst/>
          </a:prstGeom>
          <a:noFill/>
        </p:spPr>
        <p:txBody>
          <a:bodyPr wrap="square">
            <a:spAutoFit/>
          </a:bodyPr>
          <a:lstStyle/>
          <a:p>
            <a:r>
              <a:rPr lang="en-US" sz="2000" dirty="0">
                <a:latin typeface="+mn-lt"/>
              </a:rPr>
              <a:t>By now, your work should flow freely through the Kanban system. It might even feel very easy! Make sure that you keep a lookout for any interruptions in flow and use these as opportunities for improvement. Workflow should run smoothly and not stop and start. Choose some flow metrics to track and analyze them. Which ones you choose are entirely up to you, but here are some helpful examples:</a:t>
            </a:r>
          </a:p>
          <a:p>
            <a:endParaRPr lang="en-US" sz="2000" dirty="0">
              <a:latin typeface="+mn-lt"/>
            </a:endParaRPr>
          </a:p>
          <a:p>
            <a:r>
              <a:rPr lang="en-US" sz="2000" b="1" dirty="0">
                <a:latin typeface="+mn-lt"/>
              </a:rPr>
              <a:t>Lead time </a:t>
            </a:r>
            <a:r>
              <a:rPr lang="en-US" sz="2000" dirty="0">
                <a:latin typeface="+mn-lt"/>
              </a:rPr>
              <a:t>- how long does it take for a card to move from “TO-DO” to “DONE”?</a:t>
            </a:r>
          </a:p>
          <a:p>
            <a:r>
              <a:rPr lang="en-US" sz="2000" b="1" dirty="0">
                <a:latin typeface="+mn-lt"/>
              </a:rPr>
              <a:t>Cycle time</a:t>
            </a:r>
            <a:r>
              <a:rPr lang="en-US" sz="2000" dirty="0">
                <a:latin typeface="+mn-lt"/>
              </a:rPr>
              <a:t> - how long does it take for a card to move from “Doing” to “Done”?</a:t>
            </a:r>
          </a:p>
          <a:p>
            <a:r>
              <a:rPr lang="en-US" sz="2000" b="1" dirty="0">
                <a:latin typeface="+mn-lt"/>
              </a:rPr>
              <a:t>Number of items not started</a:t>
            </a:r>
            <a:r>
              <a:rPr lang="en-US" sz="2000" dirty="0">
                <a:latin typeface="+mn-lt"/>
              </a:rPr>
              <a:t> - are you struggling with your workload?</a:t>
            </a:r>
          </a:p>
          <a:p>
            <a:r>
              <a:rPr lang="en-US" sz="2000" b="1" dirty="0">
                <a:latin typeface="+mn-lt"/>
              </a:rPr>
              <a:t>Number of items that are WIP</a:t>
            </a:r>
            <a:r>
              <a:rPr lang="en-US" sz="2000" dirty="0">
                <a:latin typeface="+mn-lt"/>
              </a:rPr>
              <a:t> - are you staying within your WIP limits?</a:t>
            </a:r>
          </a:p>
          <a:p>
            <a:r>
              <a:rPr lang="en-US" sz="2000" b="1" dirty="0">
                <a:latin typeface="+mn-lt"/>
              </a:rPr>
              <a:t>Blockage areas </a:t>
            </a:r>
            <a:r>
              <a:rPr lang="en-US" sz="2000" dirty="0">
                <a:latin typeface="+mn-lt"/>
              </a:rPr>
              <a:t>- do you see any areas where cards build up, causing a blockage in flow?</a:t>
            </a:r>
          </a:p>
          <a:p>
            <a:endParaRPr lang="en-US" sz="2000" dirty="0">
              <a:latin typeface="+mn-lt"/>
            </a:endParaRPr>
          </a:p>
          <a:p>
            <a:r>
              <a:rPr lang="en-US" sz="2000" b="1" dirty="0">
                <a:latin typeface="+mn-lt"/>
              </a:rPr>
              <a:t>Top tip</a:t>
            </a:r>
            <a:r>
              <a:rPr lang="en-US" sz="2000" dirty="0">
                <a:latin typeface="+mn-lt"/>
              </a:rPr>
              <a:t>: Smooth flow = creating value</a:t>
            </a:r>
            <a:endParaRPr lang="en-US" dirty="0"/>
          </a:p>
        </p:txBody>
      </p:sp>
    </p:spTree>
    <p:extLst>
      <p:ext uri="{BB962C8B-B14F-4D97-AF65-F5344CB8AC3E}">
        <p14:creationId xmlns:p14="http://schemas.microsoft.com/office/powerpoint/2010/main" val="3846970328"/>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685800" y="152400"/>
            <a:ext cx="8458200" cy="762066"/>
          </a:xfrm>
        </p:spPr>
        <p:txBody>
          <a:bodyPr lIns="90488" tIns="44450" rIns="90488" bIns="44450"/>
          <a:lstStyle/>
          <a:p>
            <a:pPr algn="ctr" eaLnBrk="1" hangingPunct="1"/>
            <a:r>
              <a:rPr lang="en-US" sz="2800" b="1" dirty="0">
                <a:effectLst/>
                <a:latin typeface="+mn-lt"/>
                <a:ea typeface="Times New Roman" panose="02020603050405020304" pitchFamily="18" charset="0"/>
                <a:cs typeface="Times New Roman" panose="02020603050405020304" pitchFamily="18" charset="0"/>
              </a:rPr>
              <a:t>Kanban Principles-</a:t>
            </a:r>
            <a:br>
              <a:rPr lang="en-US" sz="2800" b="1" dirty="0">
                <a:effectLst/>
                <a:latin typeface="+mn-lt"/>
                <a:ea typeface="Times New Roman" panose="02020603050405020304" pitchFamily="18" charset="0"/>
                <a:cs typeface="Times New Roman" panose="02020603050405020304" pitchFamily="18" charset="0"/>
              </a:rPr>
            </a:br>
            <a:r>
              <a:rPr lang="en-US" sz="2800" b="1" dirty="0">
                <a:effectLst/>
                <a:latin typeface="+mn-lt"/>
                <a:ea typeface="Times New Roman" panose="02020603050405020304" pitchFamily="18" charset="0"/>
                <a:cs typeface="Times New Roman" panose="02020603050405020304" pitchFamily="18" charset="0"/>
              </a:rPr>
              <a:t>Continuous improvement</a:t>
            </a:r>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3" name="Picture 2">
            <a:extLst>
              <a:ext uri="{FF2B5EF4-FFF2-40B4-BE49-F238E27FC236}">
                <a16:creationId xmlns:a16="http://schemas.microsoft.com/office/drawing/2014/main" id="{75C5094A-1B1C-40EA-930A-85F397C09BE0}"/>
              </a:ext>
            </a:extLst>
          </p:cNvPr>
          <p:cNvPicPr>
            <a:picLocks noChangeAspect="1"/>
          </p:cNvPicPr>
          <p:nvPr/>
        </p:nvPicPr>
        <p:blipFill>
          <a:blip r:embed="rId3"/>
          <a:stretch>
            <a:fillRect/>
          </a:stretch>
        </p:blipFill>
        <p:spPr>
          <a:xfrm>
            <a:off x="1781175" y="1342981"/>
            <a:ext cx="5581650" cy="3762375"/>
          </a:xfrm>
          <a:prstGeom prst="rect">
            <a:avLst/>
          </a:prstGeom>
        </p:spPr>
      </p:pic>
      <p:sp>
        <p:nvSpPr>
          <p:cNvPr id="19" name="TextBox 18">
            <a:extLst>
              <a:ext uri="{FF2B5EF4-FFF2-40B4-BE49-F238E27FC236}">
                <a16:creationId xmlns:a16="http://schemas.microsoft.com/office/drawing/2014/main" id="{F37A6BDB-7D95-4E0A-B032-9DD7572EE6A6}"/>
              </a:ext>
            </a:extLst>
          </p:cNvPr>
          <p:cNvSpPr txBox="1"/>
          <p:nvPr/>
        </p:nvSpPr>
        <p:spPr>
          <a:xfrm>
            <a:off x="0" y="5232663"/>
            <a:ext cx="9144000" cy="1015663"/>
          </a:xfrm>
          <a:prstGeom prst="rect">
            <a:avLst/>
          </a:prstGeom>
          <a:noFill/>
        </p:spPr>
        <p:txBody>
          <a:bodyPr wrap="square">
            <a:spAutoFit/>
          </a:bodyPr>
          <a:lstStyle/>
          <a:p>
            <a:r>
              <a:rPr lang="en-US" sz="2000" dirty="0">
                <a:latin typeface="+mn-lt"/>
              </a:rPr>
              <a:t>Remember that even after implementing Kanban, the work is never truly finished. Part of the Kanban method is to continuously improve your processes. Monitor your Kanban system and make improvements on an ongoing basis.</a:t>
            </a:r>
            <a:endParaRPr lang="en-US" dirty="0"/>
          </a:p>
        </p:txBody>
      </p:sp>
    </p:spTree>
    <p:extLst>
      <p:ext uri="{BB962C8B-B14F-4D97-AF65-F5344CB8AC3E}">
        <p14:creationId xmlns:p14="http://schemas.microsoft.com/office/powerpoint/2010/main" val="1994238538"/>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685800" y="152400"/>
            <a:ext cx="8458200" cy="762066"/>
          </a:xfrm>
        </p:spPr>
        <p:txBody>
          <a:bodyPr lIns="90488" tIns="44450" rIns="90488" bIns="44450"/>
          <a:lstStyle/>
          <a:p>
            <a:pPr algn="ctr" eaLnBrk="1" hangingPunct="1"/>
            <a:r>
              <a:rPr lang="en-US" sz="2800" b="1" dirty="0">
                <a:effectLst/>
                <a:latin typeface="+mn-lt"/>
                <a:ea typeface="Times New Roman" panose="02020603050405020304" pitchFamily="18" charset="0"/>
                <a:cs typeface="Times New Roman" panose="02020603050405020304" pitchFamily="18" charset="0"/>
              </a:rPr>
              <a:t>Extreme-Programming (XP)</a:t>
            </a:r>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17" name="TextBox 16">
            <a:extLst>
              <a:ext uri="{FF2B5EF4-FFF2-40B4-BE49-F238E27FC236}">
                <a16:creationId xmlns:a16="http://schemas.microsoft.com/office/drawing/2014/main" id="{AD21B078-A4AE-4562-9AC6-926DDA4BF6E3}"/>
              </a:ext>
            </a:extLst>
          </p:cNvPr>
          <p:cNvSpPr txBox="1"/>
          <p:nvPr/>
        </p:nvSpPr>
        <p:spPr>
          <a:xfrm>
            <a:off x="0" y="1066862"/>
            <a:ext cx="9144000" cy="5693866"/>
          </a:xfrm>
          <a:prstGeom prst="rect">
            <a:avLst/>
          </a:prstGeom>
          <a:noFill/>
        </p:spPr>
        <p:txBody>
          <a:bodyPr wrap="square">
            <a:spAutoFit/>
          </a:bodyPr>
          <a:lstStyle/>
          <a:p>
            <a:r>
              <a:rPr lang="en-US" sz="2000" dirty="0">
                <a:latin typeface="+mn-lt"/>
              </a:rPr>
              <a:t>Extreme programming (XP) is a software development methodology which is intended to improve software quality and responsiveness to changing customer requirements. As a type of agile software development, it advocates frequent "releases" in short development cycles, which is intended to improve productivity and introduce checkpoints at which new customer requirements can be adopted.</a:t>
            </a:r>
          </a:p>
          <a:p>
            <a:endParaRPr lang="en-US" sz="2000" dirty="0">
              <a:latin typeface="+mn-lt"/>
            </a:endParaRPr>
          </a:p>
          <a:p>
            <a:r>
              <a:rPr lang="en-US" sz="2000" dirty="0">
                <a:latin typeface="+mn-lt"/>
              </a:rPr>
              <a:t>Other elements of extreme programming include programming in pairs or doing extensive code review, unit testing of all code, not programming features until they are actually needed, a flat management structure, code simplicity and clarity, expecting changes in the customer's requirements as time passes and the problem is better understood, and frequent communication with the customer and among programmers. As an example, code reviews are considered a beneficial practice; taken to the extreme, code can be reviewed continuously (i.e., the practice of pair programming).</a:t>
            </a:r>
          </a:p>
          <a:p>
            <a:r>
              <a:rPr lang="en-IN" sz="2000" dirty="0">
                <a:effectLst/>
                <a:latin typeface="+mn-lt"/>
                <a:ea typeface="Times New Roman" panose="02020603050405020304" pitchFamily="18" charset="0"/>
                <a:cs typeface="Times New Roman" panose="02020603050405020304" pitchFamily="18" charset="0"/>
              </a:rPr>
              <a:t>Pair programming is a technique in which two programmer work as a team in which one programmer writes a code and other one reviews that code, they can switch their roles.</a:t>
            </a:r>
            <a:endParaRPr lang="en-US" sz="2000" dirty="0">
              <a:effectLst/>
              <a:latin typeface="+mn-lt"/>
              <a:ea typeface="Calibri" panose="020F0502020204030204" pitchFamily="34" charset="0"/>
            </a:endParaRPr>
          </a:p>
          <a:p>
            <a:endParaRPr lang="en-US" dirty="0"/>
          </a:p>
        </p:txBody>
      </p:sp>
    </p:spTree>
    <p:extLst>
      <p:ext uri="{BB962C8B-B14F-4D97-AF65-F5344CB8AC3E}">
        <p14:creationId xmlns:p14="http://schemas.microsoft.com/office/powerpoint/2010/main" val="3481889814"/>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685800" y="152400"/>
            <a:ext cx="8458200" cy="762066"/>
          </a:xfrm>
        </p:spPr>
        <p:txBody>
          <a:bodyPr lIns="90488" tIns="44450" rIns="90488" bIns="44450"/>
          <a:lstStyle/>
          <a:p>
            <a:pPr algn="ctr" eaLnBrk="1" hangingPunct="1"/>
            <a:br>
              <a:rPr lang="en-US" sz="2800" b="1" dirty="0">
                <a:effectLst/>
                <a:latin typeface="+mn-lt"/>
                <a:ea typeface="Times New Roman" panose="02020603050405020304" pitchFamily="18" charset="0"/>
                <a:cs typeface="Times New Roman" panose="02020603050405020304" pitchFamily="18" charset="0"/>
              </a:rPr>
            </a:br>
            <a:r>
              <a:rPr lang="en-US" sz="2800" b="1" dirty="0">
                <a:effectLst/>
                <a:latin typeface="+mn-lt"/>
                <a:ea typeface="Times New Roman" panose="02020603050405020304" pitchFamily="18" charset="0"/>
                <a:cs typeface="Times New Roman" panose="02020603050405020304" pitchFamily="18" charset="0"/>
              </a:rPr>
              <a:t>Why is it called “Extreme?”</a:t>
            </a:r>
            <a:br>
              <a:rPr lang="en-US" sz="2800" b="1" dirty="0">
                <a:effectLst/>
                <a:latin typeface="+mn-lt"/>
                <a:ea typeface="Times New Roman" panose="02020603050405020304" pitchFamily="18" charset="0"/>
                <a:cs typeface="Times New Roman" panose="02020603050405020304" pitchFamily="18" charset="0"/>
              </a:rPr>
            </a:br>
            <a:endParaRPr lang="en-US" sz="2800" b="1" dirty="0">
              <a:effectLst/>
              <a:latin typeface="+mn-lt"/>
              <a:ea typeface="Times New Roman" panose="02020603050405020304" pitchFamily="18" charset="0"/>
              <a:cs typeface="Times New Roman" panose="02020603050405020304" pitchFamily="18" charset="0"/>
            </a:endParaRPr>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17" name="TextBox 16">
            <a:extLst>
              <a:ext uri="{FF2B5EF4-FFF2-40B4-BE49-F238E27FC236}">
                <a16:creationId xmlns:a16="http://schemas.microsoft.com/office/drawing/2014/main" id="{AD21B078-A4AE-4562-9AC6-926DDA4BF6E3}"/>
              </a:ext>
            </a:extLst>
          </p:cNvPr>
          <p:cNvSpPr txBox="1"/>
          <p:nvPr/>
        </p:nvSpPr>
        <p:spPr>
          <a:xfrm>
            <a:off x="0" y="1066862"/>
            <a:ext cx="9144000" cy="2246769"/>
          </a:xfrm>
          <a:prstGeom prst="rect">
            <a:avLst/>
          </a:prstGeom>
          <a:noFill/>
        </p:spPr>
        <p:txBody>
          <a:bodyPr wrap="square">
            <a:spAutoFit/>
          </a:bodyPr>
          <a:lstStyle/>
          <a:p>
            <a:r>
              <a:rPr lang="en-US" sz="2000" dirty="0">
                <a:latin typeface="+mn-lt"/>
              </a:rPr>
              <a:t>Extreme Programming takes the effective principles and practices to extreme levels.</a:t>
            </a:r>
          </a:p>
          <a:p>
            <a:r>
              <a:rPr lang="en-US" sz="2000" dirty="0">
                <a:latin typeface="+mn-lt"/>
              </a:rPr>
              <a:t>Code reviews are effective as the code is reviewed all the time.</a:t>
            </a:r>
          </a:p>
          <a:p>
            <a:r>
              <a:rPr lang="en-US" sz="2000" dirty="0">
                <a:latin typeface="+mn-lt"/>
              </a:rPr>
              <a:t>Testing is effective as there is continuous regression and testing.</a:t>
            </a:r>
          </a:p>
          <a:p>
            <a:r>
              <a:rPr lang="en-US" sz="2000" dirty="0">
                <a:latin typeface="+mn-lt"/>
              </a:rPr>
              <a:t>Design is effective as everybody needs to do refactoring daily.</a:t>
            </a:r>
          </a:p>
          <a:p>
            <a:r>
              <a:rPr lang="en-US" sz="2000" dirty="0">
                <a:latin typeface="+mn-lt"/>
              </a:rPr>
              <a:t>Integration testing is important as integrate and test several times a day.</a:t>
            </a:r>
          </a:p>
          <a:p>
            <a:r>
              <a:rPr lang="en-US" sz="2000" dirty="0">
                <a:latin typeface="+mn-lt"/>
              </a:rPr>
              <a:t>Short iterations are effective as the planning game for release planning and iteration planning.</a:t>
            </a:r>
            <a:endParaRPr lang="en-US" dirty="0"/>
          </a:p>
        </p:txBody>
      </p:sp>
      <p:pic>
        <p:nvPicPr>
          <p:cNvPr id="3" name="Picture 2">
            <a:extLst>
              <a:ext uri="{FF2B5EF4-FFF2-40B4-BE49-F238E27FC236}">
                <a16:creationId xmlns:a16="http://schemas.microsoft.com/office/drawing/2014/main" id="{5B22B5E2-A713-4FFC-ACAF-0771BE1885D5}"/>
              </a:ext>
            </a:extLst>
          </p:cNvPr>
          <p:cNvPicPr>
            <a:picLocks noChangeAspect="1"/>
          </p:cNvPicPr>
          <p:nvPr/>
        </p:nvPicPr>
        <p:blipFill>
          <a:blip r:embed="rId3"/>
          <a:stretch>
            <a:fillRect/>
          </a:stretch>
        </p:blipFill>
        <p:spPr>
          <a:xfrm>
            <a:off x="1771650" y="3438447"/>
            <a:ext cx="5600700" cy="2962275"/>
          </a:xfrm>
          <a:prstGeom prst="rect">
            <a:avLst/>
          </a:prstGeom>
        </p:spPr>
      </p:pic>
    </p:spTree>
    <p:extLst>
      <p:ext uri="{BB962C8B-B14F-4D97-AF65-F5344CB8AC3E}">
        <p14:creationId xmlns:p14="http://schemas.microsoft.com/office/powerpoint/2010/main" val="226783474"/>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685800" y="152400"/>
            <a:ext cx="8458200" cy="762066"/>
          </a:xfrm>
        </p:spPr>
        <p:txBody>
          <a:bodyPr lIns="90488" tIns="44450" rIns="90488" bIns="44450"/>
          <a:lstStyle/>
          <a:p>
            <a:pPr algn="ctr" eaLnBrk="1" hangingPunct="1"/>
            <a:br>
              <a:rPr lang="en-US" sz="2800" b="1" dirty="0">
                <a:effectLst/>
                <a:latin typeface="+mn-lt"/>
                <a:ea typeface="Times New Roman" panose="02020603050405020304" pitchFamily="18" charset="0"/>
                <a:cs typeface="Times New Roman" panose="02020603050405020304" pitchFamily="18" charset="0"/>
              </a:rPr>
            </a:br>
            <a:r>
              <a:rPr lang="en-US" sz="2800" b="1" dirty="0">
                <a:effectLst/>
                <a:latin typeface="+mn-lt"/>
                <a:ea typeface="Times New Roman" panose="02020603050405020304" pitchFamily="18" charset="0"/>
                <a:cs typeface="Times New Roman" panose="02020603050405020304" pitchFamily="18" charset="0"/>
              </a:rPr>
              <a:t>Extreme Programming Advantages</a:t>
            </a:r>
            <a:br>
              <a:rPr lang="en-US" sz="2800" b="1" dirty="0">
                <a:effectLst/>
                <a:latin typeface="+mn-lt"/>
                <a:ea typeface="Times New Roman" panose="02020603050405020304" pitchFamily="18" charset="0"/>
                <a:cs typeface="Times New Roman" panose="02020603050405020304" pitchFamily="18" charset="0"/>
              </a:rPr>
            </a:br>
            <a:br>
              <a:rPr lang="en-US" sz="2800" b="1" dirty="0">
                <a:effectLst/>
                <a:latin typeface="+mn-lt"/>
                <a:ea typeface="Times New Roman" panose="02020603050405020304" pitchFamily="18" charset="0"/>
                <a:cs typeface="Times New Roman" panose="02020603050405020304" pitchFamily="18" charset="0"/>
              </a:rPr>
            </a:br>
            <a:endParaRPr lang="en-US" sz="2800" b="1" dirty="0">
              <a:effectLst/>
              <a:latin typeface="+mn-lt"/>
              <a:ea typeface="Times New Roman" panose="02020603050405020304" pitchFamily="18" charset="0"/>
              <a:cs typeface="Times New Roman" panose="02020603050405020304" pitchFamily="18" charset="0"/>
            </a:endParaRPr>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17" name="TextBox 16">
            <a:extLst>
              <a:ext uri="{FF2B5EF4-FFF2-40B4-BE49-F238E27FC236}">
                <a16:creationId xmlns:a16="http://schemas.microsoft.com/office/drawing/2014/main" id="{AD21B078-A4AE-4562-9AC6-926DDA4BF6E3}"/>
              </a:ext>
            </a:extLst>
          </p:cNvPr>
          <p:cNvSpPr txBox="1"/>
          <p:nvPr/>
        </p:nvSpPr>
        <p:spPr>
          <a:xfrm>
            <a:off x="0" y="457278"/>
            <a:ext cx="9144000" cy="7171194"/>
          </a:xfrm>
          <a:prstGeom prst="rect">
            <a:avLst/>
          </a:prstGeom>
          <a:noFill/>
        </p:spPr>
        <p:txBody>
          <a:bodyPr wrap="square">
            <a:spAutoFit/>
          </a:bodyPr>
          <a:lstStyle/>
          <a:p>
            <a:r>
              <a:rPr lang="en-US" sz="2000" dirty="0">
                <a:latin typeface="+mn-lt"/>
              </a:rPr>
              <a:t>Extreme Programming solves the following problems often faced in the software development projects −</a:t>
            </a:r>
          </a:p>
          <a:p>
            <a:r>
              <a:rPr lang="en-US" sz="2000" b="1" dirty="0">
                <a:latin typeface="+mn-lt"/>
              </a:rPr>
              <a:t>Slipped schedules</a:t>
            </a:r>
            <a:r>
              <a:rPr lang="en-US" sz="2000" dirty="0">
                <a:latin typeface="+mn-lt"/>
              </a:rPr>
              <a:t> − Achievable development cycles ensure timely deliveries.</a:t>
            </a:r>
          </a:p>
          <a:p>
            <a:r>
              <a:rPr lang="en-US" sz="2000" b="1" dirty="0">
                <a:latin typeface="+mn-lt"/>
              </a:rPr>
              <a:t>Cancelled projects</a:t>
            </a:r>
            <a:r>
              <a:rPr lang="en-US" sz="2000" dirty="0">
                <a:latin typeface="+mn-lt"/>
              </a:rPr>
              <a:t> − Focus on continuous customer involvement ensures transparency with the customer and immediate resolution of any issues.</a:t>
            </a:r>
          </a:p>
          <a:p>
            <a:r>
              <a:rPr lang="en-US" sz="2000" b="1" dirty="0">
                <a:latin typeface="+mn-lt"/>
              </a:rPr>
              <a:t>Costs incurred in changes</a:t>
            </a:r>
            <a:r>
              <a:rPr lang="en-US" sz="2000" dirty="0">
                <a:latin typeface="+mn-lt"/>
              </a:rPr>
              <a:t> − Extensive and ongoing testing makes sure the changes do not break the existing functionality. A running working system always ensures sufficient time for accommodating changes such that the current operations are not affected.</a:t>
            </a:r>
          </a:p>
          <a:p>
            <a:r>
              <a:rPr lang="en-US" sz="2000" b="1" dirty="0">
                <a:latin typeface="+mn-lt"/>
              </a:rPr>
              <a:t>Production and post-delivery defects</a:t>
            </a:r>
            <a:r>
              <a:rPr lang="en-US" sz="2000" dirty="0">
                <a:latin typeface="+mn-lt"/>
              </a:rPr>
              <a:t>: Emphasis is on − the unit tests to detect and fix the defects early.</a:t>
            </a:r>
          </a:p>
          <a:p>
            <a:r>
              <a:rPr lang="en-US" sz="2000" b="1" dirty="0">
                <a:latin typeface="+mn-lt"/>
              </a:rPr>
              <a:t>Misunderstanding the business and/or domain </a:t>
            </a:r>
            <a:r>
              <a:rPr lang="en-US" sz="2000" dirty="0">
                <a:latin typeface="+mn-lt"/>
              </a:rPr>
              <a:t>− Making the customer a part of the team ensures constant communication and clarifications.</a:t>
            </a:r>
          </a:p>
          <a:p>
            <a:r>
              <a:rPr lang="en-US" sz="2000" b="1" dirty="0">
                <a:latin typeface="+mn-lt"/>
              </a:rPr>
              <a:t>Business changes</a:t>
            </a:r>
            <a:r>
              <a:rPr lang="en-US" sz="2000" dirty="0">
                <a:latin typeface="+mn-lt"/>
              </a:rPr>
              <a:t> − Changes are considered to be inevitable and are accommodated at any point of time.</a:t>
            </a:r>
          </a:p>
          <a:p>
            <a:r>
              <a:rPr lang="en-US" sz="2000" b="1" dirty="0">
                <a:latin typeface="+mn-lt"/>
              </a:rPr>
              <a:t>Staff turnover</a:t>
            </a:r>
            <a:r>
              <a:rPr lang="en-US" sz="2000" dirty="0">
                <a:latin typeface="+mn-lt"/>
              </a:rPr>
              <a:t> − Intensive team collaboration ensures enthusiasm and good will. Cohesion of multi-disciplines fosters the team spirit.</a:t>
            </a:r>
          </a:p>
          <a:p>
            <a:r>
              <a:rPr lang="en-US" sz="2000" b="1" dirty="0">
                <a:latin typeface="+mn-lt"/>
              </a:rPr>
              <a:t>Improves the quality- </a:t>
            </a:r>
            <a:r>
              <a:rPr lang="en-US" sz="2000" dirty="0">
                <a:latin typeface="+mn-lt"/>
              </a:rPr>
              <a:t>As second partner review the code simultaneously, it reduces the chance of mistake.</a:t>
            </a:r>
          </a:p>
          <a:p>
            <a:r>
              <a:rPr lang="en-US" sz="2000" b="1" dirty="0">
                <a:latin typeface="+mn-lt"/>
              </a:rPr>
              <a:t>Knowledge Transfer </a:t>
            </a:r>
            <a:r>
              <a:rPr lang="en-US" sz="2000" dirty="0">
                <a:latin typeface="+mn-lt"/>
              </a:rPr>
              <a:t>-One experience partner can teach other partner about technology and functionality.</a:t>
            </a:r>
          </a:p>
          <a:p>
            <a:endParaRPr lang="en-US" dirty="0"/>
          </a:p>
        </p:txBody>
      </p:sp>
    </p:spTree>
    <p:extLst>
      <p:ext uri="{BB962C8B-B14F-4D97-AF65-F5344CB8AC3E}">
        <p14:creationId xmlns:p14="http://schemas.microsoft.com/office/powerpoint/2010/main" val="507812966"/>
      </p:ext>
    </p:ext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3D156-2C7E-4365-BD74-ED47EFB002DD}"/>
              </a:ext>
            </a:extLst>
          </p:cNvPr>
          <p:cNvSpPr>
            <a:spLocks noGrp="1"/>
          </p:cNvSpPr>
          <p:nvPr>
            <p:ph type="title"/>
          </p:nvPr>
        </p:nvSpPr>
        <p:spPr/>
        <p:txBody>
          <a:bodyPr/>
          <a:lstStyle/>
          <a:p>
            <a:r>
              <a:rPr lang="en-US" dirty="0"/>
              <a:t>Thank</a:t>
            </a:r>
            <a:br>
              <a:rPr lang="en-US" dirty="0"/>
            </a:br>
            <a:r>
              <a:rPr lang="en-US" sz="3600" dirty="0"/>
              <a:t>You</a:t>
            </a:r>
          </a:p>
        </p:txBody>
      </p:sp>
    </p:spTree>
    <p:extLst>
      <p:ext uri="{BB962C8B-B14F-4D97-AF65-F5344CB8AC3E}">
        <p14:creationId xmlns:p14="http://schemas.microsoft.com/office/powerpoint/2010/main" val="3107847142"/>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lIns="91440" tIns="45720" rIns="91440" bIns="45720" rtlCol="0" anchor="ctr">
        <a:noAutofit/>
      </a:bodyPr>
      <a:lstStyle>
        <a:defPPr algn="l">
          <a:defRPr sz="4000" dirty="0" smtClean="0">
            <a:solidFill>
              <a:srgbClr val="F68B1F"/>
            </a:solidFill>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lIns="91440" tIns="45720" rIns="91440" bIns="45720" rtlCol="0" anchor="ctr">
        <a:noAutofit/>
      </a:bodyPr>
      <a:lstStyle>
        <a:defPPr algn="l">
          <a:defRPr sz="4000" dirty="0" smtClean="0">
            <a:solidFill>
              <a:srgbClr val="F68B1F"/>
            </a:solidFill>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lIns="91440" tIns="45720" rIns="91440" bIns="45720" rtlCol="0" anchor="ctr">
        <a:noAutofit/>
      </a:bodyPr>
      <a:lstStyle>
        <a:defPPr algn="l">
          <a:defRPr sz="4000" dirty="0" smtClean="0">
            <a:solidFill>
              <a:srgbClr val="F68B1F"/>
            </a:solidFill>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812</TotalTime>
  <Words>5303</Words>
  <Application>Microsoft Office PowerPoint</Application>
  <PresentationFormat>On-screen Show (4:3)</PresentationFormat>
  <Paragraphs>324</Paragraphs>
  <Slides>45</Slides>
  <Notes>44</Notes>
  <HiddenSlides>0</HiddenSlides>
  <MMClips>0</MMClips>
  <ScaleCrop>false</ScaleCrop>
  <HeadingPairs>
    <vt:vector size="6" baseType="variant">
      <vt:variant>
        <vt:lpstr>Fonts Used</vt:lpstr>
      </vt:variant>
      <vt:variant>
        <vt:i4>4</vt:i4>
      </vt:variant>
      <vt:variant>
        <vt:lpstr>Theme</vt:lpstr>
      </vt:variant>
      <vt:variant>
        <vt:i4>3</vt:i4>
      </vt:variant>
      <vt:variant>
        <vt:lpstr>Slide Titles</vt:lpstr>
      </vt:variant>
      <vt:variant>
        <vt:i4>45</vt:i4>
      </vt:variant>
    </vt:vector>
  </HeadingPairs>
  <TitlesOfParts>
    <vt:vector size="52" baseType="lpstr">
      <vt:lpstr>Arial</vt:lpstr>
      <vt:lpstr>Calibri</vt:lpstr>
      <vt:lpstr>Times New Roman</vt:lpstr>
      <vt:lpstr>Wingdings</vt:lpstr>
      <vt:lpstr>Custom Design</vt:lpstr>
      <vt:lpstr>1_Custom Design</vt:lpstr>
      <vt:lpstr>2_Custom Design</vt:lpstr>
      <vt:lpstr>Agile 3-DB Systel </vt:lpstr>
      <vt:lpstr> Engineering Practices for Agile?  </vt:lpstr>
      <vt:lpstr> Engineering Practices for Agile?  </vt:lpstr>
      <vt:lpstr>  Lean &amp; Agile are  Siblings  </vt:lpstr>
      <vt:lpstr>Lean</vt:lpstr>
      <vt:lpstr>Lean Principles (How to create a Lean System)</vt:lpstr>
      <vt:lpstr>Lean Principles (How to create a Lean System)</vt:lpstr>
      <vt:lpstr>Lean Principles (How to create a Lean System)</vt:lpstr>
      <vt:lpstr>Lean Principles (How to create a Lean System)</vt:lpstr>
      <vt:lpstr>Lean Principles (How to create a Lean System)</vt:lpstr>
      <vt:lpstr>The Customer Defines Value In Lean</vt:lpstr>
      <vt:lpstr>Waste in Lean DOWNTIME</vt:lpstr>
      <vt:lpstr>3M of Lean</vt:lpstr>
      <vt:lpstr>3M of Lean</vt:lpstr>
      <vt:lpstr>5S of Lean</vt:lpstr>
      <vt:lpstr>5S of Lean</vt:lpstr>
      <vt:lpstr>5S of Lean</vt:lpstr>
      <vt:lpstr>5S of Lean</vt:lpstr>
      <vt:lpstr>Cost of Delay</vt:lpstr>
      <vt:lpstr>How to Calculate Cost of Delay?</vt:lpstr>
      <vt:lpstr>What is a Pull System?</vt:lpstr>
      <vt:lpstr>What is a Pull System?</vt:lpstr>
      <vt:lpstr>Lean facilitates a culture change</vt:lpstr>
      <vt:lpstr>Kaizen (Continuous Improvement)</vt:lpstr>
      <vt:lpstr>Kaizen Requirement</vt:lpstr>
      <vt:lpstr>Benefits of Kaizen Methodology</vt:lpstr>
      <vt:lpstr>Benefits of Kaizen Methodology</vt:lpstr>
      <vt:lpstr>Kaizen Cycle for Continuous Improvement</vt:lpstr>
      <vt:lpstr>Kaizen Cycle for Continuous Improvement</vt:lpstr>
      <vt:lpstr>Kaizen Cycle for Continuous Improvement</vt:lpstr>
      <vt:lpstr>Kanban</vt:lpstr>
      <vt:lpstr>Kanban Principles-Visualize workflow</vt:lpstr>
      <vt:lpstr>Kanban Principles-Visualize workflow</vt:lpstr>
      <vt:lpstr>Kanban Principles-Visualize workflow</vt:lpstr>
      <vt:lpstr>Kanban Principles- Limit work in progress (WIP)</vt:lpstr>
      <vt:lpstr>Kanban Principles- Limit work in progress (WIP)</vt:lpstr>
      <vt:lpstr>Kanban Principles- Limit work in progress (WIP)</vt:lpstr>
      <vt:lpstr>Kanban Principles- Focus on flow</vt:lpstr>
      <vt:lpstr>Kanban Principles- Focus on flow</vt:lpstr>
      <vt:lpstr>Kanban Principles- Focus on flow</vt:lpstr>
      <vt:lpstr>Kanban Principles- Continuous improvement</vt:lpstr>
      <vt:lpstr>Extreme-Programming (XP)</vt:lpstr>
      <vt:lpstr> Why is it called “Extreme?” </vt:lpstr>
      <vt:lpstr> Extreme Programming Advantages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Agile 2-DB Systel </dc:title>
  <dc:creator>Neeraj Vohra</dc:creator>
  <cp:lastModifiedBy>Neeraj Vohra</cp:lastModifiedBy>
  <cp:revision>118</cp:revision>
  <dcterms:created xsi:type="dcterms:W3CDTF">2020-11-13T06:55:29Z</dcterms:created>
  <dcterms:modified xsi:type="dcterms:W3CDTF">2021-03-21T10:56:15Z</dcterms:modified>
</cp:coreProperties>
</file>